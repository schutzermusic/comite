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164f1243f147bb" /><Relationship Type="http://schemas.openxmlformats.org/officeDocument/2006/relationships/extended-properties" Target="/docProps/app.xml" Id="R74f7ecfa616942c2" /><Relationship Type="http://schemas.openxmlformats.org/officeDocument/2006/relationships/officeDocument" Target="/ppt/presentation.xml" Id="R823d48821a4b48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36f9ae53c84041"/>
  </p:sldMasterIdLst>
  <p:notesMasterIdLst>
    <p:notesMasterId xmlns:r="http://schemas.openxmlformats.org/officeDocument/2006/relationships" r:id="R232ed7ae272f4fe3"/>
  </p:notesMasterIdLst>
  <p:sldIdLst>
    <p:sldId xmlns:r="http://schemas.openxmlformats.org/officeDocument/2006/relationships" id="256" r:id="Radff340ed096439c"/>
    <p:sldId xmlns:r="http://schemas.openxmlformats.org/officeDocument/2006/relationships" id="257" r:id="Ra933f1ced3504172"/>
    <p:sldId xmlns:r="http://schemas.openxmlformats.org/officeDocument/2006/relationships" id="258" r:id="Rde33b989612b4882"/>
    <p:sldId xmlns:r="http://schemas.openxmlformats.org/officeDocument/2006/relationships" id="259" r:id="R9e1addbefaf842d6"/>
    <p:sldId xmlns:r="http://schemas.openxmlformats.org/officeDocument/2006/relationships" id="260" r:id="Rdbd5acb6470a4160"/>
    <p:sldId xmlns:r="http://schemas.openxmlformats.org/officeDocument/2006/relationships" id="261" r:id="Rab04cd0a2ecf448b"/>
    <p:sldId xmlns:r="http://schemas.openxmlformats.org/officeDocument/2006/relationships" id="262" r:id="R6b54487193704622"/>
    <p:sldId xmlns:r="http://schemas.openxmlformats.org/officeDocument/2006/relationships" id="263" r:id="R9da7642674ab436a"/>
    <p:sldId xmlns:r="http://schemas.openxmlformats.org/officeDocument/2006/relationships" id="264" r:id="Re195d4432d4c41de"/>
    <p:sldId xmlns:r="http://schemas.openxmlformats.org/officeDocument/2006/relationships" id="265" r:id="Rd3e72e62961946f9"/>
    <p:sldId xmlns:r="http://schemas.openxmlformats.org/officeDocument/2006/relationships" id="266" r:id="Recd0a76feced449f"/>
    <p:sldId xmlns:r="http://schemas.openxmlformats.org/officeDocument/2006/relationships" id="267" r:id="R7df002b0528e47f5"/>
    <p:sldId xmlns:r="http://schemas.openxmlformats.org/officeDocument/2006/relationships" id="268" r:id="Rf9380c053644444e"/>
    <p:sldId xmlns:r="http://schemas.openxmlformats.org/officeDocument/2006/relationships" id="269" r:id="Rf7180b15d95c4ff1"/>
    <p:sldId xmlns:r="http://schemas.openxmlformats.org/officeDocument/2006/relationships" id="270" r:id="Rc945fed3204e44c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21f22b18e4a24" /><Relationship Type="http://schemas.openxmlformats.org/officeDocument/2006/relationships/slideMaster" Target="/ppt/slideMasters/slideMaster1.xml" Id="R9536f9ae53c84041" /><Relationship Type="http://schemas.openxmlformats.org/officeDocument/2006/relationships/notesMaster" Target="/ppt/notesMasters/notesMaster1.xml" Id="R232ed7ae272f4fe3" /><Relationship Type="http://schemas.openxmlformats.org/officeDocument/2006/relationships/presProps" Target="/ppt/presProps.xml" Id="Rc88a855d463b41d1" /><Relationship Type="http://schemas.openxmlformats.org/officeDocument/2006/relationships/tableStyles" Target="/ppt/tableStyles.xml" Id="R5917363b98d94671" /><Relationship Type="http://schemas.openxmlformats.org/officeDocument/2006/relationships/slide" Target="/ppt/slides/slide1.xml" Id="Radff340ed096439c" /><Relationship Type="http://schemas.openxmlformats.org/officeDocument/2006/relationships/slide" Target="/ppt/slides/slide2.xml" Id="Ra933f1ced3504172" /><Relationship Type="http://schemas.openxmlformats.org/officeDocument/2006/relationships/slide" Target="/ppt/slides/slide3.xml" Id="Rde33b989612b4882" /><Relationship Type="http://schemas.openxmlformats.org/officeDocument/2006/relationships/slide" Target="/ppt/slides/slide4.xml" Id="R9e1addbefaf842d6" /><Relationship Type="http://schemas.openxmlformats.org/officeDocument/2006/relationships/slide" Target="/ppt/slides/slide5.xml" Id="Rdbd5acb6470a4160" /><Relationship Type="http://schemas.openxmlformats.org/officeDocument/2006/relationships/slide" Target="/ppt/slides/slide6.xml" Id="Rab04cd0a2ecf448b" /><Relationship Type="http://schemas.openxmlformats.org/officeDocument/2006/relationships/slide" Target="/ppt/slides/slide7.xml" Id="R6b54487193704622" /><Relationship Type="http://schemas.openxmlformats.org/officeDocument/2006/relationships/slide" Target="/ppt/slides/slide8.xml" Id="R9da7642674ab436a" /><Relationship Type="http://schemas.openxmlformats.org/officeDocument/2006/relationships/slide" Target="/ppt/slides/slide9.xml" Id="Re195d4432d4c41de" /><Relationship Type="http://schemas.openxmlformats.org/officeDocument/2006/relationships/slide" Target="/ppt/slides/slide10.xml" Id="Rd3e72e62961946f9" /><Relationship Type="http://schemas.openxmlformats.org/officeDocument/2006/relationships/slide" Target="/ppt/slides/slide11.xml" Id="Recd0a76feced449f" /><Relationship Type="http://schemas.openxmlformats.org/officeDocument/2006/relationships/slide" Target="/ppt/slides/slide12.xml" Id="R7df002b0528e47f5" /><Relationship Type="http://schemas.openxmlformats.org/officeDocument/2006/relationships/slide" Target="/ppt/slides/slide13.xml" Id="Rf9380c053644444e" /><Relationship Type="http://schemas.openxmlformats.org/officeDocument/2006/relationships/slide" Target="/ppt/slides/slide14.xml" Id="Rf7180b15d95c4ff1" /><Relationship Type="http://schemas.openxmlformats.org/officeDocument/2006/relationships/slide" Target="/ppt/slides/slide15.xml" Id="Rc945fed3204e44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f3ec87762648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61bf9da0b541d2" /><Relationship Type="http://schemas.openxmlformats.org/officeDocument/2006/relationships/notesMaster" Target="/ppt/notesMasters/notesMaster1.xml" Id="Rf6814d855d9845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e3751c29a044dd" /><Relationship Type="http://schemas.openxmlformats.org/officeDocument/2006/relationships/notesMaster" Target="/ppt/notesMasters/notesMaster1.xml" Id="Rf348c7eddc3745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b4b2650d8a4c6a" /><Relationship Type="http://schemas.openxmlformats.org/officeDocument/2006/relationships/notesMaster" Target="/ppt/notesMasters/notesMaster1.xml" Id="R974655fe38d649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42e76cc35b46cd" /><Relationship Type="http://schemas.openxmlformats.org/officeDocument/2006/relationships/notesMaster" Target="/ppt/notesMasters/notesMaster1.xml" Id="Red068150fc1548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d37906d9454419" /><Relationship Type="http://schemas.openxmlformats.org/officeDocument/2006/relationships/notesMaster" Target="/ppt/notesMasters/notesMaster1.xml" Id="Rcc8339ea1624442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1164b182034548" /><Relationship Type="http://schemas.openxmlformats.org/officeDocument/2006/relationships/notesMaster" Target="/ppt/notesMasters/notesMaster1.xml" Id="R0c94dd038c394b0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fef107439ce4f31" /><Relationship Type="http://schemas.openxmlformats.org/officeDocument/2006/relationships/notesMaster" Target="/ppt/notesMasters/notesMaster1.xml" Id="R6959d417f6ad48f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e12363f4f14620" /><Relationship Type="http://schemas.openxmlformats.org/officeDocument/2006/relationships/notesMaster" Target="/ppt/notesMasters/notesMaster1.xml" Id="Rb698543aa68342b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bef0012730429f" /><Relationship Type="http://schemas.openxmlformats.org/officeDocument/2006/relationships/notesMaster" Target="/ppt/notesMasters/notesMaster1.xml" Id="R080d8b5a60894f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4e3b0afbf0a4dbe" /><Relationship Type="http://schemas.openxmlformats.org/officeDocument/2006/relationships/notesMaster" Target="/ppt/notesMasters/notesMaster1.xml" Id="R6f0a9c0bfcbe47e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25147afa394c40" /><Relationship Type="http://schemas.openxmlformats.org/officeDocument/2006/relationships/notesMaster" Target="/ppt/notesMasters/notesMaster1.xml" Id="R6c246641eb294e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a188abd388544d3" /><Relationship Type="http://schemas.openxmlformats.org/officeDocument/2006/relationships/notesMaster" Target="/ppt/notesMasters/notesMaster1.xml" Id="R766a89849691456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4bb0084c95422f" /><Relationship Type="http://schemas.openxmlformats.org/officeDocument/2006/relationships/notesMaster" Target="/ppt/notesMasters/notesMaster1.xml" Id="R3c79f6b07fef49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6f99eca1f84904" /><Relationship Type="http://schemas.openxmlformats.org/officeDocument/2006/relationships/notesMaster" Target="/ppt/notesMasters/notesMaster1.xml" Id="R964e93578a4145f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b85f2976d944c3f" /><Relationship Type="http://schemas.openxmlformats.org/officeDocument/2006/relationships/notesMaster" Target="/ppt/notesMasters/notesMaster1.xml" Id="R033d8962cfbc42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0571d7b93347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c7cbce9fe2d4c08" /><Relationship Type="http://schemas.openxmlformats.org/officeDocument/2006/relationships/slideLayout" Target="/ppt/slideLayouts/slideLayout1.xml" Id="R94b43ed76f814f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b43ed76f814f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37420aff094c26" /><Relationship Type="http://schemas.openxmlformats.org/officeDocument/2006/relationships/image" Target="/ppt/media/image.png" Id="Rbae54a9ee57343ad" /><Relationship Type="http://schemas.openxmlformats.org/officeDocument/2006/relationships/image" Target="/ppt/media/image2.png" Id="Re575cf3ce7694ccf" /><Relationship Type="http://schemas.openxmlformats.org/officeDocument/2006/relationships/notesSlide" Target="/ppt/notesSlides/notesSlide1.xml" Id="R40c19b49abf94d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9a16fefbc4803" /><Relationship Type="http://schemas.openxmlformats.org/officeDocument/2006/relationships/image" Target="/ppt/media/image3.png" Id="R633d1814555a450d" /><Relationship Type="http://schemas.openxmlformats.org/officeDocument/2006/relationships/notesSlide" Target="/ppt/notesSlides/notesSlide2.xml" Id="Raf4bc2038c5f49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847686a75448bf" /><Relationship Type="http://schemas.openxmlformats.org/officeDocument/2006/relationships/image" Target="/ppt/media/image4.png" Id="R7e9cc08368a84365" /><Relationship Type="http://schemas.openxmlformats.org/officeDocument/2006/relationships/image" Target="/ppt/media/image5.png" Id="R76a9478785c54f60" /><Relationship Type="http://schemas.openxmlformats.org/officeDocument/2006/relationships/image" Target="/ppt/media/image.svg" Id="R7223ba4bd2ac4b75" /><Relationship Type="http://schemas.openxmlformats.org/officeDocument/2006/relationships/notesSlide" Target="/ppt/notesSlides/notesSlide3.xml" Id="Ra8988487727b4d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983a78fc34189" /><Relationship Type="http://schemas.openxmlformats.org/officeDocument/2006/relationships/image" Target="/ppt/media/image6.png" Id="R34daade355744443" /><Relationship Type="http://schemas.openxmlformats.org/officeDocument/2006/relationships/image" Target="/ppt/media/image7.png" Id="Rae323dcf350a4b92" /><Relationship Type="http://schemas.openxmlformats.org/officeDocument/2006/relationships/image" Target="/ppt/media/image2.svg" Id="R9b360797012c499b" /><Relationship Type="http://schemas.openxmlformats.org/officeDocument/2006/relationships/notesSlide" Target="/ppt/notesSlides/notesSlide4.xml" Id="Re51a11747ccf41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edc0175043403c" /><Relationship Type="http://schemas.openxmlformats.org/officeDocument/2006/relationships/image" Target="/ppt/media/image8.png" Id="R95ddce9bc01641f9" /><Relationship Type="http://schemas.openxmlformats.org/officeDocument/2006/relationships/image" Target="/ppt/media/image9.png" Id="R5419f9ddce974e4e" /><Relationship Type="http://schemas.openxmlformats.org/officeDocument/2006/relationships/image" Target="/ppt/media/image3.svg" Id="R416560cc44ed488b" /><Relationship Type="http://schemas.openxmlformats.org/officeDocument/2006/relationships/notesSlide" Target="/ppt/notesSlides/notesSlide5.xml" Id="R740f47c7afbe4ec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9a573aa674b3e" /><Relationship Type="http://schemas.openxmlformats.org/officeDocument/2006/relationships/image" Target="/ppt/media/image10.png" Id="R66c509b3b8f64562" /><Relationship Type="http://schemas.openxmlformats.org/officeDocument/2006/relationships/image" Target="/ppt/media/image11.png" Id="R275910783bf14414" /><Relationship Type="http://schemas.openxmlformats.org/officeDocument/2006/relationships/image" Target="/ppt/media/image4.svg" Id="R49f1b97d06ab4c61" /><Relationship Type="http://schemas.openxmlformats.org/officeDocument/2006/relationships/notesSlide" Target="/ppt/notesSlides/notesSlide6.xml" Id="Rb97900db069445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3d7d18c584eec" /><Relationship Type="http://schemas.openxmlformats.org/officeDocument/2006/relationships/image" Target="/ppt/media/image12.png" Id="R9b95f6a53fd245fc" /><Relationship Type="http://schemas.openxmlformats.org/officeDocument/2006/relationships/image" Target="/ppt/media/image13.png" Id="Rc60fa9094e2b4d87" /><Relationship Type="http://schemas.openxmlformats.org/officeDocument/2006/relationships/image" Target="/ppt/media/image5.svg" Id="R192c511e162a4152" /><Relationship Type="http://schemas.openxmlformats.org/officeDocument/2006/relationships/notesSlide" Target="/ppt/notesSlides/notesSlide7.xml" Id="R8950949d5fda40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cfc4779ebc4a86" /><Relationship Type="http://schemas.openxmlformats.org/officeDocument/2006/relationships/image" Target="/ppt/media/image14.png" Id="Rafaa5d310bd34ece" /><Relationship Type="http://schemas.openxmlformats.org/officeDocument/2006/relationships/image" Target="/ppt/media/image15.png" Id="Rbca7c0b77fc24362" /><Relationship Type="http://schemas.openxmlformats.org/officeDocument/2006/relationships/image" Target="/ppt/media/image6.svg" Id="R1045448132354ed2" /><Relationship Type="http://schemas.openxmlformats.org/officeDocument/2006/relationships/notesSlide" Target="/ppt/notesSlides/notesSlide8.xml" Id="R4a029561493742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3bc203c9249dc" /><Relationship Type="http://schemas.openxmlformats.org/officeDocument/2006/relationships/image" Target="/ppt/media/image16.png" Id="Rbbc696f26c4b43f3" /><Relationship Type="http://schemas.openxmlformats.org/officeDocument/2006/relationships/notesSlide" Target="/ppt/notesSlides/notesSlide9.xml" Id="R8bf642c27dba43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73bcb161b8460d" /><Relationship Type="http://schemas.openxmlformats.org/officeDocument/2006/relationships/image" Target="/ppt/media/image17.png" Id="R285e497c159d4568" /><Relationship Type="http://schemas.openxmlformats.org/officeDocument/2006/relationships/notesSlide" Target="/ppt/notesSlides/notesSlide10.xml" Id="R887b21da5a8b4c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df3183ed6f4535" /><Relationship Type="http://schemas.openxmlformats.org/officeDocument/2006/relationships/image" Target="/ppt/media/image18.png" Id="R4787249e8d50445b" /><Relationship Type="http://schemas.openxmlformats.org/officeDocument/2006/relationships/notesSlide" Target="/ppt/notesSlides/notesSlide11.xml" Id="R7ad907da46574f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e291109f94c89" /><Relationship Type="http://schemas.openxmlformats.org/officeDocument/2006/relationships/image" Target="/ppt/media/image19.png" Id="Rb7c1214fc82c410c" /><Relationship Type="http://schemas.openxmlformats.org/officeDocument/2006/relationships/notesSlide" Target="/ppt/notesSlides/notesSlide12.xml" Id="R48dd5c9ee5d24e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a71ba83b3345e7" /><Relationship Type="http://schemas.openxmlformats.org/officeDocument/2006/relationships/image" Target="/ppt/media/image20.png" Id="R858841db794e4f78" /><Relationship Type="http://schemas.openxmlformats.org/officeDocument/2006/relationships/notesSlide" Target="/ppt/notesSlides/notesSlide13.xml" Id="Rfc015924de214b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72ae567d84209" /><Relationship Type="http://schemas.openxmlformats.org/officeDocument/2006/relationships/image" Target="/ppt/media/image21.png" Id="R3b4810a105494574" /><Relationship Type="http://schemas.openxmlformats.org/officeDocument/2006/relationships/notesSlide" Target="/ppt/notesSlides/notesSlide14.xml" Id="R82b8b7bce0154bd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4bdcabe4b4a18" /><Relationship Type="http://schemas.openxmlformats.org/officeDocument/2006/relationships/image" Target="/ppt/media/image22.png" Id="R90720a419b6a4fa6" /><Relationship Type="http://schemas.openxmlformats.org/officeDocument/2006/relationships/image" Target="/ppt/media/image23.png" Id="R254732d914844aa8" /><Relationship Type="http://schemas.openxmlformats.org/officeDocument/2006/relationships/notesSlide" Target="/ppt/notesSlides/notesSlide15.xml" Id="R6e8c03b5b36445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911541-C1A6-4D41-8D94-F901FECC9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613A62-70E1-43EE-9DB1-484CF0EC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D60B1-957A-4C7E-8CD1-FE08EBC3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e54a9ee57343a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04E18-FDDD-40E9-9858-C2FA9310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7842DA-A8DF-49DD-A16F-C42563C45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75cf3ce7694ccf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B43A66-1A3F-4EF5-8D38-9128788F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5D01FC-1E08-4322-934D-464A191B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2C8C11-B1F8-44B5-BD25-3DB519A8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D99690-F8EB-4EC1-941D-25CF3C09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66AD68-3D80-45F8-AF64-36BF44E3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B90C5-F62B-4CA0-AD0E-BC251C9B8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5A3FD7-E396-428B-B96B-26FEF235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25DB47-7625-45B3-A745-EED0D23B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CD92C2-B5FF-49C1-8A2E-C0E64BDEF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3120929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E7E949-1039-40F8-A5FC-C9BD8B003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BAFB8-7AA2-47F7-BB2F-1A86E52F9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CE40FF-BD56-4C79-A9FE-03EA692F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3361A-884F-4A53-A470-927D0413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9B8E27-3C1F-4493-A839-F912F202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3d1814555a450d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20761-EB75-4C75-85A4-0E1CCA96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CB9CD5-1D52-4D92-A29C-6396F194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8A20A8-3472-4E14-88BF-607AB442C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CE335-0310-4F2E-9AA2-703F8683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7567B3-B366-42C2-A5D5-A31F1F36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5862A1-538A-4862-9807-A70DF904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F0BF8E-543B-4BB0-86C3-3DDF0C71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42D221-4CEF-4DAA-800E-CF79BE28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D55F56-FB9E-4B1F-8728-777143ACD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102E3-AF86-423E-8CA7-B5CCDEDD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CC6F01-872A-40C5-B9A8-147EC142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BDFADA-D671-4EEE-9198-E9A5443C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2FC5A0-58E4-42CC-8035-F7E69E020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38960B-3AE7-4DDF-9503-E68552C9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FA79A6-48CA-4ED0-AA4C-1319C0C2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1EAA43-1A28-42C2-BA85-F2832760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494EAB-30B2-4223-BFBE-2F7E0106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62DF1-1704-4336-A5E4-B73A0D5D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15B193-33E3-4B2D-99FA-1752BC59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0353ED-0884-47EF-B75B-77A8345E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E67576-E8EE-4A1F-93DA-EE906B4B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063EAD-FE00-4BBC-8F2A-40643676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7EAD70-C7DC-485A-9DB1-0F9C27958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836504-C2BE-4AE3-BE09-BF98349B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DEEC5C-ED82-4132-98BE-77CADBD5E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EB140D-66D5-40B2-A58C-2FADA032E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F5D67BA-EEC9-4890-A60D-5798533C2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69A8D2-EA61-4878-94AF-C47FCD15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EF82A9-27C4-45E6-847B-2BF82D60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93842A-1BA3-4BAE-8CD4-10DD9D02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3B13A-F352-421F-9CC6-A8A03292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9114C3-4DF6-41FC-8AA3-4B42CA2D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8D7A83-5B8C-44B4-B6A8-17C16233A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1FEA8-6B00-41F8-9A3D-471BC95A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0CBF1F8-8339-42FF-95A4-F0939249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857811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9895A26-011D-4AF8-81B5-580B830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48E62-21B5-4636-9936-0F9E435F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C9C9C2-C443-488C-9872-5362FA3C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268E47-572A-4785-86CD-216F6D73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49869-9A06-4632-B05E-C5410164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9cc08368a8436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8711D4-723E-4B5C-9B06-0C9A6007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2B26A-539C-4677-BE41-D4F589AC9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2D4FE7-3D03-4D7C-AF6E-BBD4BFCF0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C73D4-90D3-48A4-A092-EEE75E85B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90D7D6-9A68-4D76-8136-411FE7AA8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105D29-07F0-4DD3-9B98-EF7DD6C0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313DA-0163-44E8-BD2E-482F923F3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CDA16B-4304-408A-806C-6961A0AB5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F9EF46-2654-443E-91BE-1348CF262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B7636C-11BD-4C3C-A39C-F83739C4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7EDCDA-D60E-4B8C-AFDC-2238FEEAA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DC9F3C-BBC8-40A0-AFC7-589AE33B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91F7DE-3EBE-46FA-BF66-DBE3D093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355FDC-72ED-4BE9-97E1-95A08FF8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DBF9FF-EE34-48A5-B430-D42D3BB4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981AEF-5D58-4B31-8977-DB5BBED4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5845E6-4916-4892-9863-ED7E7BFE2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B7BEBD-92EB-4FB4-8C79-75E8CA9D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40A48A-EC25-4C44-995C-2415CCF6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E11459-349E-4717-9CE0-C45E2940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DD81B3-768A-4946-AACF-879497490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C0C475-4F84-4389-B001-9870EB8E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8315DD-3CC7-45E6-B1EC-B9BAE9F5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B84E51-343D-4CDE-ADB7-33602483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976403-AF8F-4F59-8FFF-D0AF8CD0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330E68-44F9-4716-81D9-D968342C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20F4E0-8F4A-4A0F-8A79-39400A93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A0CDE7-B81E-4F1E-8733-13C80F75D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708DAD-0EB8-4046-8C52-93818A93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F8FBBD-A8F4-40B4-8A52-BD3C32CE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377A1FB-BB6D-4BFC-9000-C371DD94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a9478785c54f60">
            <a:extLst>
              <a:ext uri="{96DAC541-7B7A-43D3-8B79-37D633B846F1}">
                <asvg:svgBlip xmlns:asvg="http://schemas.microsoft.com/office/drawing/2016/SVG/main" r:embed="R7223ba4bd2ac4b7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DC4778-8182-4076-BEEC-E145C1CF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4AB496-E771-4854-8B92-26FB252C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9815C6-6E88-4437-84A9-9385996A7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648D85-2EC8-4A17-8FB0-554629BB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B8DDC-743F-4913-B97C-5E09FDAA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10D78EF-C835-4905-87A4-DFA04535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F80B529-756C-4B1F-93DD-114D9DFA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263C07-2CBF-4D59-AD94-91CC0992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D810B7A-CD6D-40E7-9E9F-CDDF8C51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28E606-32DC-4ABC-9117-1A51D462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BCCA10-38E8-409B-93BD-9D256421C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DD73290-DF1C-4C42-A7EC-75DC9AA77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F62A63-E83D-4504-AC43-4E2A6FE6D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DA0DE15-154E-4449-8639-BFF08B76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A4EBC50-F9F0-4A9A-BCAD-EC41752F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FF5993F-1D46-47F4-91C5-9BB64AC1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D35009C-5096-45B1-93F9-155E415E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515D935-60E6-4392-AFF5-4008C2A3E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7EEB2D3-C1AA-4D18-A296-F918580E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8F33AF-5F2A-4F3B-ADEC-BFF51FF2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62B3F9-91BD-4B4C-B491-E0ECF995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432758F-F26D-4166-AC55-5510B166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04D17E-922C-4135-BAFF-FE9DC56A0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78ACE6F-9574-4298-BD23-5759BAED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F8BD8CC-BA3B-4747-9FCB-E2A600CD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F78645-ED27-4CE8-B81F-A7F2DE40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360079B-2483-49AE-A84E-E59EE8F3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EF1C992-5A29-4751-9BB2-E79672DF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CF0EB91-43C1-4D94-900F-3282E1A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B7CAB77-0057-4F87-95C4-62EEAE4A8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FA867B2-1332-4783-9590-CD8CC507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95622CA-9A07-40D9-BF7D-3EAC310C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61E6402-A73E-48CE-AF91-6E6AA5FE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F6AE4F2-DB44-4656-AFA7-8CAFD01E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2C0C4B2-0A27-4FAB-A344-A248B738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FDF183B-7C45-46B9-A9DF-0B2F11F64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F8C7F67-E931-4F43-B06D-C5D6A72A4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6371869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CDDC8C-65A6-4E84-AC68-18342696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9F72C6-680A-4973-92D1-EA8BFA87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3C2F2D-0B74-4D05-9B5B-56C7EDE7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2D250D-5724-4BDD-AAD9-98BC23B8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97BCAB-CC9D-4BC7-9FA0-4DF2306D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aade35574444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1F14F-774A-41B9-A21A-8B702122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744C4-308F-4A76-BF5A-A68F2E14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E56155-80DA-4F17-9C9E-F02E43F6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C3CB4-F8D4-46CE-812A-13301F30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4ADC2-C989-4A08-9BD9-E97C375D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23dcf350a4b92">
            <a:extLst>
              <a:ext uri="{96DAC541-7B7A-43D3-8B79-37D633B846F1}">
                <asvg:svgBlip xmlns:asvg="http://schemas.microsoft.com/office/drawing/2016/SVG/main" r:embed="R9b360797012c499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8CE9E7-997B-4408-9D4A-56C92021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5CE5A9-6475-406E-8F65-9001963F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A7CE4-F1DD-4A90-B71A-0394554E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1916B3-9A1D-4633-82C7-0D947C42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B01EE4-8B6D-48A9-A129-3E1E2AF99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B3A12F-4C58-4823-8D11-1A0AAAF1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F42906-973B-47F6-931D-118E54F4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36D454-AD3C-4580-95F5-399B333F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F1C5B1-EA5B-4812-B50C-C214311A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C4433B-6198-4C84-B3A0-A31401A2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261C0C-9750-48B4-9ACF-B86AAB38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B67F48-D17A-45F4-B2A7-C8D3478F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E9E30A-81D8-454F-AD7D-F9B2511F9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4325BB-0210-43B5-918F-0FF79B75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578DDF-9FC6-41F8-A212-438ABCAEE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37572E-947D-432F-9C27-1DB4C54C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E8659-EA16-430D-B319-4F1E7699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164234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0CEF26-2719-4F2C-8454-366E16C0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1636C-9C99-49E1-B1D5-02FCAFC57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E54C8-2F4C-440E-87F7-E8EAE669C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88BA7-08F1-45A9-B73A-E2282487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2990B-0B34-4CF7-90DB-4E176AFA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ddce9bc01641f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DC909-7969-4787-9769-E917F9E5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C29603-DFC9-4F45-84CF-4FFB1231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9DC26E-EBD0-4DC2-9281-61D309C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383301-D083-447B-8FBC-7FD93A19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750A5A-B4D9-4059-AAA1-6AB1DDFFD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9f9ddce974e4e">
            <a:extLst>
              <a:ext uri="{96DAC541-7B7A-43D3-8B79-37D633B846F1}">
                <asvg:svgBlip xmlns:asvg="http://schemas.microsoft.com/office/drawing/2016/SVG/main" r:embed="R416560cc44ed48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C4C23-B7D4-4924-AD8B-1872DE49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47FF61-AA64-4A26-BCE2-E0BA31DC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0C6FA-7759-43E3-9A53-11DE9FE0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D0994C-7DCC-4902-B710-A84A95EA4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FF3457-97BF-4CD1-8F40-C334722D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EA5423-6B32-47D1-942B-091B926E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D96F2-2159-42B1-AD00-2A8DC349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1F42CF-9B16-430D-96F3-2835F804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C2E89E-DC8E-48AC-9BC0-2BCB48AC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A620AF-9FF0-4FF4-82FF-DA9294E5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53C6B0-F131-4F54-9CBD-AA55C155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725405-A656-45E3-B53F-0840B3C2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80E01B-AA49-411F-B39F-59C53717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1E3529-286F-4A6B-A025-F8A249F0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F11016-3E67-49A6-8128-4755BFCCC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CBD53C-871C-41E0-9A06-16EBB1A6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A356CA-9B94-4F1A-9D24-0FE9553A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52E2EA-6FD7-4AEA-8A40-A491F6AC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229A4A-2BD8-48AC-B74B-7A81AC66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F9B8F-5492-49DF-AB22-EBAFEB968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551654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C29CA3-9473-40E4-B0C2-E65381B76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8CF4B-9F63-452E-906C-A5E6E511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F41A30-E80A-4599-93D0-58750EB0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2D821-F7C3-4355-A93E-17310F880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6EB817-C8A4-44EE-B0C2-A5C29B6C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c509b3b8f6456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B7FC0-EF1B-47C0-BFE0-529306E5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FE0F3-ADDC-4BC5-B4EB-223D28EF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4E6205-4299-4D4E-881E-CD646AE0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2DC241-59C2-4249-90CB-426FDD38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53E734-E3FF-4201-A5DC-4F26AD2C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910783bf14414">
            <a:extLst>
              <a:ext uri="{96DAC541-7B7A-43D3-8B79-37D633B846F1}">
                <asvg:svgBlip xmlns:asvg="http://schemas.microsoft.com/office/drawing/2016/SVG/main" r:embed="R49f1b97d06ab4c6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E3BBB-9EA5-405A-B555-7DCEE0BF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5F7997-F9CD-496B-9889-BD01F662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67AF1D-F929-47D8-AD7F-1885F73A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AF40-9144-447C-A0CE-80255FE29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EB6BAF-2D7A-47DD-84E7-BE358F5E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311B37-84D0-4217-8BCE-17A2260C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D55A4E-40FC-475B-BA26-C3D0608D7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5E3031-F946-4EDE-88A5-6493780D7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6CF9A2-6117-484D-AFE3-1EB13753E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5B0E6C-C98C-4D3B-B123-93AFFCA0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EFFEF2-39AB-46B1-9E01-806BD740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0675C1-3EB0-41E1-B074-5F469793B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8D7C20-0E4E-4592-9E25-F751664B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5FEBC3-9259-44BC-9D93-B79DB40F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179002024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9FD89A-0E5E-4432-A713-B32121CF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445F1-5AB2-40D8-8FBE-CB8B2475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F96FE-B846-47B9-B524-8E4B1DF4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C927FE-801A-48BA-B4E8-52BA9D0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842BC-9AC3-4673-8314-A45E6F62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5f6a53fd245f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B42DEE-9553-4E21-86F7-2EE73FD3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2401FA-B006-4FAC-B3B0-46660F338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85070-A313-4D23-9682-4B6E73BB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7D4345-58A7-4D52-BCC4-4FA7AD637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F0D58B-9BC2-4A51-B37B-A6D40E78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0fa9094e2b4d87">
            <a:extLst>
              <a:ext uri="{96DAC541-7B7A-43D3-8B79-37D633B846F1}">
                <asvg:svgBlip xmlns:asvg="http://schemas.microsoft.com/office/drawing/2016/SVG/main" r:embed="R192c511e162a415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E6FCF-7B51-41C7-8B05-2201A3C2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D7019B-B679-4264-BDED-329B57AE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D0B51-B49D-4AEF-A904-2D1ED572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9F2D8C-21CF-4384-9DC2-AB7ECE15C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6E95B4-224F-4D67-A39E-99EE2EF3A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AC80B3-0748-4AD0-A416-C9435054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E50C0D-70E8-4021-85CB-F02E9EBE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42725F-81ED-462C-B8E6-9821DCE0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F48E7-1372-4D0F-AFDB-ED1D0431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903A44-35B0-49D9-827B-B27674B5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9DF611-3528-4CD7-8CB3-72B25896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1E7A8C-3313-41FF-9E63-BB4A3FE9B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45E47F-E147-48A0-8063-BA9578243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5641FE-14BC-436B-9689-D9FE30E6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0222407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587E5C-61E4-44D4-AC47-824ECFAB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ACD68F-2EFF-4D0C-A96F-C5A37F2D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E28D9-943A-4B84-B62E-B1966AC0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ABBA7-D9CD-4684-AA94-43045A83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AAAA7-BC10-42B8-A9A2-62977090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aa5d310bd34ec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7B1AD-C69B-4431-BE0B-417FA1BC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1AD320-B859-454B-A0C7-1A7816A5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0A1039-5458-477C-9AC7-E6E71FB3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4A926F-2183-45D4-A45B-0DEC5C12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015D8-5D6A-42DE-BE94-74D8CFFD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7c0b77fc24362">
            <a:extLst>
              <a:ext uri="{96DAC541-7B7A-43D3-8B79-37D633B846F1}">
                <asvg:svgBlip xmlns:asvg="http://schemas.microsoft.com/office/drawing/2016/SVG/main" r:embed="R1045448132354ed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FB146-AFB4-46AF-B4A8-013AA561B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32F909-8A8C-40BF-933D-6F250745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4F7FC1-B54B-40C1-A74B-5560B761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4A851-A194-41FF-AC25-B4D5E020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0086ED-75C5-4DB7-97C9-C464BDFB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DBA182-723F-4584-84AE-974A8547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8B976-A0BE-4E91-A0D4-563569DF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1AAA44-F3BE-445F-AB3B-F90B83AA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3462EE-E1FF-4582-AA6D-85629092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F8D71A-2D88-456C-AB7D-E508D94D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C9C02B-7C46-4C38-BE48-D233D1E6B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E57ACF-CE1A-4EB3-B226-029C332C2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C6F886-B734-4937-A621-0555C2C16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7248E9-1FDA-4B20-9C52-18A46229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E76754-2376-43AE-868C-528CCD36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6A5D52-2440-41C1-A26F-35A69B4B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AD16E2-2E87-49B0-8BC6-21DAD409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E286EC-F225-4511-8282-24DA08ED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3F3B54-964A-48C0-9AAA-BFB60EC56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0D6A00-3AAC-4497-A9DF-35F409B6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AFDFF-9B85-4AD1-96A6-B02E4F3B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B5FF01-71E1-4018-A726-7227312A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4385701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3BC582F-6051-476A-8A4C-673386D7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DD9268-9A54-4A25-9915-FF9A45F7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C3F21B-6528-4048-9A00-AD72C829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D1849D-DC10-47CD-8444-09DB7C0C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23090E-5718-43A7-B8F6-A137A80A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696f26c4b43f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F7CCDD-6B3B-40AB-A06E-86C85CF8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45300-D021-4A06-8210-2551EB6F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3431C0-A375-4BD4-8F03-C0B560C7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13504-6301-4F01-BF2D-78D39AD0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3A757-54DA-4DDA-8771-5DA90CFF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BD8323-87D3-4104-9C7E-E3F08214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E61264-C915-4F77-9A1A-7E8A0682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460CF7-71C1-4409-A41A-AEA5CC130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DC37DC-C72B-4A59-880E-BF24E1A5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78675-611B-4A5F-A8B3-7B680D2A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28D9F-4678-4175-9EB9-B6CE13C6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62C30-0A3B-4C71-9C65-3CFC95680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EE14D-B9B6-4920-A819-DFF1EAE3E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96D51-D12F-4603-96E5-BBBA6660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C9802-8AD5-4B58-9FBE-85993646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11BF07-C27E-4E01-A753-03D4EBE4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AE7D3-C456-4D45-A1A3-586B81507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71282C-5458-4540-AED8-2E41528F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1B07D-C552-4406-AC0A-79D7F831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CD7101-BBC1-49EF-8A25-5C277D0C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315DB8-58F3-4D00-BEC6-5F09BA54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132F36-8A78-41A4-9CFE-5DB4C990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9837D8-F383-4070-9EDA-43BB0DF06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3308A0-C96D-452F-845B-35C70311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0438A9-4B63-4179-B602-2E6A2BC5C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E1B46F-980F-406D-9FD9-496DD57B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600351-1563-4A10-BE66-E1D9C0BF4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A08742-44FD-48DD-800F-64770666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503C84B-1435-4FCD-A51A-7F627FC2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5BB370-FBDD-44FD-931C-9E292C78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5F419E2-6D5A-4F94-BF5F-93703C61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DF4946-36D9-422C-8237-D5382A9FA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41FC457-0298-4D50-8555-090FE512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EBB99F5-62B3-42C8-8258-AC62ECED9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54D60CF-AA0D-45D1-BE1A-AD0C5DD2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637C39-4003-43C4-9141-214AE88AB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D6A47C-0D4A-441F-80BE-0D0A01C4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56F767F-BA0A-4527-A48D-2D5177CB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8CE30F1-83F7-4927-9A3E-37DFEC4A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08B638-6EF4-413D-AEB5-A79CF7A7D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27B6F66-4977-4105-8CDA-9ED29B7C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8564F0-256A-4F19-881B-C3B9E806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31B697-F25B-4ADA-9261-2E84969F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1AF0267-1905-4F6A-BC54-F15DFB0F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2F39D59-8F62-4E4E-9A5B-318A98CD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20E22C-DC4F-4B1F-A8BA-346C510F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9100D53-AAEC-42E9-9BB8-A4893ECD5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B2DDD6-7B4D-4A18-8AE8-C20B0D3C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75AEF58-F6EF-440C-87F9-7D51B899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908E73D-81AC-4EAC-BE95-9BD6F2BD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D4FE13E-AC50-40D7-949E-7BA4E646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49A4AB-541E-4AE7-96DD-B1052AB6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4EEA809-E505-4315-8847-B7A875D5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6A65BB-8403-4C53-B660-9B9EDE81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6DC8341-CB61-4A23-ACB5-2C4A3894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1BF6BBB-26DA-4EFF-99EE-4D1ED39BE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1ABB987-531E-4101-B80E-46F83A1D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874D14B-76DC-4D2E-8557-3258E884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D94F3F-622F-4F73-9078-665FDDA1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4157AF9-23B7-42A2-B940-B0AF9065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7D05857-834C-41B3-8B43-F6D4A3D8A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A98F5F8-FCDA-4EAF-98FC-93FFD8DBB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C962283-57E6-412C-BB83-8CA29E21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24661F5-64A8-451C-8A83-002AC454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A5D07D2-8731-4A57-B8C9-CCCF5825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E149CF8-F5B5-4932-8964-490B9B6F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006B3EE-5C8D-454A-B91C-30215E21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E101FE5-5444-44B8-ABE3-BAB4D7AC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D566D96-B1A0-4596-9632-331C42F3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E9201C9-4A79-4977-BFFA-150FA1C9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514F592-C1B3-4515-ACCF-C7CF41F43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597A489-58C5-4974-942C-829788A6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FAFF212-8FCC-4CC5-98DE-8EB25475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884959E0-6D99-4ABF-B6F8-281A02B9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BE8FF08-1CDC-46D3-A4B0-E0C44C19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C5BF974-0642-45BF-B46F-434B683F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17B9E67-94A8-4D82-BBBB-9347F1EA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D1C7A05-F765-43AD-A52B-33A2452E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4FAA8AF-A635-48DD-9424-B00F047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C27FD24-419C-453B-8210-A2476955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F14C5DE-2637-480B-818A-BA3A10238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1C0D8FF-4DD7-446C-ACD8-1C36A8AC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B65DC4E-5870-49AB-A67F-7403BD54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B0248A4-06B9-4171-906E-D416452A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6448105A-41BA-40C1-8F98-4F55359F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DEA6784-CBA1-4452-927B-E9445D9D7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EC20F51-74BF-4B07-8206-8D20FF1D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591DDB7-D906-4653-A3ED-A9CF276A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E240CA-2A28-4663-8EA7-8C58CF5A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A774678-B020-4666-B009-95C43D39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729DA71-160B-47F7-868F-360667D4C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686343A-63C9-467B-9B07-8394148A9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6EE6DBAF-0631-4054-A795-1D968C69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22BA2F9F-76AE-41A5-9248-B8C5FBF77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2B6E69B-B237-4C79-B248-721D9A5E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457232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B02F858-950C-440E-A1F7-3D1EB1BC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93B34D-D37E-44CE-89F7-879E7CE7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E2FB8B-50C3-48B9-8901-FA025CB95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3B5A3-E00D-45D4-A26B-6924655D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14004A-E270-4AFB-924C-1900797B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e497c159d456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E7848-3901-499E-B530-7EFA268CC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04C9C-E5E3-4723-9E28-BE6E0C6D9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182CC0-183F-4D0A-9B6F-76BD1678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16C5F0-E6CA-42F6-801C-6EE8824C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B3C176-A5E0-47D4-B08C-CB43EABA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80FC6-4336-4E57-BAC7-A8B828D8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80F15D-C835-4853-8BBE-9AF83E665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97E77E-F255-4AD7-B256-1B85A5DC7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6BD43-ABF3-468E-BCC5-C16060AD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2BA9D-9B85-4991-8D90-8E8068C0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1C764-7231-459C-90B8-AECDC66C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3051EB-3739-494C-AE3D-929BA74B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DE4006-40AE-4116-BD5C-A8BD97B0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B98A1B-DFB4-41A5-9190-F77DFAD60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63A31B-1BA4-461C-8D4A-F8A400B5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8585F6-31EE-4E81-AA9B-C9AEA5AD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DD04532-9703-4EF6-B466-6030F1D9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4CEC2-18C8-4FFD-A121-755D12A57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77B3B3-26E7-4B9C-891E-D85CB158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E2B169-A2C8-4D16-B009-8E40D2CAF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571C7E-7293-4051-A7BF-201B9987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281AB4-0B2E-4D6E-BACB-776092986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3717CE-E2B8-44DC-BE7D-959A9F3D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ECCD6F-238F-4857-90D2-47CE461A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2F3327-8E3B-4943-9513-B32C75F5F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354990-2FDB-41DA-BFFD-2A7FD0BD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693D39-007A-46A3-88CD-C0E962DB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BF9B0D-B554-49DB-85C6-189672AE0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75F725-0FD8-456E-823F-5FAF87545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B7BDDC7-F6EA-4EEA-8F3E-0AF6E876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D228E4-F451-422E-97B4-9F2FB9B6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706BCE-61E2-4A97-9D9C-F6E32991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399035-C10C-4CF9-9C54-8BA1CBDF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E8C7AE-8ECE-4BA7-B9E4-C3906F75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05A627C-89EF-4CCA-B9DD-9D0F0C65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3D73DC-8F33-4D97-911D-0A8DBEBE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FAB3154-7EBE-4F8B-8720-83F79F20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7DF9DEE-D4E1-443E-9EAE-D984A13EF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5E2DEBA-1C33-4E50-AF54-1014DF35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8BF399-1CA0-4A9A-A432-7EBD927C7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C2EE67-CB33-4442-9078-00E4CB75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BDD975-BEF7-499C-9E76-9CE11947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32BB605-52D5-46D3-960D-49387494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929F51-F788-47D4-83AB-728C9F768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2CC7B1E-7DBA-4D70-A276-29D1F340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F8144C-641D-40DE-8F08-B51CEF4D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360735-3178-4313-A60D-B8FA0CCE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EABC88-0174-4B3B-B815-411E7BCD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4624F5-1277-407D-B8B6-ECB4283F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14E6CBA-59E3-4FE1-A21E-C467638A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B2F5D23-F025-4E56-A4F5-2A9C3036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D50134B-C684-43A5-B743-43B65904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667BEA5-C407-492F-98C1-AEE3897DB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4EE10B2-3B38-40DA-BBCF-8CCD3875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7DF618-715D-4FA1-A77F-26DD539E1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5C7B24B-1377-4698-AA86-0FF479E3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335D770-322C-48B8-8394-55F9E4A7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8291FCF-E390-4611-9EE7-5748708C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CE123D0-C1A5-495D-BA2D-CF50B3B8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811727E-6248-42E0-B2ED-74095718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1D1A59D-B1EA-4008-B1EA-E86A2D1C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5747664-978A-49E3-8976-AC931A48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BE27F6C-A5C1-4A73-BAAA-9E0F92E9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B1229F-FC39-4C28-A03E-3989B91C7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29622F1-FFF6-4BBE-A88B-5C0A03F9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E996E4B-1C95-4E9E-A52D-A1E43720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4D1A2D5E-7A49-4690-A00E-6A11F8DC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0D5615-6AEC-4F18-B698-96ED6F3F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CAB54A4-701C-4E7F-A45A-BC376CAB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BBC4E2A-2D29-4E34-8971-0868B195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071C354-5E3E-4C04-AE7C-37F00042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9A40FF4-B1A9-40BD-93EC-1152F27D0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E7CDDF5-A60A-43F2-BD47-639E9AE7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40F95860-119E-48C8-A75C-197780E9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F558284-9731-47D5-A0DA-7BDE4F01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26E5F74-5B47-4171-B7D0-2EDC0A2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9A6B2F4-4BF7-471E-BB5C-72D5FD27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C75653F-3668-4D00-AA97-A0E452F8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2FE079E-4083-4D1A-98BC-3978C2181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73388CA-5DAF-4101-B139-2D3E2933F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3C5D4500-3AD0-466C-A8F1-90E55285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10589C5-33BA-459B-B5C2-568E0E64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63173D1-F800-476E-B6C2-150638AF5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190DD39-AD70-48C6-9BFD-7EA5A71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2384562-BA92-4CDD-9F1C-4F92E6F0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F29125A-8BAC-4C4B-9349-837AF361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95E4C80-8FAC-45A9-86CF-CE77B541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74C5A0D-8FA0-46C7-B8C2-AE75B057E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7C53DFB-359C-4A00-B83C-211965EBA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D421D74-DF56-4CE8-A92C-F0B86DE8C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E94FA0B0-ACC1-4A07-BBA1-0C0C7BE6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BCCA401-1B53-4D20-A82A-AA8E7FC3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5670C91-7637-4401-8F1B-9693D15A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1136C78-C23C-4455-9B1B-C474803D4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B8B8B8F-966B-42A6-A021-74520EB2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8846E20-B46F-4303-B3DA-7FBF5183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15009815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29D06EB-7EC3-4E2A-A71B-64F1E5314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1021F8-168A-44DD-95E1-11CEEB2C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9A9F9-D2DE-4DA6-B141-40C43C66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BCF0F1-8B00-4DF7-BBC1-7C3D2797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1C5253-B077-47B3-B7BD-C223FA42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87249e8d50445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C51CF8-2E98-4F27-A540-745F0AAD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06BA75-B183-4703-A798-4CDCEE0E4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A53F2-61C9-4A85-B8C0-436FFD4F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D05A0-6F18-48F4-82FA-E391B172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31769-699B-450E-902F-C2784CAE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89797D-46EA-43EC-A16B-E58F638E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47C24-D7A3-4AE9-9BD7-099D056B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1A230-A6BC-4051-8F0C-27B41A11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769BB7-48AD-44BD-A3E6-A531866E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18FEB8-F187-4B14-851B-741D30B2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B5E495-3367-46CC-AA00-7836C3A9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8857CE-E085-40B0-8AA6-46E4F6A4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404D4-C29F-4734-BFCB-A9B30E5D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6E215A-43A4-49A0-8401-5FADD441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EF76E-9851-40F6-9EDB-7D31A34C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002407-E6CF-40A1-A129-C08E984D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0512DA-0741-41A3-BC06-BB6E4F48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496CD0-79A4-41F8-AC64-7A9C4AC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AB61EF-3A52-4693-83BC-08C64570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6A4491-8772-4598-A309-1BE56E87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CD81C8-CD57-4E32-A547-BA4485BB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D140F4-5194-4CFA-A72F-993CB79B7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4301A4-7E68-4E68-BCA5-DA87B497B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D70153-8EA7-4509-B136-2B7B78D74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652EB5-5472-46CF-9781-0337976D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32F354-EF4F-4C66-944A-0B189A73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37129-2218-426E-B6C1-25733211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68F260-72D8-46BF-B075-5947047B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520EBF-83F5-4EF0-8942-9C19E028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07F801-738C-42FB-A8C8-95CA8BE71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B74CD9-B62E-4088-BD1B-758A440EE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95056C-DB3D-4156-8209-27D8EDAD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2A5AE1-0179-46C8-8A25-2F5CC3BE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ECD6DB-7309-49A3-BEA9-A39A4DF39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10C961-D687-4885-99BB-CB5B78B4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FDEF9D-DE36-4D75-94FD-47C6335F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AA6D49-238C-4BC8-9023-4DCEA2A4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E17BA3-B314-469D-8A9B-B22FC896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6DDD2CE-3677-43D2-BD02-5DF92E59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CEE355A-D187-4378-9D49-82B156370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F6F0454-2381-4A91-BBFC-BF217343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DA4055-7D6A-4F5C-9418-E2F13F2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0312B80-C9FA-46C3-91DB-F25C4F205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191F8F6-BAEF-4842-B36D-EE35C7FD4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19503F-11DB-4074-B2EA-1726ADF5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8248FD-8527-4705-8157-7D7D1184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E667CC-6858-403D-86EF-A8861ECF2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277321C-B71C-463B-8DBB-F8F983CD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0D1E1B-26E6-443C-A8A4-25C4C866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07EA1E-6141-4D8D-A521-FE9F3D94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789602-7ADD-4472-9461-2B05FB5C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C015BD-8A63-47AB-A6F2-CF28F66D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85C9779-D74F-40E3-940C-A5D66C8B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DDC6BBA-4046-4349-BE08-7A1622EC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41E9C43-F54A-4E38-AF6F-B60686594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66942F1-2100-4065-827E-DFA7A17F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0CE2A19-632C-4CAB-9AD5-17F4A477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368EE7A-3851-4200-AE49-5FF923F11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8F8BBE7-80F1-47D4-A4BE-8311263B6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5D46F4F-9C3A-4E0C-885D-132524797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5BBE246-217D-496D-88F6-27DABE0A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ACF545A-752E-4081-9CD6-53DBCACE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571847-EA8A-4F8C-AA3B-89A34BF8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E70281C-45AF-4E6A-AD7A-24205FBD2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76DD76E0-6697-4C43-BF95-34AA2B84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A328E32-64C5-4AF1-843D-726EAC6F1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7CBAA6C-35F6-4C3A-8E97-6F5EF33A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69B703C-0C3B-4EEB-ADDA-044EEF7F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724AE2-6E19-49D9-860F-42C5440F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8EBD7D6-BA22-4A69-B3C6-71DE7D11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76EDCFE-897E-4A00-890A-543F327D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7EA4790-EF7F-47A2-9578-D8B1977C1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745C33-E6B7-476F-9BCB-57CFDD26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9CE4E7B-4F3A-40AA-8186-FED9B6D3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D2C25EC-F783-4740-B7F5-DBF4C77A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F553B4F-B35B-4772-B164-F06BF39F4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6B2D336-88AD-485C-B684-ABE65F871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6CF1CE4-74DE-4E88-B668-7C152BF34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B1D9B8E-695E-41B1-83CD-97530C3F1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B601599-3A81-4CC5-A72E-316526F08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AF15D69-354D-4243-9F1D-382C3E116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5B2AB28-5360-4375-9BE3-419EB0CE1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38F5AF9E-3AFC-49DF-89C4-3FE5ABD6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1B10FDF-27A2-4DB4-B9D8-03E4DC4F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03D2CB6-BB3B-4B73-BBEA-E60ACB35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08AA48C-1B90-412D-B8EB-0B68BD20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E581DCC-D543-406D-8261-3218E4AEB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EE0DCA5-8727-4FA7-B81D-D61D4EB4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9B026A7-AD58-45D7-8B66-A88C4B503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CF7DB54-3970-4E48-BE13-821A9894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08C2983-2A60-4659-9048-98106EDA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1121472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27A558C4-164B-4BC0-B7D3-8E50D94D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735D12-B3F2-4CEC-8F75-8404AE2C9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951C16-3895-4A98-B154-071E7DC3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B23CD-38EF-4FB7-B800-35AC59E3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1FC919-71AA-4FBA-A4A1-CC33990B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1214fc82c410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7055F-7D20-496F-B43A-642BA0A9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71CFA-CCE1-49FA-984F-C926083F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3BC72-28BA-427C-BE18-587832E7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F4256-6655-47C1-8F10-0B3855CB9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57394-7EB7-49B7-AE2F-34E3EDD5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38F571-E9B0-40AE-BEDA-3E1FD4FA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CE93DF-823F-4673-9A4B-C5D63947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DCA459-F2A6-4DEC-8FFB-4A6A0D9B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ECB25F-74F8-4576-A8D8-2626D86B6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B8B517-1658-482C-B5FA-19DC1063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482703-E4F0-4793-9441-A91F3C4EE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83E1EC-DA0B-43B0-AD1D-CDC1F26A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6F910-91F9-44AB-B89A-1A337331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1174B4-B1A2-4F70-A0F2-10862EE16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F85DE7-E4A6-4DEA-B808-B580F95C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C6E9F0-4807-424F-8EEE-E84DB4FF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EF89D8-0F02-4A55-AECD-B246C842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B365F3-18A0-40AA-B754-C8E45332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63707B-5E39-4706-82D1-4BDD8348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693F16-BE69-4A1B-BEC0-5761DE86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D0A4ED-CA95-456F-8478-6328B722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63A665-A806-4EC9-9792-33364BB59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8D84BC-D0A4-423E-8BDA-CDB3F38E1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2B3232-0021-42DF-8F3F-929CF8F58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868E6CC-87D8-457C-96BC-F6FD3B94B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CE377BF-E6F0-4282-B9B6-2D503FBF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B93E2B-FA72-4BC5-A03C-5F2367B90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86DC66-C727-4BEE-A865-229E6E24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7B248B-4975-486A-85C0-07689FA0A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783139-B0A8-47BA-8910-A2B18BDBE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2FA529-18FE-4CCA-B012-E752868A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83C92F-129C-40E8-8739-6CCF689C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EE9ADAC-C916-4706-A353-9562AAA9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1265909-BA50-4990-B437-D359433B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155163-A93C-4652-BBDC-E4BD63C77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F18E79-2DDB-4044-ACF9-B441230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891356-182A-432B-AD49-D8A55509D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036362-11CE-4EB6-9544-72B5C0D8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97EB5B-C492-4C5C-B5A3-5CE61B2F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1B6C94-B04A-432C-BA89-1141DABB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C6840DD-B4D5-473C-9A73-811F23BBA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B0C8D65-3624-4A41-B8A0-3C8F77E6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63B7D6-44DF-4EA8-B122-6BA0422C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FBAA45D-00B3-456D-AC58-DD9293F9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29011C-418C-477D-8DFB-A61F0CC9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6A0D841-4BA3-48FD-AFD1-8CBC88337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5697809-94AC-48E9-B782-FE029F23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8F4239-12C6-4435-8F49-6766862E0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9D3903C-93EB-423E-A495-D53F1BD61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0359623-A477-4E78-84FC-7CACED65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300BF60-6F75-4DE1-B491-2D146C7D8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0B544F2-1A6E-4B54-81BC-AC2DB1EA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36EB233-83BA-4CE7-B6DB-4BDDB544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4BC53EB-45CA-4BFB-9D5F-823C5CAE9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B1A8A32-3A69-4B4D-A6FC-471F58FDE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F6BC5C1-19B3-40E6-9376-FB1B458C3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E2699B6-4EB9-4C95-BF75-D50122B5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1651721-C3F5-492A-B293-BD78724B6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400ADE-EA88-4E91-A781-0B961B04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828BB83-31E8-4A3F-ADDC-B6703463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93A8BFE-3A0E-4C45-B280-B47CCB1BB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6AB5E93-77BA-4D00-B1B3-D26F8986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6949439-2B76-4CFC-B03D-2594A5701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3A3A2A3-DF7F-407C-A8BC-B56A816D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1A2F757-9A47-46D4-82CB-DC714A38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F5D97C-6763-4876-8B45-A54F3993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3D748A5-9499-41B9-803F-FE496A8C7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C9D5C24-2154-4527-9828-2B4E833E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D7C479D-7C2D-4EDC-AB0A-C0306E58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ABD46FF-9665-4627-8B14-BA9A37AB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DD63E92-1BDE-4E6C-A8F6-C513DE37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B39004-7AC9-4776-80A5-DDA8D144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6E57DDB-3FCA-4AB2-B767-341DF1FD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2017213-899F-4A81-A022-5CA34E81B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191CA59-3848-4DF7-941C-D058967DC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C6C56E9-7105-4308-A32B-93B7CAEB6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B0818FD-06CB-4DB9-9DD0-344788F2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F4D9EEE-8B53-46F2-8CCF-FE547D8A0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2438A081-2563-49A2-8198-5F7EC82C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8D64725F-4030-425D-9827-A870339B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066CB49-6F86-45B2-9313-835F6DDC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86A0067-5CCA-4255-81F1-5E7D40BD4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B9C9FB8-2EF5-44B0-A0EB-D49A5566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633B51F-67F9-4C81-B6C6-6D4FBA48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C55DF42-81FC-4A8B-8B92-81184865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22A766F-FB7E-4101-BA8D-81B82BEF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C9AC994-845A-4C24-A441-4DCE3187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0BFCC1B1-6443-4294-8140-C86FBF933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F227E602-F088-45FE-B55D-C9B60D4D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DA27893-1C94-464D-9C4C-348876CC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758EB2E-F6C6-495F-820D-55970D2D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548D239-0B15-44BB-80DA-D1740E47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C984218-DBAB-4EB8-9267-FB4CB0AB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E10C8D8-A653-4E7F-A22F-80377901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73E650C-D3F1-427A-82DD-A6E9474E7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11592977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43DF541-66A0-4A81-A5CE-A6A29AB4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458052-4A50-4B40-ACDA-E570AF8F7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5B2AB-1266-4695-BBC1-CCC6A1E4A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948615-7287-44B3-8F50-7A0EE85F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EA18C7-01C2-4853-8FFC-D01E364E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841db794e4f7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6DECC5-2028-481C-BF9C-9B88DBAF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8C2E0-9A4C-481E-B3A4-AF32031D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78276-F4EE-4182-8AF1-C9861EB9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DE59F9-ACCA-4FCA-AD08-9D5A9837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8CC8DE-6AE0-4845-AA7B-E97EC858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07953F-74FA-4218-A6E2-CCDDFB2E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931AC3-C491-4E76-B2E5-79195D6E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BBEE64-9FFA-432C-80D7-B952EF13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24C974-5B29-453E-952B-65E511A2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E8993A-45FA-466C-A305-0B61B092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764B82-B465-4A5D-B55B-6443303F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14C22D-7C4B-4DD9-9B37-D0653A14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4F9FB9-B14D-4039-B495-51E006E5C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92D3F2-89CE-42C5-9FB4-4250E27F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D7B977-C83B-4C0B-BAE1-F118B6E9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4EDDB6-54A3-4F46-BC9C-2362BE653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C327EE-EDFC-46B4-B2A9-1CC434EE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0957D3-E0FD-40C7-974D-B4E895E1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CF533F-FAC9-462E-AE32-1C7D464D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9BF86F-758D-43DC-9311-814DD001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D57C09-5AE5-453F-A742-5846DDF65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AE2CE1-5478-4CD3-AF45-E81D8588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527F73-BB59-400E-BC93-866624ABB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D0F7FC-1AA6-4FDE-8AE3-EB91AC77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5FBB6D-06E1-4974-9A6D-754F3D1DF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7F1124-552F-41B4-B5A6-A7A4410E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7A4A5A-0227-43E1-BE9E-AC1EA082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F48BD5-D744-4028-8EC4-0394A7A1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01965D-F746-41C9-90BB-AC2C675E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E9FA6F-2910-41EC-84BE-6C346AFD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C6E5B1-D49F-4F19-8B4C-554EBC0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55D28D-47E2-4975-ADF8-72141B69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3F40A3B-3E15-493C-A512-DC931CE1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E8C950-6204-44B4-A4C9-FB83E4A3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2EF5DF3-9E9A-4B0A-B4A3-34C5478D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C455-A802-4C96-B589-A0E1430D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BBC47C-0358-4F47-95F3-09AB2764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9C5FEE-D63B-4CA0-B497-985C2334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3F5A1AB-50D4-4315-B4B8-33E596AC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1EE2B0-07BC-487E-B0B4-917E2D08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8F65751-B474-4C4A-9009-B051C4C6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423082-AB00-4C3A-85E0-DAADE92EE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856F41-F7F3-4A1C-9C92-D1C809720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E8990CC-EEE3-4021-B159-8348C3DF0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F3F1E90-02B0-4DCE-AA05-1DE2EA48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6E2CA1-50BD-429B-8977-266C0086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A90956E-6F95-47E5-ADAB-D8F739A1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BC050C1-906E-456E-9C07-DC146E05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F68A88-15E8-4970-92B8-4F3A1014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941BE9B-2D86-4A95-9C07-87C83DFF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F53C23B-1D32-474F-916B-B743AE18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60E1913-59D5-4AA0-8CB6-65F8EE1D2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283EB65-7DBA-4DD4-9519-0FF16FCCE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5BA564-A86E-4D3A-B571-5B976B5F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93A125-7EEE-4E9F-B57D-E6634E3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AB8495F-8AE5-4CB3-9B41-32811531D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C9EA29F-3B2D-4C71-BA53-F2EDF221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54B8814-D31C-4731-91AA-37EFDA35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89C9F5B-D3C4-493F-852A-98F3C61E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3062C63-C374-437C-B3BB-FFCB6A0DE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DA99E81-1693-42EF-8615-5BEABEE0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D21EA23D-990D-46DE-ADAB-7FF23C51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1725EC0-0D4A-436C-BCA5-09B9A505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2247E7-30ED-4087-A6AA-3241CE8D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C6CA293-3F73-4C04-9D15-2F50B7C8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3B00FC0-C3A0-46CE-88C8-687C6AB49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20972F7-4FCA-4484-B1D3-7F250EC8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73DACCB-7B9B-484C-8732-8452B6D0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5615487-B100-4D3B-BBCD-115930CB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6D9C364-D63D-4E5B-ADD4-F3D2B6C6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34BF0A2-169C-469A-B9C3-9DA19E28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C1E5EBB-41D0-4039-88A7-E067C4A15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9DE4DEB-997E-4F6E-A851-F030984C8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7E05E46-B4BB-49ED-B488-614AFCF89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D53B133-CDE0-4314-A718-468579FD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3D79ABF-31A2-4028-8BDD-659FF824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36860E9E-D55A-4778-8D11-AED348D5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813F55A-D2A7-4BC9-BA9D-86EF7E02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AF3EFC3-D57F-49A2-9F50-D49F1251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646197C-1553-4010-8786-7F2058286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EE8417E-CE25-4D95-8EE7-B9D1F28D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0851885-0C16-4DCD-93F2-ACF22570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9C64BF5-EC33-4B01-9F39-29EC82D4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3570D8D-94E6-487E-9D51-71D02AE07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8F5AEE8-3774-40D5-973E-DFFDEACF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8E12772-83CA-460F-BF84-95A713272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32E66E7-9199-4746-BF67-9757D8EB3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6293732-DA19-4B55-B5BC-570A1063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6B62D2E-64BD-468A-8842-71C8D980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20342461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A0A02738-9300-4044-A55A-BBB469B8C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E4BC60-A4BF-4551-8B74-7DC57F12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09DE9-3147-465D-94F9-4E716C3A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E61E0-3E33-47C7-B173-EA8C2C29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036183-D716-464E-831F-FD024897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4810a105494574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B55179-87E5-4289-9069-02AC7EA0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41F96-1944-4E17-BD3F-74736A99D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8D13DA-6236-4693-8564-973D8862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FCB4F0-1FE6-4F26-992F-81F66E0D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5F4B91-FC92-41F7-867F-902F06C9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E23437-9F6A-4192-AC15-DC702E29B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CDE20-CDE7-4628-9497-02482DDE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D098A0-A3E2-45CF-BD69-5F205E06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6A8927-8FE4-41F1-AD68-ADDF958F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D6A214-CE82-4764-A0EF-3FE36310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FABA1-7BC4-437C-BACF-804828046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613D9-7A55-47DD-B4A4-49AB624D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ADC888-1099-4F24-9700-612DE03A0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33BB16-5CA2-40C8-9F85-59998D25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DD631-A059-427F-B339-5C834EBE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BDDFB0-FB32-41B4-9ABB-F1F1B80F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6671E3-40EB-4751-8411-1A94B5EB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6A08C4-F1C6-46EF-A110-4CED645B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FB8F9F-1AD0-407C-BBD5-67F28A1BB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20A700-36D8-4705-A89B-5A80B3DA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A0A4A7-E806-4450-A4B5-CFB48850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CA87B1-4140-4E36-B44F-181D8844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78384A-25AD-42B6-B4FF-7AD8C6DF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C50E92-5CDA-4C18-BA96-9060AD12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5683BB-EECB-4A59-BB5A-C82EAE98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328AD3C-F896-4958-A352-9681B94F3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66EA77-5EDC-4FE3-9CEE-C410FE9F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9DCC3D-F816-4795-A5FB-7201E7D2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9C0E60-5362-4041-A199-798B5E48B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C175EF-D7D6-4F2F-AED4-5CF297E8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3B52F3-3C94-4C49-91CB-5614A1CA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6D3CEF-E772-4A0C-B60E-C5F64A53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2469843-FBFB-4E4F-B76D-23F1F365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A67A0E-7C9B-42FE-8557-8FA72E23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CD9B4B-0B83-41A9-88EF-165610AC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3A841C5-00C0-43C8-AFB6-456F97F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D608E1-4FB5-4B4C-9CB3-404EA5DC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CB5EDB6-28C2-440F-B27F-20293996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16DE9C0-BB53-463D-80C0-094449123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1A1246-D190-4B93-AA09-A061B37B5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95B63E9-1C1F-4EEF-AA40-84545F92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284AE4D-7641-4792-B800-ED38DE386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D7B871-D547-4A16-BA58-3A2F77D0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6A76C0A-4AC3-407A-8408-973851D6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5F58192-2733-4243-B513-307C8DBA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592064F-1CA2-44F4-BD5C-79CA93905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D5A0AB2-11EB-4B53-B262-1E64936C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B9382F3-C01C-446B-9F20-52DC8A8C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AEF161-57C4-484D-908C-C4C60A695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D9C5FCB-BA8D-4609-86E4-04EB12A9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C2673D-A909-4F12-8EC9-6F17199B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7DA8E8D-150F-4746-9C63-0B025750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AE87465-4D91-4E9C-B8D6-6C8C0129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94195FB-7658-4AB8-9F7C-C119FBA26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E24639B-5F11-40B0-AD95-DE8165E7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A24489F-C374-4080-81D6-E5440B10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4B8BF2E-36BF-4ADB-AAD9-7BB8F8BE0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4CCD80A-BDED-4B8F-AD60-F55D7376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E09D649-C8FE-4D19-83AA-219C36F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70F68A-3792-4223-9FF5-215AA9DA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D75033-96F8-486C-A610-0D531541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DC7B47-90CF-43FD-A2F9-4A7B80B4B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B3C8C67-4B65-4C2C-AC11-10236EA3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01D0F62-166B-4188-963B-1059472B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9204C0-5BFD-4309-B842-49C5C8EC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49DB5AD-8886-4806-9C3F-F3B0DCE1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D119E11-B797-4131-9C28-05B9B8AA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31423C0-BC29-4DB2-905B-8054EE4E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BEE38BF-6504-4288-A657-5FFDF02C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B5EB0FB-1244-4DE3-B31A-1A74E017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6A24BD4-4006-4594-A441-640A0383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9F6AEC3-4331-407F-AC9A-B34F7A615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C438874-165A-466E-BEBB-CC2D1D60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3ADDC4C-C6CA-4C89-9A5C-ACAF611F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11D1754-9CF2-4F25-8ACF-0C8639ED0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31C34B1-ECD6-4EB4-BCA6-84E9CEB5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C034214-B547-47F5-A2AB-A0960D09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0CE450D-FD90-42B8-8E24-23BB7751D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67A27090-0302-438B-A4DC-FF0D9299F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EDA4EDE-AA11-4421-8442-4734C28F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185CFD4-7694-4BE6-8416-9DFC7BCA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4577B8B-82ED-4941-8D34-607AD21D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C91E12C-5B4A-4144-80E3-74F6A499D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6981B41-D6E3-4D45-A08D-565123E6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E117B8E-9717-4661-8D82-E1B97238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CC8EF1D-CE97-4E8A-A3FB-7A42721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1758F02-7E06-4214-B3C9-03B7231C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D4DD916C-2750-4D03-B2BF-3A25DF50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B42EE96-8B33-47FC-B778-2DA8A0AD4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2F9B570-9D18-407E-BB20-4B6D8CA3A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6BCBB37-6AE3-4DB5-A7B4-281D5B14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AF1F86E-81E8-43B7-903F-DFF45FC77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7F9D8B2-16A7-40E5-A962-C65DC4B7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18F97A2-3D69-46F6-A6AE-430BAD10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39A2A34-BA55-42B7-8DFB-B3133BF2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5E48AEE-3D2E-46C6-9EE5-11A683D5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757FA5EC-5DF7-42D7-A914-59C07299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21F92F78-44BA-4B9E-92A2-6CD64AB8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7AAE360-59A3-4A33-A3F1-C6F0E75C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00245306-A3DD-4199-A0C1-2417511F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87CA76A-0ECD-47BF-89AC-E1143884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A70FB6E-F0EF-4FA4-99E2-E56560E7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10A13DA6-F798-4B55-83E8-30D2BE9C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A5B416C-39FF-43E5-9C38-8AF49B53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9DBB3948-6862-4EA8-96C4-7B7A3825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623691E-2ECD-4FAD-BBAE-8261CE1E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B7022362-56C0-4FB6-9BE0-89E95F95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75557B9-8BF3-41CE-9544-662697BC0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9CA907A-2136-4CEF-94DB-93F9A93A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4F1FEA0-6C42-4F6A-84D7-1F948155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3CCB48A-6ABD-4802-86C3-90F508C5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15A7D364-192B-4B8B-9A00-DA9DAD83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1E17F31-F0CC-42D4-AC9D-1E836B3D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3568196-55B8-4F9C-A79C-32FD0BCF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4DC4CD1-0574-4D9B-9627-D7833989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EEC1FCE-53A5-4C16-B381-1B132114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82F95EB-3F29-4AE6-8619-58596FF1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D6E0AD2-DAB1-4746-88D4-D182ACC3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170BFA-329E-4404-85B5-6CFD6154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88D75D2D-7412-4D79-A920-DA6C338A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FBFB733-00FA-4FF5-A09E-FA686C72F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1CF295E4-4749-4477-9A77-D88DC930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00966AC-6EB8-4B79-A59F-692E9BD6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EC91B2B-EFDF-4020-9C7C-2B75EAC5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6AC19CC-0D89-4177-8E99-FD8F446CC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83F782F8-8E1F-4D80-AE8E-BFF7FA3A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190CEEE-D2C3-432D-B798-87BFCFB6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8A58DE6-5CDD-4E8D-A56A-55CE6A3F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23494205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E229F6-BB65-4BCD-AD7B-94C30E1C1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F4500F-9776-44EA-BFE5-57811D73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0E150-24A3-46DA-AE54-F21B31E3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BE8EC8-B138-4800-8694-361A48AA6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20a419b6a4fa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64601-C0AB-4290-8930-E9D05D60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583EB-D970-455D-9FA3-F8E7E069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4732d914844aa8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384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2026-08-24T14:23:50.1510000Z</dcterms:created>
  <dcterms:modified xsi:type="dcterms:W3CDTF">2026-08-24T14:23:50.1510000Z</dcterms:modified>
</coreProperties>
</file>