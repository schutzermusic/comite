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5549994fbc4164" /><Relationship Type="http://schemas.openxmlformats.org/officeDocument/2006/relationships/extended-properties" Target="/docProps/app.xml" Id="R03e5107cf5f749a4" /><Relationship Type="http://schemas.openxmlformats.org/officeDocument/2006/relationships/officeDocument" Target="/ppt/presentation.xml" Id="Re47a70edfafa4f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c738afef3146b2"/>
  </p:sldMasterIdLst>
  <p:notesMasterIdLst>
    <p:notesMasterId xmlns:r="http://schemas.openxmlformats.org/officeDocument/2006/relationships" r:id="Rc6b498de18134637"/>
  </p:notesMasterIdLst>
  <p:sldIdLst>
    <p:sldId xmlns:r="http://schemas.openxmlformats.org/officeDocument/2006/relationships" id="256" r:id="Rf03afabbcf034ad2"/>
    <p:sldId xmlns:r="http://schemas.openxmlformats.org/officeDocument/2006/relationships" id="257" r:id="R04cfe91d70c247a0"/>
    <p:sldId xmlns:r="http://schemas.openxmlformats.org/officeDocument/2006/relationships" id="258" r:id="R058fed35cc694df4"/>
    <p:sldId xmlns:r="http://schemas.openxmlformats.org/officeDocument/2006/relationships" id="259" r:id="R8a2ef3dc21b44286"/>
    <p:sldId xmlns:r="http://schemas.openxmlformats.org/officeDocument/2006/relationships" id="260" r:id="R505afee659794841"/>
    <p:sldId xmlns:r="http://schemas.openxmlformats.org/officeDocument/2006/relationships" id="261" r:id="R89746d4ae0f1470f"/>
    <p:sldId xmlns:r="http://schemas.openxmlformats.org/officeDocument/2006/relationships" id="262" r:id="Re36393543aa24fdf"/>
    <p:sldId xmlns:r="http://schemas.openxmlformats.org/officeDocument/2006/relationships" id="263" r:id="Rcae28e1e97bd4850"/>
    <p:sldId xmlns:r="http://schemas.openxmlformats.org/officeDocument/2006/relationships" id="264" r:id="Rf5f544d21dcf463c"/>
    <p:sldId xmlns:r="http://schemas.openxmlformats.org/officeDocument/2006/relationships" id="265" r:id="R6072333bfa274d50"/>
    <p:sldId xmlns:r="http://schemas.openxmlformats.org/officeDocument/2006/relationships" id="266" r:id="R8043baee93754b32"/>
    <p:sldId xmlns:r="http://schemas.openxmlformats.org/officeDocument/2006/relationships" id="267" r:id="R4539b58fe5e34e7a"/>
    <p:sldId xmlns:r="http://schemas.openxmlformats.org/officeDocument/2006/relationships" id="268" r:id="Re6f1515e8f6744c0"/>
    <p:sldId xmlns:r="http://schemas.openxmlformats.org/officeDocument/2006/relationships" id="269" r:id="Rfa5758363b214290"/>
    <p:sldId xmlns:r="http://schemas.openxmlformats.org/officeDocument/2006/relationships" id="270" r:id="R158de68ac1f94b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64cc93ae8a4478" /><Relationship Type="http://schemas.openxmlformats.org/officeDocument/2006/relationships/slideMaster" Target="/ppt/slideMasters/slideMaster1.xml" Id="R61c738afef3146b2" /><Relationship Type="http://schemas.openxmlformats.org/officeDocument/2006/relationships/notesMaster" Target="/ppt/notesMasters/notesMaster1.xml" Id="Rc6b498de18134637" /><Relationship Type="http://schemas.openxmlformats.org/officeDocument/2006/relationships/presProps" Target="/ppt/presProps.xml" Id="R1c4586d06929496c" /><Relationship Type="http://schemas.openxmlformats.org/officeDocument/2006/relationships/tableStyles" Target="/ppt/tableStyles.xml" Id="Rae57061eb94247c3" /><Relationship Type="http://schemas.openxmlformats.org/officeDocument/2006/relationships/slide" Target="/ppt/slides/slide1.xml" Id="Rf03afabbcf034ad2" /><Relationship Type="http://schemas.openxmlformats.org/officeDocument/2006/relationships/slide" Target="/ppt/slides/slide2.xml" Id="R04cfe91d70c247a0" /><Relationship Type="http://schemas.openxmlformats.org/officeDocument/2006/relationships/slide" Target="/ppt/slides/slide3.xml" Id="R058fed35cc694df4" /><Relationship Type="http://schemas.openxmlformats.org/officeDocument/2006/relationships/slide" Target="/ppt/slides/slide4.xml" Id="R8a2ef3dc21b44286" /><Relationship Type="http://schemas.openxmlformats.org/officeDocument/2006/relationships/slide" Target="/ppt/slides/slide5.xml" Id="R505afee659794841" /><Relationship Type="http://schemas.openxmlformats.org/officeDocument/2006/relationships/slide" Target="/ppt/slides/slide6.xml" Id="R89746d4ae0f1470f" /><Relationship Type="http://schemas.openxmlformats.org/officeDocument/2006/relationships/slide" Target="/ppt/slides/slide7.xml" Id="Re36393543aa24fdf" /><Relationship Type="http://schemas.openxmlformats.org/officeDocument/2006/relationships/slide" Target="/ppt/slides/slide8.xml" Id="Rcae28e1e97bd4850" /><Relationship Type="http://schemas.openxmlformats.org/officeDocument/2006/relationships/slide" Target="/ppt/slides/slide9.xml" Id="Rf5f544d21dcf463c" /><Relationship Type="http://schemas.openxmlformats.org/officeDocument/2006/relationships/slide" Target="/ppt/slides/slide10.xml" Id="R6072333bfa274d50" /><Relationship Type="http://schemas.openxmlformats.org/officeDocument/2006/relationships/slide" Target="/ppt/slides/slide11.xml" Id="R8043baee93754b32" /><Relationship Type="http://schemas.openxmlformats.org/officeDocument/2006/relationships/slide" Target="/ppt/slides/slide12.xml" Id="R4539b58fe5e34e7a" /><Relationship Type="http://schemas.openxmlformats.org/officeDocument/2006/relationships/slide" Target="/ppt/slides/slide13.xml" Id="Re6f1515e8f6744c0" /><Relationship Type="http://schemas.openxmlformats.org/officeDocument/2006/relationships/slide" Target="/ppt/slides/slide14.xml" Id="Rfa5758363b214290" /><Relationship Type="http://schemas.openxmlformats.org/officeDocument/2006/relationships/slide" Target="/ppt/slides/slide15.xml" Id="R158de68ac1f94b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ed78913e3e41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4f7c3a00f544e1" /><Relationship Type="http://schemas.openxmlformats.org/officeDocument/2006/relationships/notesMaster" Target="/ppt/notesMasters/notesMaster1.xml" Id="R449b1bee2ae94ea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c7269c885c4d15" /><Relationship Type="http://schemas.openxmlformats.org/officeDocument/2006/relationships/notesMaster" Target="/ppt/notesMasters/notesMaster1.xml" Id="Rb6dcfe2ea2b945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8c9a217d4f4c67" /><Relationship Type="http://schemas.openxmlformats.org/officeDocument/2006/relationships/notesMaster" Target="/ppt/notesMasters/notesMaster1.xml" Id="Ra802b8a347134c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f72ceeebcd4edb" /><Relationship Type="http://schemas.openxmlformats.org/officeDocument/2006/relationships/notesMaster" Target="/ppt/notesMasters/notesMaster1.xml" Id="R750935207e2d49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69d35547224431" /><Relationship Type="http://schemas.openxmlformats.org/officeDocument/2006/relationships/notesMaster" Target="/ppt/notesMasters/notesMaster1.xml" Id="Rbce00b61f0064d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b4704f993d420d" /><Relationship Type="http://schemas.openxmlformats.org/officeDocument/2006/relationships/notesMaster" Target="/ppt/notesMasters/notesMaster1.xml" Id="R59d1f800ec194d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037ecaa7d14f24" /><Relationship Type="http://schemas.openxmlformats.org/officeDocument/2006/relationships/notesMaster" Target="/ppt/notesMasters/notesMaster1.xml" Id="Rebc61a708b494b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e469640c2af4049" /><Relationship Type="http://schemas.openxmlformats.org/officeDocument/2006/relationships/notesMaster" Target="/ppt/notesMasters/notesMaster1.xml" Id="R645f296404e548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651b2ef0014f38" /><Relationship Type="http://schemas.openxmlformats.org/officeDocument/2006/relationships/notesMaster" Target="/ppt/notesMasters/notesMaster1.xml" Id="R70aace138f2e42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30960d10d344c0" /><Relationship Type="http://schemas.openxmlformats.org/officeDocument/2006/relationships/notesMaster" Target="/ppt/notesMasters/notesMaster1.xml" Id="Rbae6a2b9fd1f4d0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2d8fe28ce0249d7" /><Relationship Type="http://schemas.openxmlformats.org/officeDocument/2006/relationships/notesMaster" Target="/ppt/notesMasters/notesMaster1.xml" Id="Re841df2a77af4dd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f937797f2e415a" /><Relationship Type="http://schemas.openxmlformats.org/officeDocument/2006/relationships/notesMaster" Target="/ppt/notesMasters/notesMaster1.xml" Id="Ra1dec07bc7e7463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51f677c8b3e4358" /><Relationship Type="http://schemas.openxmlformats.org/officeDocument/2006/relationships/notesMaster" Target="/ppt/notesMasters/notesMaster1.xml" Id="R9ae4db73d7ff4e3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b1a7030ae90407c" /><Relationship Type="http://schemas.openxmlformats.org/officeDocument/2006/relationships/notesMaster" Target="/ppt/notesMasters/notesMaster1.xml" Id="Reedd3651bff0411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d18ced232844a07" /><Relationship Type="http://schemas.openxmlformats.org/officeDocument/2006/relationships/notesMaster" Target="/ppt/notesMasters/notesMaster1.xml" Id="R4f837667b5a840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3899ec16b847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a84da01bb442c4" /><Relationship Type="http://schemas.openxmlformats.org/officeDocument/2006/relationships/slideLayout" Target="/ppt/slideLayouts/slideLayout1.xml" Id="R002aaa3ae28448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2aaa3ae28448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fd8a24fc3d4522" /><Relationship Type="http://schemas.openxmlformats.org/officeDocument/2006/relationships/image" Target="/ppt/media/image.png" Id="Rb23dcefe28234056" /><Relationship Type="http://schemas.openxmlformats.org/officeDocument/2006/relationships/image" Target="/ppt/media/image2.png" Id="R6f274283a10d4770" /><Relationship Type="http://schemas.openxmlformats.org/officeDocument/2006/relationships/notesSlide" Target="/ppt/notesSlides/notesSlide1.xml" Id="R62684cf2d0d14f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1c8d643394d5d" /><Relationship Type="http://schemas.openxmlformats.org/officeDocument/2006/relationships/image" Target="/ppt/media/image3.png" Id="R6e658d680ccc4ba3" /><Relationship Type="http://schemas.openxmlformats.org/officeDocument/2006/relationships/notesSlide" Target="/ppt/notesSlides/notesSlide2.xml" Id="R91d1eb508fe04b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1c7335244440e8" /><Relationship Type="http://schemas.openxmlformats.org/officeDocument/2006/relationships/image" Target="/ppt/media/image4.png" Id="Re083756adc8342ab" /><Relationship Type="http://schemas.openxmlformats.org/officeDocument/2006/relationships/image" Target="/ppt/media/image5.png" Id="Re200bf3831494f44" /><Relationship Type="http://schemas.openxmlformats.org/officeDocument/2006/relationships/image" Target="/ppt/media/image.svg" Id="Ra579ca04d85e4d04" /><Relationship Type="http://schemas.openxmlformats.org/officeDocument/2006/relationships/notesSlide" Target="/ppt/notesSlides/notesSlide3.xml" Id="R5a06f6886ac54e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dbd18662a44aa" /><Relationship Type="http://schemas.openxmlformats.org/officeDocument/2006/relationships/image" Target="/ppt/media/image6.png" Id="R34af9759d522461a" /><Relationship Type="http://schemas.openxmlformats.org/officeDocument/2006/relationships/image" Target="/ppt/media/image7.png" Id="R7acabd48503747f7" /><Relationship Type="http://schemas.openxmlformats.org/officeDocument/2006/relationships/image" Target="/ppt/media/image2.svg" Id="Rd761447c62a845ff" /><Relationship Type="http://schemas.openxmlformats.org/officeDocument/2006/relationships/notesSlide" Target="/ppt/notesSlides/notesSlide4.xml" Id="R88098e75899b4c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090355bd9c4cde" /><Relationship Type="http://schemas.openxmlformats.org/officeDocument/2006/relationships/image" Target="/ppt/media/image8.png" Id="Re2965a2fa12b4268" /><Relationship Type="http://schemas.openxmlformats.org/officeDocument/2006/relationships/image" Target="/ppt/media/image9.png" Id="Rccb593ba4614411e" /><Relationship Type="http://schemas.openxmlformats.org/officeDocument/2006/relationships/image" Target="/ppt/media/image3.svg" Id="Re8557bfede734095" /><Relationship Type="http://schemas.openxmlformats.org/officeDocument/2006/relationships/notesSlide" Target="/ppt/notesSlides/notesSlide5.xml" Id="R6d11597d1cef4a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e2bc389594300" /><Relationship Type="http://schemas.openxmlformats.org/officeDocument/2006/relationships/image" Target="/ppt/media/image10.png" Id="Rd60c089e593143f1" /><Relationship Type="http://schemas.openxmlformats.org/officeDocument/2006/relationships/image" Target="/ppt/media/image11.png" Id="R3f2de3979e194300" /><Relationship Type="http://schemas.openxmlformats.org/officeDocument/2006/relationships/image" Target="/ppt/media/image4.svg" Id="Re1954c02982f4256" /><Relationship Type="http://schemas.openxmlformats.org/officeDocument/2006/relationships/notesSlide" Target="/ppt/notesSlides/notesSlide6.xml" Id="R8340abcffc514a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622322d8040d9" /><Relationship Type="http://schemas.openxmlformats.org/officeDocument/2006/relationships/image" Target="/ppt/media/image12.png" Id="R807ad9bf1d784254" /><Relationship Type="http://schemas.openxmlformats.org/officeDocument/2006/relationships/image" Target="/ppt/media/image13.png" Id="Rb6ee31f60ca542e8" /><Relationship Type="http://schemas.openxmlformats.org/officeDocument/2006/relationships/image" Target="/ppt/media/image5.svg" Id="R5839e9d7e1a9451b" /><Relationship Type="http://schemas.openxmlformats.org/officeDocument/2006/relationships/notesSlide" Target="/ppt/notesSlides/notesSlide7.xml" Id="R4baa316289704e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fef9a264249ef" /><Relationship Type="http://schemas.openxmlformats.org/officeDocument/2006/relationships/image" Target="/ppt/media/image14.png" Id="R5d25f05ab15b45ac" /><Relationship Type="http://schemas.openxmlformats.org/officeDocument/2006/relationships/image" Target="/ppt/media/image15.png" Id="R1c9cb81fc39a4d35" /><Relationship Type="http://schemas.openxmlformats.org/officeDocument/2006/relationships/image" Target="/ppt/media/image6.svg" Id="R72a5050d41054044" /><Relationship Type="http://schemas.openxmlformats.org/officeDocument/2006/relationships/notesSlide" Target="/ppt/notesSlides/notesSlide8.xml" Id="R3f05fefc41d040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f3f995ed464327" /><Relationship Type="http://schemas.openxmlformats.org/officeDocument/2006/relationships/image" Target="/ppt/media/image16.png" Id="R9e6176a0263b4e74" /><Relationship Type="http://schemas.openxmlformats.org/officeDocument/2006/relationships/notesSlide" Target="/ppt/notesSlides/notesSlide9.xml" Id="Rfff30e3bf27f4e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d6ddc89564899" /><Relationship Type="http://schemas.openxmlformats.org/officeDocument/2006/relationships/image" Target="/ppt/media/image17.png" Id="Rdebedb03641c48fa" /><Relationship Type="http://schemas.openxmlformats.org/officeDocument/2006/relationships/notesSlide" Target="/ppt/notesSlides/notesSlide10.xml" Id="Rf2f9247d95964d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12f4b3589a492a" /><Relationship Type="http://schemas.openxmlformats.org/officeDocument/2006/relationships/image" Target="/ppt/media/image18.png" Id="Rd2e603b7183a4eee" /><Relationship Type="http://schemas.openxmlformats.org/officeDocument/2006/relationships/notesSlide" Target="/ppt/notesSlides/notesSlide11.xml" Id="Rd9e0b282c1cb465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21d98b2874709" /><Relationship Type="http://schemas.openxmlformats.org/officeDocument/2006/relationships/image" Target="/ppt/media/image19.png" Id="R7f9791f1eca747d4" /><Relationship Type="http://schemas.openxmlformats.org/officeDocument/2006/relationships/notesSlide" Target="/ppt/notesSlides/notesSlide12.xml" Id="Rf6b454d0018d423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be8fc3fbe48e2" /><Relationship Type="http://schemas.openxmlformats.org/officeDocument/2006/relationships/image" Target="/ppt/media/image20.png" Id="R8f10a34eac7944a2" /><Relationship Type="http://schemas.openxmlformats.org/officeDocument/2006/relationships/notesSlide" Target="/ppt/notesSlides/notesSlide13.xml" Id="R947aac9428ed43f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6a496169a49e1" /><Relationship Type="http://schemas.openxmlformats.org/officeDocument/2006/relationships/image" Target="/ppt/media/image21.png" Id="R8b8da2fefd944233" /><Relationship Type="http://schemas.openxmlformats.org/officeDocument/2006/relationships/notesSlide" Target="/ppt/notesSlides/notesSlide14.xml" Id="Ree13499c36bb48a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ced5e0e40a4ede" /><Relationship Type="http://schemas.openxmlformats.org/officeDocument/2006/relationships/image" Target="/ppt/media/image22.png" Id="R661126d781eb4647" /><Relationship Type="http://schemas.openxmlformats.org/officeDocument/2006/relationships/image" Target="/ppt/media/image23.png" Id="R6d4061d578e64819" /><Relationship Type="http://schemas.openxmlformats.org/officeDocument/2006/relationships/notesSlide" Target="/ppt/notesSlides/notesSlide15.xml" Id="Rce2c8c4b6bc14d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F7683F-EC05-44B4-9AEB-546C478F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37D508-4753-4482-BB52-139EF19A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48BFD-1532-4ED4-9B55-58C65883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3dcefe2823405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A5F8D-22D6-41DF-B44F-D0ED03DC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053CB-0179-412C-A28B-BDD6AA8E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274283a10d4770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A4858-56B0-4402-8207-DD2CABCB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E78B2-DDCB-4392-8AC6-422ECBC4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0458DE-07FE-427D-BB88-529770D4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1BB129-DCCE-4D4E-936C-0DFD2D12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FEE662-7423-4780-85A3-68365340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0C6B0-4638-4ECB-BA9E-66590D0C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1C3A5F-07D9-4B25-B49D-3A1855A0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37F20E-60FA-4312-BCBB-0C8CD63C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85BE7F-0D3B-4CBE-80D5-CB97FC5F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783642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45A78F-557B-4EBF-84B6-DB22007D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18FD10-7A05-4250-AB00-CC1D82CE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6E48B0-3A89-43F1-91B7-B25799B4B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8773D-B2C7-454E-B131-4876DB84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BCA4F-A4FE-4E07-B4F1-6635762B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58d680ccc4ba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A5C63-F5A6-4612-B352-0BE63AAB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892BBB-75FC-4924-A3EE-DFFEFEF6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2A8099-8884-4B2E-AAF9-60BF97E9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3455D2-A845-44BB-8B80-D3310EF4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2A5DA-D4C7-4B50-ABA5-A206777D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3E5066-29CC-4D99-B530-8CD2B5C1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BBDABC-4A35-49E9-BC21-11465996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E4FF36-AD52-45FB-ACE7-C41B996D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D8184C-1FA9-4969-AE8C-B2FC4E35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6AC52C-C64F-4B89-8E93-C38AB536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34F382-78CB-4398-A614-2019CC9F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6E9FDB-F8DB-486C-AE43-CC618E16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68EA56-F9AB-4D8E-B213-E537FEC7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EEE1A8-F991-4DFC-AF3A-1DD952D5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1E9FFB-2499-48F0-A745-3DB947E0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E55BCA-C84E-43C5-8F4F-6C957FEE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4B54D0-62AB-4B87-A58C-2C80D305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DADF4B-BCBD-4F77-8C6D-7F04C95E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901132-FC09-446C-ACCC-49C629BD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25AD50-1DA2-498B-ABDF-CE0D24C3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504034-94A8-45D0-8B0B-4E520C20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464D60-A22E-4C0B-9CF7-FB9501D3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5D4B39-3367-4EAF-9713-402D26E8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2FAB5A-B606-4FD9-B902-BE9118EA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ED2EEB-80C6-4B45-9AB5-20B7E379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EA8246-8A42-4193-8F67-994AAA16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89112E-DF01-41B3-BCA2-880C001C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F8BFD4-D3F6-4ABD-8BC2-E89EA9C2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7DB8C6-7E20-4AAD-83BF-65D9F5DD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558670-C30B-4EB6-BFE0-499F41F5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601D5C-1FBA-4971-99FF-40C632AC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AF556A-51D5-42C5-80AC-B1614F74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55031C-F8F9-474E-98C6-24179DB8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5B428F0-7E6C-436D-96D3-29484913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20F9E3E-5E65-4186-87E1-E78282C0E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8652456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38F84D0-254A-4650-B3FA-C22C8541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CFFD5-A817-43C8-90B8-78255349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94DB1-9D2C-4610-8675-C7856316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7CF4C-343A-4272-825A-D38D954F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35B937-E7FD-4829-9065-5F8CE169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3756adc8342a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B83105-010C-4954-B8A8-2E6B9FD5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D2732-30E7-4D1F-A975-F488397D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002AA-B630-49F7-9561-D5F9F7D0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F64731-6824-40E1-99D3-8DCA4CA0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3E4ED-9733-402C-892B-D79EFF10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EAB581-37F1-4D49-A4E5-C1C7C5B0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E2040D-AAD0-49C1-8F75-5CDAE06A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D86167-2E7C-41EB-BF11-BA8C5119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8B7F3D-1385-4CBD-A8CA-F848591F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82B793-7FF7-4257-8926-9D9E29FC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200FBD-7F52-448D-8C05-147A5525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807D31-D7CF-4D17-8412-91A9EA96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3A8C03-2B56-450F-8C4E-0B90A65C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63FF63-154F-44DA-B94A-F5315237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2EF5BC-A8E6-428C-A992-B2E17EF1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70A9F3-78B8-4438-90A4-3B14B348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4133DD-A5E5-4F45-8FB6-83278B19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BA77FD-C4FC-4DB0-99B5-F23C028D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181D96-3F42-431F-8270-7743C6EC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3C6B38-4817-4DD6-AF42-B349D041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00D6B0-1A80-42F9-925C-F632F6E6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EAE781-DABD-4B34-8A37-FDE84F1E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836E9-B73C-48A4-B808-73FA4A2A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F9F309-6B12-44BC-964C-DB34C6F1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0E8C9C-086A-4C4F-803B-3545B32A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2E66A4-64F7-4C78-865C-69686CDB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50CB96-3248-4E4E-B87F-A140EC0F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3957A9-C41C-40FC-BD7E-170C1C6C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39BEB7-BE19-4232-A25E-7E170330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BF7E241-1BC6-4E43-8B55-A101C1BD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79B8B9-9110-434B-A576-34387553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00bf3831494f44">
            <a:extLst>
              <a:ext uri="{96DAC541-7B7A-43D3-8B79-37D633B846F1}">
                <asvg:svgBlip xmlns:asvg="http://schemas.microsoft.com/office/drawing/2016/SVG/main" r:embed="Ra579ca04d85e4d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CCF2D5-0053-4539-86BC-32AB95D3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7FE7A4B-053A-4067-86DF-1F5D80E7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A47EBC6-8B43-43D2-A5B1-6D35453D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F19A6D-CB56-480A-8CD4-5DF1B3A2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FE62C7-4FE0-4B52-9297-77F08123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F73D59-C500-42AF-AB81-ED7035A8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A478CC9-C759-4764-AEA8-C90DCC0D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68BEA83-E7CA-4FBB-A0B8-1094B231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2823C6C-90AC-4694-BD27-40E75E08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3723E76-8551-44C6-BF84-5D54B7FC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E851299-4840-4352-965A-D2972AE1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EF2B1D-EDA5-4841-8222-ACA6E72C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E827AE4-5B7F-4283-ADFA-26CA235F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680428-408C-4BAB-B342-772E26FD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8445002-089A-42A6-A3CE-E0C33E2A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60050F3-0134-46BC-9841-9CA52C2F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297E083-73F4-4493-82BB-EE6C9D88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38DCEA6-C0CB-4A88-A4CF-11F534F8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1868187-E954-4865-8B00-C79AE607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73F41AA-2C01-4374-A478-A7423F6D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D28C051-F6DD-4CD7-9DFF-A9D8191A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6EA52E2-09E3-4069-9FA6-102F2F15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9FF2B5B-3F3A-4587-9082-C888867C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A9A616D-CA3C-4D6C-800B-52C66921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F6E7D63-3950-483D-AF11-40773114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A6BECC0-12E5-4758-9D84-D7047905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62CC94B-5484-4FEE-8558-BDC653AF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130263D-F23D-4456-A177-8BE865CD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A08B686-35AC-4371-885F-BA5D8DCA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1D7C540-A085-4C25-96B6-B0A69FBF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7FA21FB-B437-4634-BB33-FECA04D4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6EE5330-99F9-4ED0-91B8-0EC8FA65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1B3C144-EF8B-4059-A9D6-523C2951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B99EF12-C52F-436F-A487-C46E7758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53B4F6E-5F08-4F6E-AEBA-1133818C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E9CCDFA-A5B4-4F2C-9D70-D860255A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7B98576-53DC-43DC-8659-B270B9CE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5004259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BA84DE-6D72-4B56-BF67-86B30E4A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A0586-2ACF-44C3-85FD-4DA89A57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A95F6-6FBF-4A39-85F9-EF58E931E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EE87DB-6371-41A7-BEAE-C92E83EC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A5BBB5-1D2D-48AD-890D-1ABDEEB2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af9759d522461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4798E2-D8C3-4AF9-B945-AC017CD7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C812D0-39E6-46D7-BB36-E0CE1D89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995D0A-E34D-4E3A-BF2F-3E8FE2D9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7C673-BB4B-4539-9B06-71B4D9C9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02D158-B137-455F-96B0-520484B1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abd48503747f7">
            <a:extLst>
              <a:ext uri="{96DAC541-7B7A-43D3-8B79-37D633B846F1}">
                <asvg:svgBlip xmlns:asvg="http://schemas.microsoft.com/office/drawing/2016/SVG/main" r:embed="Rd761447c62a845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C6191B-4D97-4881-9CDE-D1B0B327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700E52-1989-4F9B-A285-7E134CE2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19326B-EB56-4C0D-A0A0-AA444109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84FACF-DED6-4D04-8A50-275AF62D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1952F-A777-4799-AAE2-DFB1ABDE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92A9A-1848-4466-A225-F83E3434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E0D3DC-636B-4BC0-BA89-1A33ED27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3DD8CF-6AB1-4417-89EE-9C2CABDC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65C498-8E13-4628-9E68-EB93E249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F9D14-0D6C-4C4D-BBE2-5A30470E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C392B3-4680-42B3-BC29-08F8FE36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341F1A-158B-45BA-87CA-8B312C9D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15CB38-3A6E-4254-81AC-888DCDAA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CF11BB-2A55-4E1E-96EA-68F25B22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7C06F-1CE3-4C2C-9C14-757FA8DB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04902C-9417-408B-AA48-E3460C52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F5087C-40EC-4977-8B2F-0FDF1689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0007031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765994-60B7-464B-B24B-18A354C4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962515-260C-49A5-B93F-88CCD0FE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46D1CA-9349-4669-9A67-D641177A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E6146-8076-4A3E-91F6-41CDC545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B4F0C-B2C3-4883-937A-5C437731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65a2fa12b426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CD47D-7DEE-4339-8143-B2DD9790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53E51-84EA-4F8C-9350-5C18614C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1E81E8-6C93-4FB0-B13C-66B412C9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7AEEA7-0875-4F91-B24D-8E578846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905A5F-B7CA-40EE-9E6C-EA5C1B5C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b593ba4614411e">
            <a:extLst>
              <a:ext uri="{96DAC541-7B7A-43D3-8B79-37D633B846F1}">
                <asvg:svgBlip xmlns:asvg="http://schemas.microsoft.com/office/drawing/2016/SVG/main" r:embed="Re8557bfede7340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6264E9-34B9-462D-B67F-9AED9D8E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A43406-BECF-4FA1-949C-04788C7D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7B4CA0-31A0-4ECD-A637-3BE41892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47171B-0D90-4F86-BC4C-DC807152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A2687E-4503-4A43-A292-CDF17F32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23F8F-0D51-4400-B837-6A244191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97D47B-D3BD-4038-8C11-1D006CA6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C3DA20-6377-4506-A6B7-A00FB1C8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F675D9-CD31-4715-BDBF-B15050F7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3BE456-56F6-4DFA-8421-9DAC53E1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66BDA0-4741-4EEA-AAB1-8BA723D6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843BC8-212D-48C7-80E8-9B4FF57D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1C5670-09DD-42E5-86E9-6EC0F957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322229-D4A2-4F7C-856D-137E3E06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2473A1-EAB9-4108-B59A-D46781FA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1AE7AE-98D1-4A31-B362-C9210911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0379EC-63FC-4E9D-9754-7203EB66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6BC8B2-4BAD-456B-BB6F-D8A0260A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54498B-D886-454D-97EA-36D772AC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33E6B0-D5E5-4954-A1D5-717391CF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5006658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53E6C0-4DBD-4DF3-A36F-BE9F6C15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09861A-C297-47AA-B0FC-6E529CFD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AA51D3-110E-4AC1-BB82-7197141E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DDF13-CEA7-4DFE-A080-EC86EC74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85153-696F-42BF-9A3C-31F00CC2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c089e593143f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A3DAA-7495-4130-A1DE-C60CC218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681E3E-D565-4630-91C5-FA0E7C8F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F4481F-0107-483A-B045-66034FCE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2FCE82-EFD3-4692-9EA0-5AA5BD31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86D792-BBC4-4ACD-ADB0-0796E851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de3979e194300">
            <a:extLst>
              <a:ext uri="{96DAC541-7B7A-43D3-8B79-37D633B846F1}">
                <asvg:svgBlip xmlns:asvg="http://schemas.microsoft.com/office/drawing/2016/SVG/main" r:embed="Re1954c02982f425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48A690-66A3-4A97-8477-FC043E95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B5298-2B5F-48C1-8432-C55BD65E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E77235-0006-4392-9210-8A703FC7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00FEF9-CA5C-448D-B9DB-299DDDC0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CF86CD-2C8C-4249-AB12-B2CBCA54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11A68D-7DC3-4EBE-915B-1F89836A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36D499-94DB-47F9-8017-21BC08C5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460732-DE33-41C2-9EC6-C56DED69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7026DD-F610-48CA-B0AD-046462F3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7D5F00-6FB6-4EAC-86E4-7CAF31EB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48745E-B023-4895-A743-03BE04AB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056A97-6520-4E87-92BE-6271A584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91E81F-3342-4E2E-89D9-74B37608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BB1157-0994-4F7E-9AD8-AB4A2CF8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5065899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C3F233-16C1-4F11-AD71-778D60CF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B1F36A-F853-4757-A18C-FECFE8EE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EC4E1-CA4F-4123-85CB-635827C7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B22F0-12E4-4805-91CB-DFFA4C3A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26E48F-E167-44B5-A9EF-6A01D2AB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7ad9bf1d78425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2730A-1A45-4F8F-B80E-72EA76C6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448FF-E4BD-480E-899E-BF515A8E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EBB46-97E1-4D12-9281-4808A938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997D23-600C-480F-8D80-5C4A5ACE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343FF5-2899-48E5-85DD-A9309B3A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ee31f60ca542e8">
            <a:extLst>
              <a:ext uri="{96DAC541-7B7A-43D3-8B79-37D633B846F1}">
                <asvg:svgBlip xmlns:asvg="http://schemas.microsoft.com/office/drawing/2016/SVG/main" r:embed="R5839e9d7e1a945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911865-06F3-4FB9-91E2-5C561A70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8D63FF-057B-45F2-A3E8-870DCC04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E3C92-FF95-49E5-9E2E-0EFC7DB3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9DBCD2-333F-4274-B175-7CD0D40A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020F34-8F01-4EC6-8829-CC96DB22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3CC903-7768-4922-8C8F-59A77063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A8B8FA-705F-4C0F-BEFD-D7A51BFA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AE46E6-9C11-463C-AEA3-00818651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B65C3E-B8A4-4751-A422-DC9A5D54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25EDD5-E8B7-48D4-8A90-8749317F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B00B23-8697-4EA3-B925-8125F529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6A6BED-E500-4396-B3FB-11026E8A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AB23F4-E712-418C-91EF-DDB1970C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97C88B-D45F-4AF3-95EE-A9D25EFE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328505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1E92F3-3216-4346-BCEA-77790FB7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56048-2344-46C5-8425-56A4CCF1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C02DA0-B593-42D4-846B-E5C3B5B0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5741AE-2D4B-4937-A6CA-042683F7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762C56-FDB2-4A6E-89C2-28E2F21F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5f05ab15b45a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5C457-F541-479E-8DF5-CA44CE00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9CEBA0-9718-4373-B122-D29F8B69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9F3879-68E5-47B6-9522-DEFA72F5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E08432-A2BB-48C8-A482-7242D687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A6CDC4-7672-429D-BDD8-E9A82CD4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9cb81fc39a4d35">
            <a:extLst>
              <a:ext uri="{96DAC541-7B7A-43D3-8B79-37D633B846F1}">
                <asvg:svgBlip xmlns:asvg="http://schemas.microsoft.com/office/drawing/2016/SVG/main" r:embed="R72a5050d410540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3BCFCD-F404-4517-AE83-2CE98695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693E21-B58E-4BB0-AE0D-E95AE0DC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F37278-1E37-4E86-9761-6109BA2F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2B2D0E-8B44-4E87-81AC-77C4334A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32CC1-0EE1-458E-81BA-579F7514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3B1BA-E207-415E-86C2-C14878F6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4E6528-03D7-4054-989A-30667150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BD57E6-A60E-46DB-A5BE-EF149ABF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12356F-467B-431B-8B39-42131A7F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BB515B-927D-4BA6-A7D3-E601FE3B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6E40D9-9865-4BB8-A0FB-C955EE2B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AEE3C4-C1C3-4D4F-8F00-A550048F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99B471-F2E8-4894-860E-F5CA7BC2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25D8BB-7F72-428D-B37C-4324E17F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915D23-F325-4381-B307-19859133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C08718-1CEB-49AB-A1F6-4FAF2073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C4FD17-21D1-4781-A502-3297FA57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1435C5-B839-47FF-B3D1-2518484D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9F696C-3E9A-4091-8FFA-7482F8F8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7FBD4C-6D41-4845-BCD8-9AB19A3C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51BD56-4B80-4F63-9896-C585D849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EBB2CF-74A3-47CE-8040-A2D1FF88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111439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E506105-DAE2-4E18-A3BB-FDC5D283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B80B9D-3A16-4D5B-9EBD-0B32E554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EFE4E2-9B6C-451F-A039-56202F0A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0BC63-ECD8-4034-9B39-E200D14C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B22D2D-D1E0-462F-8999-600BB23D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176a0263b4e7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AFB4A-61C0-471B-ACF5-68E9E1E5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8E9F-AFAA-429A-99F4-D992E1E1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B727FF-6EFB-4FA6-AF18-1706BD6D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3F2DA4-DE49-49FC-A632-DF319EF0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CABC61-3061-4206-A699-FB1A8923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02EB8-F623-4762-8CFF-93AE48A4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325B4C-30B3-4619-BAE3-87129467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28719-5C10-47A1-8663-E3682176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C9278B-8072-4A24-AA27-754C5B0F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66A70-64F9-4687-A667-4A1B8EA8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83F4A5-6CEB-41F6-AC10-839D2B87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E3ADDA-BEB6-430E-8E0F-710A49CC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18A71C-8A3A-4D5E-AA00-2C940944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10D708-E54D-48B2-8411-CE8EC764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B39601-425A-4232-9F45-57A18EA9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901E0C-5B32-445B-BD17-716649F9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3CF2D4-C29F-4666-AC82-972CE426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DBE26-8C40-4794-A4AE-D5AD878C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3FAF41-D40C-415B-BF01-C85CB802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96FB27-DBB1-4618-8BFC-C594FE2D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CAC7A8-CAF3-4A15-91C6-ACF87F9D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EE8658-1A6B-48CA-A25A-10D7AC7F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870AC1-29DC-47E2-BD51-5291B05F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49491C-6BF7-4945-81DF-1530A4B8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B18F7F-C5D9-4737-8CE2-F66961D3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7F5699-BF9B-4740-B540-D1E89D39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E14160-CFCC-4F1E-9668-0E561DB7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D73016-9D33-4CF9-AB66-1E385E77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3C2169-BC15-4615-94A2-54562FFC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DC41B5-1D38-4ABF-AF82-687ADC84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8A3728-CEA2-4B18-9C0A-266C7CA18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6FB8E1-EFA6-46DC-867A-2CF5CB23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4C45BE-46CC-4F6C-A0B4-64F9ECB1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EF733A-1B56-47E5-89B8-9CB25030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1C1833-E137-41C3-A270-B65E6DB9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27C4B5-3BE6-47E5-BC01-1F09EF34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5C203D-6BE3-4057-B1FA-DE01B75F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B36A3CE-88C1-4A27-BF18-E4FD2C2B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306860C-D2FC-4025-8671-43FB6B31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79303E-6CA4-481B-80D2-C78FBDFD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A437992-C56C-4BFF-BB21-2B669183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52A8AF1-C470-4EEC-8146-0FD7DC50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37B143A-A976-4FD0-A8AA-16539B00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4D53A23-7978-4CCB-AB59-7FE75059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EC122C5-E311-48A9-80F4-EE3E0E0C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4214DF-5967-406F-B3CA-6BC63A46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9DB5AA9-D646-4D20-A0D8-F27CC9EB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9732AA2-61C9-4862-83FD-F3586009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AA933EC-9BAE-4856-AD06-A4A0EB18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232360E-B252-4706-BE75-39FA8018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61AEB6E-EBD5-4E58-AEA7-48D537A5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EEE0F4-7B0D-46E2-B44B-A25D4250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9CD1177-81C4-458B-BF99-89EF4870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CF4DBC5-0176-478A-B289-0D07C2FE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F52A08E-4D48-4EA0-ACFA-178D6710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9418246-33DB-43D3-99A1-C6F10492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7A58C30-FF0D-4466-9DD2-8BEC12D2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360C388-C8BC-4123-8E59-EEE50B5B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6C39633-A560-4662-8F1E-00979AC2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6812F6A-5F4C-4677-940A-48E076C6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70006CC-81C6-4479-9289-30CDCA49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C308412-4F78-49C6-9489-F0698C55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A03A0C4-B0D8-490A-9382-D76A0BDB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648C83A-E70D-49B4-AC2E-F9993EAD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ED282D6-A729-40F8-BA19-88DA5D6C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EECE17B-6442-45B8-9EB0-47C57394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312BF30-A7D7-4749-A0A8-279E010B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966D66B-1D99-4982-95E8-30F93200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68C5966-2421-4D27-BCCC-9FF6F4EF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0E0E71D-57B3-4B08-8DA2-32F53E29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41C401E-2603-4562-B518-DC9F02F2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0377069-96B7-4E2A-982E-E56CA4DC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F64DC9B-40D0-4CDE-B7C3-03DF5059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DD15794-9C8E-4755-9CF3-593942F1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1FDEA9E-E16E-4D92-940B-3B821478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D2A7DE7-EFAB-4A0B-8D6F-D0FD68FE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4367AA7-5471-42A0-AB0A-A615528D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0EBE009-A226-43F1-9703-CDF36689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9684648-50BE-4AAE-ADCA-8E738B05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42D5854-09C3-4058-8939-60AF4948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02FFBFC-8C48-442C-B431-88AFAD18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E2DE365-A677-4DDF-B76E-68AB11C9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94FA819-41CA-4B31-B83D-1FD2719C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9D48098-8896-4F24-9B73-50BE54A4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8100907-743B-40D0-AF62-0A8A8584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18F3B16-E2B6-4101-9161-4CB012BA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51E7D1E-4241-4E9C-B866-E9ECA276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A601EB0-38BC-4767-8118-54F37A40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1ADF070-29A4-4D47-B9CF-D7FD4C85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BE555BE-DA2D-4572-ADA2-1A0DCF2B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B529A6C-C700-4EC3-8AE2-4A193FE6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5C1A800-6785-46E8-8BE4-29B581C6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2925BBC-54CA-49E0-A949-D1969835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339AD1F-4904-43CE-8CF2-162CB56C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FBC42EE-341F-4EB2-B0EA-7D799A048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6201183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1FE3B66-33BC-4010-9A27-D5042B32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900E0-92B7-4E06-8BCC-5FB9E323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11ADC8-2C12-49B7-9992-A45D07B0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AF2783-66B6-4F53-AE2C-F862F1DF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7DFF1D-7522-403C-9FD0-8589EE09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edb03641c48f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A23E9-6AE4-41D7-94EF-59B229C1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0566E-D1AC-47BF-B071-825ADC94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5015DB-5140-4D46-8037-7F1DC886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E3206E-5446-4D93-9827-FDAC6452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31EAD3-3A62-4A4E-9B33-E05B3D83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EE07E7-D45E-4F98-9707-80D418267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6C4F13-C0A6-4927-9253-636EC42B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DE5EEB-23FB-4541-BB17-6A7BE12C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70C1E-2275-4481-9270-36F41D29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F2C7CC-22EC-4FF9-B482-E6680FCD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994844-2EF0-4E0B-9CFE-220A2E61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C254B3-E566-4F1E-915A-AB345B2C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38E10E-0686-4F3C-91B4-9DEA3ED0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25E7D5-7461-498A-A2F6-5A6E8FF2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D6032-16B8-4E14-896F-63297B4B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17AC04-AAC6-4DC4-805E-674F695A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696435-866E-4BB5-9FEA-3CF116C3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E14CD0-2C24-46DE-BDEA-C7F58566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2DEB92-E0BF-4075-8B03-8C8A6FB9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9937BD-9DF6-417C-BE39-A638C33A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0F65CD-3501-47EE-BA8D-0D70E732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91DE45-7F89-4352-BD30-DF651CA1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1146AA-42C3-4851-9604-19E275F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C1C036-4648-4386-99D6-0477FDFB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EE0223-E381-4523-81E2-F6148F05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D3A95A-BAAB-4132-B216-79FC37C3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94A724-3BA2-4AB5-A1A5-653F5C8C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830F38-4105-48EC-98D7-D6F120F6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21F5D8-0FCE-4A5D-B6C7-4AE0F12C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C8D656-F2BD-41A1-9665-6C7E522B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B8F3D5-7A72-4C34-A930-5A88A8B9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439C1D-7216-4CCF-90C9-769BEC3F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5EBA7DD-3520-4BE7-9B7F-14AEEDED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92FA59-CDB1-48FE-8909-A93E50AB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3E4C49C-174E-4077-840A-1A5438B2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5EC4BA-A118-4F88-B9BD-760634B9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8D86B4-5F23-4549-880E-1AFB0B68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9C78B85-0DB1-489E-B532-B744A862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9D88147-BEAC-4F50-A5EB-9A9C2430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CFE94C-D24D-4966-AF37-74582567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1A0E29-8B3D-4FD1-A23A-99DDDD12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7457B34-373B-481E-8817-F3B8132B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D95BC6C-22B9-49BD-B78C-E07DDD89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D4B65D1-5859-4FEF-924D-0F4D34BB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DA4E767-1B3A-45E7-846D-7429026B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CB8BF79-2C2D-44DF-80EF-35DED821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D57DBCF-A1C9-47BB-8CC8-3A325621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81A1D57-F65D-43C4-A994-89ACB6DE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09DA6EC-5FD5-4448-8DE5-50254CF7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3A62DAA-F546-49A8-B8DE-0C8E3A83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EA3FF1A-286D-4C00-9E6C-2D74BB9F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AC9ADBC-F0E6-4E29-905E-A9725224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71BBDE3-FB44-4A31-A33F-EECA707F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0FD06BC-CC67-4D84-A979-60FE0BB7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5C341DA-5D9F-4D72-B833-E5FFE6CC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8E151E2-18AC-4C20-A61A-09D7BC3F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0E470B5-D3D7-4D3E-BB20-009831A2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0DD439-C835-4E80-8E83-A0687EA9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B091ED3-E39B-42C6-A20C-934F7C09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B24C266-FD42-4F0B-88FC-601EA94F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FB43A6F-17E9-4917-AD6F-6CE00AB0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B3ED4E6-686A-40F4-85E7-3D763D48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8FCEFDD-6223-4BF9-85BF-939397F6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7663966-7F6F-451D-8B43-0262FC80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B3820F5-E44F-42FD-A8B4-709EF3BD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E98A1F5-4A19-4642-8DB6-F1614C17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90FCB79-7737-44B0-AB2E-118448F0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E45911B-D9A9-4D07-B9A3-DA37D080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9EC6D9D-1218-4DED-93BE-F64F9CF1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AF9FF54-2280-4073-932D-1B2514F1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A085EC4-5790-4085-BA3D-7F71CB8F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094F0CE-DEFE-4F4E-8B55-7840C41B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006C584-0636-43FB-9FFF-EB628CE4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753D46F-D55C-4560-BDEF-7716F10A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155A83E-D219-447E-A4C8-E4AB6903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8744A20-4569-4F62-B32B-8D13E8C7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D1C7CCC-B252-4A20-BA75-A319A8BB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C3F931B-7B08-49A1-B55B-D41DC5AC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472283E-0498-4838-9ACB-17120FD8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4509371-970A-49F1-A75F-8B3E4075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BDC6AAC-12A9-4EF8-B7E8-AA19CA78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2301810-31BF-4AA5-97A3-C9AFD654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4CFB602-662A-460F-A186-C208A67C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B363981-107D-4A04-B97B-4BA2C420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22BC4E6-45DB-48E8-A66F-CC77F382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25DDD9B-BCD0-4130-9D91-B025B457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C35C8E2-9DFF-45AF-85B1-EC263B98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1DACD06-2BB9-4D11-902A-BA65EF23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CEB3DBF-6D4B-4D75-8FA9-122E1BC9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166D8C6-2B16-45D3-B173-3985A543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4A92CB6-C196-421C-BCB6-71B72BC2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ABFF69D-F70A-47CB-B514-5B00C016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B94B84D-75C2-46AD-9334-D737D6D1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23FD8D4-30E3-4B64-AC4A-0948C8E8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129BBBC-40B4-467E-B62D-D5D6DC20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FCCA5CC-576A-47DF-82E2-77796E26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7397497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17867ED-EAE1-49BA-A784-300A5C46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B0EA9D-84B7-4F14-A65C-95731201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788426-4101-42AB-8F07-97A48E0D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4E861E-9AC2-4BB5-935F-730FB9AF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91063-01A0-4C24-8066-581A1A64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e603b7183a4ee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A45F2E-458D-4074-9E46-660BB45A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734BD-7A86-4595-85CA-F42A57DB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08226-CAAE-412B-B8A2-9D285C85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B0B91-F7E7-4DFB-B654-F13072FA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ACF4E4-73EA-446C-A504-1CE2E719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362DE4-A4C5-4E28-99B9-C37A7663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59A7C7-044F-4BA0-825C-771F48D7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C775BC-5C58-4556-8E09-D75969D82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8675FC-FA6F-4EFD-B000-EEFCEE82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0809CE-66BE-40CA-8184-74463652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625C7A-26EC-41E3-9C92-509C7537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F5E5BF-844A-4791-8E06-6719184E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931AAA-E925-4B13-8AC9-328F0ECF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80CF31-8492-47A1-AE45-3F72D172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5BA468-69D4-4E23-9105-AF9C411E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3D952E-1FEB-435E-8794-5FD9817A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A82AB8-A84B-4EDE-9E33-756CCB44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4D9895-C25A-4259-9F2A-3340AA47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E60E99-3E51-4835-BF34-A2A92542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F4D9D1-0FEE-4DF1-A90D-3EC7663E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973CA7-49A6-469B-B981-4CE25980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35A404-CC8B-4A3E-9A6A-BD25E484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BA8AAF-B215-4A21-837F-2C147FF0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5537F1-E8DB-4F4B-96F6-D7AACF72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918EC0-5FEA-4DFC-BA47-91CE86A4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0E3734-B3C3-4CD4-A575-089E4555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3AA3EE-50E1-4B33-884B-8E1092D7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981D58-5AF1-45BB-8EF3-CCB7E6DE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140083-ED36-43CB-92D7-C0F375F9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187F66-1DE2-4991-9E68-56C366FC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D187D2-321B-44D2-8984-532B1256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7A5571-4265-4990-8959-9114DF9C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924D4B-3879-4F14-B1A4-F2301ADC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7AAD2B9-184A-4077-BC3F-6BB16A5A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6017C4-A349-4A16-B764-7A0C2429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AC4F46-1193-45CB-B580-6171CD77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FE40B4B-178C-448E-95F6-9594E703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5DF63F3-34E5-4D29-B06E-2E1FD386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56FDC06-A980-441A-B9BB-5A61A09E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0626462-BC25-4CE6-9528-8CDF8A7E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DE8639-C0A9-49A8-8568-A989D0D7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8069138-E5F8-4080-9B43-2A04C637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B2E529-5A17-4CF5-8802-390EAB83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91AFBD-4141-4752-A30E-9027CC3A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10DB263-13A1-4E1C-BB92-DDF52761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09AE2A5-1533-41A2-8DA9-0538192E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D798FA0-FECB-4599-A5C7-8A0253DC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A35510E-CAFA-4AB6-805E-4DD36FA3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DF40A74-AE1F-4E54-BB75-919A17FB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91AA84F-7204-4308-8EFE-6E041AE1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965D676-D72F-46D0-A33B-6EF6D685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87230B-507D-4C04-AB48-970657FC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844BB72-C1F3-4FB5-AED6-99C2B5E2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FE40FBA-53A1-43AF-B2D5-D8775858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63C4589-F485-4616-A65D-74D403C5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08D3B6E-C234-418C-9434-8AF1A6AA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EBA816C-66FB-4C48-80A2-B8EF46A8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F24E8F0-CE8A-4528-B571-C674E49F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BA192AD-F742-4275-852B-08E46D48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5C9A17B-3DAE-48B4-9A3F-AC70BE10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E7CAE4A-7E89-4104-B0C1-81F6F3E9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042E36A-42DC-498A-B849-244CB760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573B167-3196-42B6-9D20-BB89FFE2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1C2F3BC-F48B-482A-852B-B9D6C6CC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5CA76D5-40AA-42F4-849F-BB18479D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72C023B-286F-4005-855D-3121A789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6E55DC3-597D-48C8-B0A4-901D1AC0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99270A8-C18C-45B7-BF29-26FD4EF9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FB68C99-4372-4E50-B0B3-F1B2CD3A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7F0E85E-A6F7-432D-B8E0-71586556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4F69D59-6DD6-4BF2-9593-6BBE9E0F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318ADC0-E163-44A1-8633-10E41BBF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6079E38-521A-41A7-9E66-DFC1958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95914FA-2102-4E4F-B9D4-A76FDF72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EC4623A-7FA0-42B6-A533-D6EAE91D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17C6545-4A4C-4BE7-8650-70C6DC15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C05AC86-F6F8-43DC-AB9D-5EB4CF50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F1F69AA-181D-4D12-B1C0-EEF481F8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07235F8-C6BA-4BB9-A7F3-7C2C6757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DD4BD8F-5332-4FF2-9708-8E4559BE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337BBAF-C5D4-4848-A8A7-9CA74670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FA7AA3C-AC31-4675-8CF3-689A6903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064F1EE-98A2-48AB-A871-D701F2A7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52FC556-93C4-4FB8-A5F2-01521C24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A6E2A46-970F-4D4C-A05B-C87939AC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05BB38F-A63A-4935-9A91-0F268C66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0B290C0-4639-4189-9108-6B815508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AD71C21-1A4D-49AB-9CB6-D49B33F1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582E816-E81C-42C7-8C33-4DE68F57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873728B-65EE-4BED-B2A9-B139DDB3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10C3B5A-155C-4C4B-8546-A81903C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24802766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C1FE24E-D547-4834-A153-28147196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B77B59-9648-41B3-B279-74087D8BE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946C6-0C0F-466A-A478-9D97BAF9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A5789-6D2A-47C8-B01B-F55EF1E1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56C62-D1E5-4707-A483-9A7AC303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791f1eca747d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706F4-A9FC-4C2C-90A1-CB41B7FB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4CF4F1-89AE-49F8-A283-9853CDF6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2C1866-5B5F-4C58-A2D5-5C347CD3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BCBF82-8DD1-483C-948E-D2D076D5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56F0E3-8593-482F-8F8C-0899D814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EA5756-3668-475D-AB4C-C92E6ADB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A9701E-25CD-4D65-8590-1F8B59C3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F2FDB5-334D-40B4-A305-21BDC083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E0170C-5889-4E30-89D5-1BA1BABD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FF6EF2-5E29-4624-8ABB-C93B8715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52CBD9-C80D-44ED-BC15-6895A96F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378CA0-3B38-4A41-BA7F-AED1964B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E7AF88-ED3E-4B7D-964B-A35E78C9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2D6937-7F31-464C-8E8F-6E569D26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D176DB-BB05-40F8-9168-E613FBCA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02B850-7EE6-4FDF-9BF8-CF0E1BDC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FD129F-4066-4A0B-8C1E-B0266B08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E905D3-FB54-4B74-BC40-FE9635B9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B883AD-131D-40BE-B1B3-3BC52FA9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677F76-0265-4A3C-AE38-EF34A9D7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C6E511-77DF-4198-9410-ED73FB6B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E3DDA4-B708-4DDF-8EFB-B1C46C4A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A6547B-10A4-4FE2-B473-F9B15CE5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817D43-4A91-493C-94DD-9E87B868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225283-7283-4D52-AADC-0BAFBBEA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5F9A33-C10F-4DB4-9F1B-D78FC882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94116A-EC00-4A94-9865-231B6897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04BF3A-BA0F-4EEA-9265-BEF9CF40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A3A733-6578-495A-BE27-0E0294BC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C2F9C8-DC76-4F64-870B-BAF98060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A422A8-9EE3-4E0B-B484-E403027D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2FC8E4-F513-4825-A086-6A9ECDB0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DE71FC-FCBA-4AA8-B67B-6BE92437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7823E9-423F-4728-84F3-66C63C4A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60200F-3B73-4580-A983-84001F17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11A5EDF-3C7D-443E-A0D6-6B88C6A7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DBCE85-4519-4929-839A-5CEB2E78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B81B28C-A163-496D-A5CC-3AD93D3D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C5B5A46-B22B-4092-898B-A4D4230E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5920DD6-3532-43F7-BF7A-01EA90D9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BCD6B9-8883-4768-925F-C6AD7358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76F04A-1C3B-4531-8164-F308FD6B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37C32F4-B2D1-4BD8-82D2-61B35A20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F8B6E3E-AA0A-465D-93EC-0EC1E891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6EE4B2-C63B-4B8F-AD59-ECB5AA3B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816EC96-9B87-4513-82EF-F5A5DE1F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E7F0CA8-B459-47F8-B60D-4019A246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D0DD61C-BA87-419E-AA38-AC4C7A47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17EDF6F-59A6-49DE-99C7-C29358FC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CFC6CD-8BED-4542-B038-3FC831B7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72D1E6C-3F68-4B8D-B0E3-C899BB41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BE8C3A-3377-4E82-9E8B-9BCCCB9A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9F5B491-9D54-4EC0-9537-D95A79B7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5231705-281A-4C6B-8A86-5C6E6907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9FEBE40-3499-4A22-8EBB-FAE7412D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88D5A37-9433-4E1C-AA0C-06ACDEBC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AE848F7-6387-4007-ADB9-70B92ED0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8E7A744-0897-4D13-A7B0-C53D9661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19FC1D6-F1AD-4DEF-A868-D8D8D862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90A1AB4-716F-4D4A-8571-43DE05D8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2E333CD-4B41-4C8E-9B16-2D426CFB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E835808-6908-40ED-A5B3-997CB899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D453245-63FF-4749-8F8C-7D8DF267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A7B35CB-6B5E-4C5C-BDE9-EB5FB562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99CA232-C8D9-46F5-9051-6220E707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7A3F49D-DB22-44C4-A118-A6DFEBD4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D8F622C-0C1E-4869-9740-E87D4B71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4DA5561-F225-4724-B9F3-ACEFBF48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F37F0A6-465A-4BD3-85F5-FC165821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8BEA2C6-E09B-4CD4-BEE1-EC40836D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55703FF-23BB-477E-B6DE-C956C973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BAEA478-C29A-42FC-9F34-856CBD07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A2551AB-9A37-4130-9DDA-48755849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3A9CE1A-9A5A-497D-A339-FCF0F243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6FAD1EC-AF89-4DD4-9FCF-B85095CC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283A793-E0EE-4A30-ACB6-8461056C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E2D9A61-9695-4AE4-84CE-7FECB1C6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3D3EB82-F3F1-40D2-B532-886EA94E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8B77E3C-E43B-4E77-8897-1537E314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300150D-CA15-4D8E-B1EC-7AF85398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EED46AB-3AB7-438C-B451-2B19B3A5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1A33DF1-BE8B-4D1F-B074-B5D4BB0B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5B3C6C3-D1A7-42C6-9DDF-99D02EB3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E827731-59D2-4B45-8392-2FF4BE6E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FF3C67E-96AF-4A92-9E42-131A0984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884F770-1E9D-4C6B-9B2B-10A59F56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7A0CE6C-D532-4101-80A4-16E87AC1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12527F9-CE81-4EA6-8115-0F826A2E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7B7151F-5447-4FC0-81C3-C9F1ADD7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483C3DB-6CF1-413C-A071-429B1A7C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357F6B4-F7D2-4E26-B2D7-C4298768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D8AC6DA-9F50-49C7-BC3A-29579A70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FA6EF9C-A642-4619-8928-EA93EB1C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024D695-9911-421B-9D68-9D0374C3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FAEEA38-D041-4469-9EF5-D3C10362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21294877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5FCC4A6-5036-40B2-B0FD-F09C8291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8BBE3E-1EDD-439F-B6B0-F3A28C93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27A19-5263-4AF1-987A-7FCC2540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7D906-18DF-47E4-B26E-C4C521F2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E5ECB-8439-42EA-8295-3C9764C7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10a34eac7944a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A285F7-BFE4-4FA2-A6D0-6F48B661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0AF1E2-C7BC-4254-A371-BB6DB84F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DCDE11-CE8E-4614-9E23-9100A555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A9AC69-D96C-4192-A418-94FAF0D4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3DD343-D459-43B3-B5C5-196B3B78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863749-F197-4EA7-A541-52D6F524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81430A-5A1A-4B10-A9DD-CBB469AF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A81543-013B-46C9-ACB2-3D3D7363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3A28E4-F6BE-4AD5-AF94-95B0ACC3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B234E2-B6E7-4A30-BE4B-8350D236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906B9F-2929-4C47-9FB1-FBD0C93C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B513D5-8B7A-4FE3-8581-9B21D8BC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EBF8EE-65CC-43CE-ADDA-72D98780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B35357-A3A9-432D-9E8C-C4F571CA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A05D-9159-484C-A914-C597676A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F62548-243C-425B-AD92-1D06C20A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DF93A0-21B7-4895-AB75-6CAE1524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E218A1-0437-4F2A-AE06-3E887022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FCBA7F-3292-4E4F-8D68-4E085AFF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F032F5-E3B4-4052-8288-9B234552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95A14B-29F7-4024-9559-5183CDD5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97802E-38D2-4A22-A989-2FC32FFD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71C672-C7BB-475E-A83D-793AFB74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64B5F6-BF70-4A89-96CF-978F4BDD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02DD6A-4AB8-4281-AB6E-8E3024A5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7A8F-3C5C-46DB-8C62-B648B56C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9B8A6F-5BCE-45C3-8582-50865077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31523E-5AA7-46DA-9B7D-00423362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EFFE44-63AF-40BF-91F7-2F37AAA2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2C7D1D-5634-4BE7-9100-A75695A5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ADC30F-A489-4408-AF46-805AB8E8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80749E-FE67-469B-BEC4-ECB31DE2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B4B555-B30A-4029-A7A5-71C079F9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9810197-3560-4E07-817E-EA743B14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D13D16-A286-4E4A-9A83-C3BD86A5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AA5CF9-A4BB-4EF9-A750-A179945A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E8E5BE3-405C-482F-8333-D29EEA03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715104-DADC-42AB-887E-F983FD22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37470E8-D0A2-437D-9653-3D3C02E9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AC92CD-E25B-47AE-A8D7-E5A22E65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4BC3822-4016-4398-B62E-1C2F6C1E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B9C632-D57A-4B6D-AC4A-C9D63B80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0C39375-3C8A-43A3-974E-168724E4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C74D7A2-9141-4388-90A7-F7775652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04955C0-4165-4386-AB2F-08B9ADCD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0C214F3-CCFB-410B-BC1A-860C038A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6D9FB65-E06B-4A65-ACE9-91D3C4C0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457E915-0F05-4E49-87B7-348D9AD6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EF4F05E-405E-4DBD-8B7F-2B1D0B6A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A4C8DAE-4983-4D3E-8244-87FCEC5C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AA644F3-2E0E-4E6C-8EB1-13AFFFC7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52F489F-C37D-404C-AC3A-EFDF7AEA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9BBE8DF-662F-4FD9-929A-886D72D9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0B27012-CDAC-4C5C-B180-2381914F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98F6F8A-9A92-40E6-9E1C-724BCBEB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335D8EB-CFF0-4067-993E-5DEF8AEF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8B02DED-FBC4-4FC9-9D6D-226C8CD5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B5D008-A312-4C6C-A400-F9F2C484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CA4566E-B62B-4712-BE8B-20FB3138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F24912A-CCDA-4E02-9BE6-AC44114D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3EBB36D-FD7D-47FE-B7A2-62411245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3E49FAE-6770-4B5D-8F65-3FF643C6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F20209D-6309-48DF-9B74-67D1960F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820A514-BD9B-4B55-9C5D-A4928642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6F0EFA5-EE52-4FA0-9F32-EFCDAF44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647C424-0819-4AC8-9A8B-ECFA488F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9772C02-EB44-4626-8DB4-A2CEC809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9E5AC74-10DB-45F4-A012-28445D03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37DE7C8-4B5D-4A83-8A0D-4003DE13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1E8E72A-BCD7-44D5-BEF8-9EF21042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DC29AFE-228B-4B63-92AB-E2200DEC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CD77F8A-FF53-4B89-9349-0E12FB2D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66A96AD-FBB1-492E-9AC9-CEFC2DD8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890A6FF-EAAE-49FD-8E31-D48BC93E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D7078A0-DEA5-45AB-8900-29137337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7001D50-7386-4D03-9E16-4634F80A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507D9DE-FD81-4CC9-A459-82633BEA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7CD7D5A-1867-4080-A6B5-AD0F41CE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59DF176-7007-47CE-A7EA-A84E481F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1A00A01-B34A-493A-8B69-AB21FC99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DF8DAF9-1459-4C6D-9E36-E54B8FC2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DE77D8D-5171-424A-9C11-35F7811A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E1A1C71-0755-4AE2-B55D-3290B878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81530C8-3ED0-4972-A3ED-A9B7F538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9B839C4-15E8-4903-8F36-FEB02CDA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65D7806-3308-4BF2-A34D-8568F265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52A7CA4-CD10-48F5-A97F-618654A8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D61A5F1-83D3-4870-B87F-6F7E14F1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68365F4-E4C2-4200-BB8D-11FD7E7A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9599686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D6801FD8-80A2-4DC0-92A2-806E815B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206CA-4017-4033-87C9-92A66846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29806-8D40-40A1-9687-B595BC39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5779A2-B547-4E25-8461-C91418AB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119B2-75AD-4988-81A2-2A998AE8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8da2fefd94423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C8686-6995-42A7-B32B-8419A4DA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B6C754-CF3E-44BA-AFF0-47E31626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474B9-EB05-43E6-AFF2-608B6AC3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D3E3B-101B-4FA5-BEA4-F9110CEE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13BEE-8F16-4C94-8734-04167345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192EE5-EB8A-4117-8309-CE622FAC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AFF53E-1CFC-453D-9556-80632356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64281A-1A9D-4929-94D2-00FB3EC3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D9366A-A97C-4CE2-8C78-86D71D6F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AA650D-5832-4A4C-8C8B-E70A0338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E6BD18-240D-41C6-A954-EB303255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BB6DFD-C1D2-4583-B1DE-333B3592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AAF2BD-DCFC-4C65-AD3F-F2F23924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9D953E-D4C8-46EC-AC98-E3DE2089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40724E-B694-4960-857C-E12B894B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6505EC-5386-43C9-8BE3-8A3BEBF1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F0C9C6-5517-4298-AE39-73261A40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C33746-636F-43B5-8B81-C9A852F1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723A49-7B2D-46B1-8222-85DBFA52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6984FA-9863-4E43-8C80-E1B8EFF3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ADB4AA-6A6F-4526-A023-41ED81B9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CC8EFA-8F92-4EAB-AF3D-A7AD84C4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D7741F-4ACB-42F4-B5D8-63D8242D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B6D097-65AA-4209-A727-B3E9A7EC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C04E74-7B90-4895-8473-BD6B57BF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6E0D06-053A-4C62-A533-ACE35C91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FDB252-AB21-4D2B-A955-A3F1D470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DEB2B4-D2D2-4938-AC07-CBC43386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1A13B6-60C1-4A22-A8FD-B0192272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60BED5-6C00-43BB-A730-B42BAD8A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956365-6962-4FF1-A97E-39EF2712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D8FBDB-65A3-427D-8D3F-8185C111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438F68-3B73-4935-B8C1-9F8166F5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5A3634-180F-4BE8-87B2-3B098097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AF2ECD-C393-46D8-BEA6-61807C95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A30090-E523-44B4-B671-E110BFEE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565CC9-06D5-4B08-A832-27152B71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A23799-12A8-4757-A08C-A9A82965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B12EB33-F96A-4C93-ADDD-2FF6CD5C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9512C5-855C-47C8-8676-E9ADEF44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AE2CE3A-748A-462A-83B1-DFDD884B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8C4F4DA-4296-43F8-BC34-F1B920A7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70116B4-1852-42EC-968E-7B772382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7269504-0ADF-4B43-BEFE-C50CB234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FD9994E-9E3B-4B6C-8CA3-156304F6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2D309AE-56D8-4D9E-BB17-99C61007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374467-F958-43A9-B160-DB591D22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3C96D9-886F-4B90-B1EF-AACA140A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CE5CF6-25F8-4288-A887-4E18743B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BAECA4-2A19-45FB-AD9E-945889F1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9601B89-5610-4608-9823-8A9B9627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6873713-8A55-497C-B696-64B27289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7650FE5-FF50-4164-BDCE-B5AED054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7C920F8-6A30-4A50-97DF-B3A1ED93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4A0DB92-E8FB-4917-9E45-A5F2512B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A95A478-CF24-4A87-8BC8-DCF0AB08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E5CCF07-3E82-464B-AFD1-D440C3D9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D819C51-E78D-44AC-BE4A-B8AE1B6B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32C5EAB-E49F-4B28-AED3-7681F2C0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88C50AA-0FFD-4094-9DE8-96B9D779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E54611C-14B1-4C7A-AD73-741EEB11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04B1BDA-5335-4227-AE10-00978785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E01FA0E-1894-4EF9-AFF7-D5A8DC47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58DC879-7121-4047-9048-B81C87CE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C0CFE8A-9777-4BFF-9D81-8EE122FA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376C94B-6EA9-4EF1-A077-86ECA450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64D4616-53F5-4EC6-9A00-4817A94B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25123C6-BD29-4044-BD62-E998FDCE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DF4217E-035A-40BB-92EE-8E789442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E1E8930-190D-4E5D-8915-09E30B8F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1AB4EF7-3047-4F5B-AA92-9FAE16C7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7EB5A2E-EAEC-40F6-9A9C-29CCAE6C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93FF1D2-EEE5-407A-86A4-210534F4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5951FCA-2FFE-49B0-86D1-00FF78E0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B2030B0-32E8-441F-953E-A2FF7595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6BF2A91-19C2-40E9-97C9-7E272520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22A0E75-4D64-41B8-AC38-EF5F8BE8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BDB2D85-AF3C-454C-AB8B-7DDDA0CB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97601F7-ABCB-48C8-B769-3DF339F0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AF978EF-FA13-4DEA-AD56-296DFB3D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30DDEDA-7146-4D9C-A518-727C1B89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8263100-F38D-42BC-ABA3-B7AA0A5C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2A811A6-2C08-4D52-95BE-DD3FBB85B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BA0C63C-F02D-46CF-B219-36D3F1DE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C2366BE-DCA8-41D9-95FD-52CE769C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F874F15-C2E1-48C9-8C46-E2BA6703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6077466-7467-4854-9E4E-10A57161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DC2F920-4F00-4366-8E9E-6DD265BB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E4970E0-BE08-46CE-A5D6-EBE132EE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568904D-8D95-4600-8FE2-866631A6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D74955A-0662-48C5-A871-D797586D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74CA96C-DA45-474F-9AFA-18DE4EC3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7E8DD9F-BA92-4AAE-B4BF-A0CDE1CA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61B0A16-1DF8-4DDD-A94F-D953F9E8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095EB6C-A1A6-4AA6-9D07-06470445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BBAAC84-F6F9-4DCB-8308-527666AB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5A9B61F-E9E1-4C38-98C3-D1108F65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650514FA-ACC3-4EB7-9D55-F4D361E5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B2EC033-30A8-4FDF-B9E5-2B721943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E87EEB9-1855-41B5-8B97-D4747F47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CAAE8B7-7697-413F-86F2-428C7BB4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0ACAC4B-B592-493C-A3F1-26892F30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17FB1F1-1D43-42AF-B89B-DBA734D0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7E87817-7952-4073-9303-21DBFB8D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9648C2B-841D-4677-A66D-98270B99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E1643A3B-BA2E-4713-AF5D-AB17CABF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4400AAF-B8E6-4618-9DDD-327070D0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BE4E8A3-3C14-40CE-8E49-8A81BDEF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178CC91F-F04C-4062-8910-96471BE5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A8B8C67-FF87-403E-91EC-7F61BAAF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EFF3C82-51E6-4B76-8D33-F12750EC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2EA46CD-CB9F-4D76-BDE0-62D95ACD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32DD6D3-66A6-473C-B62D-D0967BAF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8DC1EE9-88EA-49AE-BB30-29A48B5B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4D033B0-2A8A-4805-A004-D0B29F10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312DC9B-41A0-4F67-A02E-A58EA3B2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0EC4B3CD-C839-4937-83A9-1F28D3BA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F0D5124-45B0-406E-8352-55293D00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FC73CA79-1A4C-4779-A3AB-D3F0CD00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28CCD65-7995-4F29-B679-C6AFE904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CF4E54B-7F00-4BFF-8590-92CBFC2D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566BEF8-D4A6-421D-85AD-79BEE98D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FB0701C-1A84-4135-B712-4A18B358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E7D9C05-0C7C-4B00-898B-8A48E26E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9EACF542-DBAC-453C-8332-5EB4119D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9C99A746-960A-4BD5-97CA-0EE4BCB2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BCDDE627-2AA2-4645-911C-FE45139F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9CFD4AD-1A53-418F-AF70-CECF1E68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9331367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DA496B-1FD3-4A27-94B7-15A69284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63128D-9CDE-4283-95E4-773566DE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FD8183-3ABF-4201-820F-45473700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84FDF-1692-45F5-8A5F-6F257F4C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1126d781eb464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C1FE7-5022-450D-B04D-AF4656D1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BD379-E7A6-4BF6-AA00-D8C7EDC0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4061d578e64819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5625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2026-08-24T23:20:34.6540000Z</dcterms:created>
  <dcterms:modified xsi:type="dcterms:W3CDTF">2026-08-24T23:20:34.6540000Z</dcterms:modified>
</coreProperties>
</file>