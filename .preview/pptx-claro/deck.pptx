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eadbc037074dc2" /><Relationship Type="http://schemas.openxmlformats.org/officeDocument/2006/relationships/extended-properties" Target="/docProps/app.xml" Id="R79b47b65178349a4" /><Relationship Type="http://schemas.openxmlformats.org/officeDocument/2006/relationships/officeDocument" Target="/ppt/presentation.xml" Id="R254e57b7a5db4d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5384356e8574e85"/>
  </p:sldMasterIdLst>
  <p:notesMasterIdLst>
    <p:notesMasterId xmlns:r="http://schemas.openxmlformats.org/officeDocument/2006/relationships" r:id="R66bb42bfe1dd4632"/>
  </p:notesMasterIdLst>
  <p:sldIdLst>
    <p:sldId xmlns:r="http://schemas.openxmlformats.org/officeDocument/2006/relationships" id="256" r:id="R7500ceaac38a4320"/>
    <p:sldId xmlns:r="http://schemas.openxmlformats.org/officeDocument/2006/relationships" id="257" r:id="Rce931c5557c34fbd"/>
    <p:sldId xmlns:r="http://schemas.openxmlformats.org/officeDocument/2006/relationships" id="258" r:id="R81778e5f56c84ecf"/>
    <p:sldId xmlns:r="http://schemas.openxmlformats.org/officeDocument/2006/relationships" id="259" r:id="Rfa5d596e8d79414c"/>
    <p:sldId xmlns:r="http://schemas.openxmlformats.org/officeDocument/2006/relationships" id="260" r:id="R4b72fdc84f6e4587"/>
    <p:sldId xmlns:r="http://schemas.openxmlformats.org/officeDocument/2006/relationships" id="261" r:id="R4b38cb36a1344020"/>
    <p:sldId xmlns:r="http://schemas.openxmlformats.org/officeDocument/2006/relationships" id="262" r:id="Redf2b593bab54004"/>
    <p:sldId xmlns:r="http://schemas.openxmlformats.org/officeDocument/2006/relationships" id="263" r:id="R1cb82a551e1c493f"/>
    <p:sldId xmlns:r="http://schemas.openxmlformats.org/officeDocument/2006/relationships" id="264" r:id="Rfe29b2e2f16d4832"/>
    <p:sldId xmlns:r="http://schemas.openxmlformats.org/officeDocument/2006/relationships" id="265" r:id="R79985d2fff15482f"/>
    <p:sldId xmlns:r="http://schemas.openxmlformats.org/officeDocument/2006/relationships" id="266" r:id="R66d7ae991ab9453b"/>
    <p:sldId xmlns:r="http://schemas.openxmlformats.org/officeDocument/2006/relationships" id="267" r:id="Rb2e328024d8249ce"/>
    <p:sldId xmlns:r="http://schemas.openxmlformats.org/officeDocument/2006/relationships" id="268" r:id="Rbe3bfb78bc62436e"/>
    <p:sldId xmlns:r="http://schemas.openxmlformats.org/officeDocument/2006/relationships" id="269" r:id="R2ae5e880f9264364"/>
    <p:sldId xmlns:r="http://schemas.openxmlformats.org/officeDocument/2006/relationships" id="270" r:id="R1881b42a0af244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fa1c22392044905" /><Relationship Type="http://schemas.openxmlformats.org/officeDocument/2006/relationships/slideMaster" Target="/ppt/slideMasters/slideMaster1.xml" Id="R45384356e8574e85" /><Relationship Type="http://schemas.openxmlformats.org/officeDocument/2006/relationships/notesMaster" Target="/ppt/notesMasters/notesMaster1.xml" Id="R66bb42bfe1dd4632" /><Relationship Type="http://schemas.openxmlformats.org/officeDocument/2006/relationships/presProps" Target="/ppt/presProps.xml" Id="Re1216327f11c47c5" /><Relationship Type="http://schemas.openxmlformats.org/officeDocument/2006/relationships/tableStyles" Target="/ppt/tableStyles.xml" Id="R048d0ea11e4a407a" /><Relationship Type="http://schemas.openxmlformats.org/officeDocument/2006/relationships/slide" Target="/ppt/slides/slide1.xml" Id="R7500ceaac38a4320" /><Relationship Type="http://schemas.openxmlformats.org/officeDocument/2006/relationships/slide" Target="/ppt/slides/slide2.xml" Id="Rce931c5557c34fbd" /><Relationship Type="http://schemas.openxmlformats.org/officeDocument/2006/relationships/slide" Target="/ppt/slides/slide3.xml" Id="R81778e5f56c84ecf" /><Relationship Type="http://schemas.openxmlformats.org/officeDocument/2006/relationships/slide" Target="/ppt/slides/slide4.xml" Id="Rfa5d596e8d79414c" /><Relationship Type="http://schemas.openxmlformats.org/officeDocument/2006/relationships/slide" Target="/ppt/slides/slide5.xml" Id="R4b72fdc84f6e4587" /><Relationship Type="http://schemas.openxmlformats.org/officeDocument/2006/relationships/slide" Target="/ppt/slides/slide6.xml" Id="R4b38cb36a1344020" /><Relationship Type="http://schemas.openxmlformats.org/officeDocument/2006/relationships/slide" Target="/ppt/slides/slide7.xml" Id="Redf2b593bab54004" /><Relationship Type="http://schemas.openxmlformats.org/officeDocument/2006/relationships/slide" Target="/ppt/slides/slide8.xml" Id="R1cb82a551e1c493f" /><Relationship Type="http://schemas.openxmlformats.org/officeDocument/2006/relationships/slide" Target="/ppt/slides/slide9.xml" Id="Rfe29b2e2f16d4832" /><Relationship Type="http://schemas.openxmlformats.org/officeDocument/2006/relationships/slide" Target="/ppt/slides/slide10.xml" Id="R79985d2fff15482f" /><Relationship Type="http://schemas.openxmlformats.org/officeDocument/2006/relationships/slide" Target="/ppt/slides/slide11.xml" Id="R66d7ae991ab9453b" /><Relationship Type="http://schemas.openxmlformats.org/officeDocument/2006/relationships/slide" Target="/ppt/slides/slide12.xml" Id="Rb2e328024d8249ce" /><Relationship Type="http://schemas.openxmlformats.org/officeDocument/2006/relationships/slide" Target="/ppt/slides/slide13.xml" Id="Rbe3bfb78bc62436e" /><Relationship Type="http://schemas.openxmlformats.org/officeDocument/2006/relationships/slide" Target="/ppt/slides/slide14.xml" Id="R2ae5e880f9264364" /><Relationship Type="http://schemas.openxmlformats.org/officeDocument/2006/relationships/slide" Target="/ppt/slides/slide15.xml" Id="R1881b42a0af244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fefb313c7b4c0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0bceca10f9401e" /><Relationship Type="http://schemas.openxmlformats.org/officeDocument/2006/relationships/notesMaster" Target="/ppt/notesMasters/notesMaster1.xml" Id="Rbd9bd8e496f7419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e1b0eb93194aaf" /><Relationship Type="http://schemas.openxmlformats.org/officeDocument/2006/relationships/notesMaster" Target="/ppt/notesMasters/notesMaster1.xml" Id="R2ed195455cd74e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11e513638e4caa" /><Relationship Type="http://schemas.openxmlformats.org/officeDocument/2006/relationships/notesMaster" Target="/ppt/notesMasters/notesMaster1.xml" Id="R76978b1e0d3344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d9f3e6801c4284" /><Relationship Type="http://schemas.openxmlformats.org/officeDocument/2006/relationships/notesMaster" Target="/ppt/notesMasters/notesMaster1.xml" Id="Rf6319eb9e23645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15c55604c249bf" /><Relationship Type="http://schemas.openxmlformats.org/officeDocument/2006/relationships/notesMaster" Target="/ppt/notesMasters/notesMaster1.xml" Id="R8a68a16cc7444a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7b0c469de045db" /><Relationship Type="http://schemas.openxmlformats.org/officeDocument/2006/relationships/notesMaster" Target="/ppt/notesMasters/notesMaster1.xml" Id="R2a3afe4c7a4a46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62d0a0aa634cc5" /><Relationship Type="http://schemas.openxmlformats.org/officeDocument/2006/relationships/notesMaster" Target="/ppt/notesMasters/notesMaster1.xml" Id="R32c65bad26234e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819905c63647d1" /><Relationship Type="http://schemas.openxmlformats.org/officeDocument/2006/relationships/notesMaster" Target="/ppt/notesMasters/notesMaster1.xml" Id="Rab60cb421088463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4cd44168624e5d" /><Relationship Type="http://schemas.openxmlformats.org/officeDocument/2006/relationships/notesMaster" Target="/ppt/notesMasters/notesMaster1.xml" Id="R2823cf75f3bd44e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05c206be2614bcf" /><Relationship Type="http://schemas.openxmlformats.org/officeDocument/2006/relationships/notesMaster" Target="/ppt/notesMasters/notesMaster1.xml" Id="Re3a3d6f776214a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2cdf2c45a3428a" /><Relationship Type="http://schemas.openxmlformats.org/officeDocument/2006/relationships/notesMaster" Target="/ppt/notesMasters/notesMaster1.xml" Id="R9be079119838444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e90c65fb9984223" /><Relationship Type="http://schemas.openxmlformats.org/officeDocument/2006/relationships/notesMaster" Target="/ppt/notesMasters/notesMaster1.xml" Id="R42ff6fd1cf6e4e2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f5ddacf2daa446c" /><Relationship Type="http://schemas.openxmlformats.org/officeDocument/2006/relationships/notesMaster" Target="/ppt/notesMasters/notesMaster1.xml" Id="R8bf352e63a0041e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13870c72d2b47e0" /><Relationship Type="http://schemas.openxmlformats.org/officeDocument/2006/relationships/notesMaster" Target="/ppt/notesMasters/notesMaster1.xml" Id="Raadeb33796554cc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2af64be79e24131" /><Relationship Type="http://schemas.openxmlformats.org/officeDocument/2006/relationships/notesMaster" Target="/ppt/notesMasters/notesMaster1.xml" Id="R96ad1cb85f2b4c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8dd71bb6f14b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f24d3906a94128" /><Relationship Type="http://schemas.openxmlformats.org/officeDocument/2006/relationships/slideLayout" Target="/ppt/slideLayouts/slideLayout1.xml" Id="Raccbb0f351a44d2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cbb0f351a44d2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ab546504f4db3" /><Relationship Type="http://schemas.openxmlformats.org/officeDocument/2006/relationships/image" Target="/ppt/media/image.png" Id="Rb8026978d1004ddb" /><Relationship Type="http://schemas.openxmlformats.org/officeDocument/2006/relationships/image" Target="/ppt/media/image2.png" Id="Re8054b550acd47de" /><Relationship Type="http://schemas.openxmlformats.org/officeDocument/2006/relationships/notesSlide" Target="/ppt/notesSlides/notesSlide1.xml" Id="Ra7c81945354946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719d6a7651499b" /><Relationship Type="http://schemas.openxmlformats.org/officeDocument/2006/relationships/image" Target="/ppt/media/image3.png" Id="R210079f5660f4a89" /><Relationship Type="http://schemas.openxmlformats.org/officeDocument/2006/relationships/notesSlide" Target="/ppt/notesSlides/notesSlide2.xml" Id="R77e2337aff3b4b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75f566a39d40c5" /><Relationship Type="http://schemas.openxmlformats.org/officeDocument/2006/relationships/image" Target="/ppt/media/image4.png" Id="R79813244d6f84c16" /><Relationship Type="http://schemas.openxmlformats.org/officeDocument/2006/relationships/image" Target="/ppt/media/image5.png" Id="Rbaac9198549c4b31" /><Relationship Type="http://schemas.openxmlformats.org/officeDocument/2006/relationships/image" Target="/ppt/media/image.svg" Id="R8db0ed684d3e4a36" /><Relationship Type="http://schemas.openxmlformats.org/officeDocument/2006/relationships/notesSlide" Target="/ppt/notesSlides/notesSlide3.xml" Id="Rf0d4dade94df4eb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fd838978f74fca" /><Relationship Type="http://schemas.openxmlformats.org/officeDocument/2006/relationships/image" Target="/ppt/media/image6.png" Id="R5774ac45c1a74a97" /><Relationship Type="http://schemas.openxmlformats.org/officeDocument/2006/relationships/image" Target="/ppt/media/image7.png" Id="R6bee6f173c2047fc" /><Relationship Type="http://schemas.openxmlformats.org/officeDocument/2006/relationships/image" Target="/ppt/media/image2.svg" Id="Rad3205fbc1704304" /><Relationship Type="http://schemas.openxmlformats.org/officeDocument/2006/relationships/notesSlide" Target="/ppt/notesSlides/notesSlide4.xml" Id="Rc8065f8ec25640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097110f484429" /><Relationship Type="http://schemas.openxmlformats.org/officeDocument/2006/relationships/image" Target="/ppt/media/image8.png" Id="Rb4e36bac53f74554" /><Relationship Type="http://schemas.openxmlformats.org/officeDocument/2006/relationships/image" Target="/ppt/media/image9.png" Id="R9fd65c18145e4380" /><Relationship Type="http://schemas.openxmlformats.org/officeDocument/2006/relationships/image" Target="/ppt/media/image3.svg" Id="R1e63f3ddae0b4318" /><Relationship Type="http://schemas.openxmlformats.org/officeDocument/2006/relationships/notesSlide" Target="/ppt/notesSlides/notesSlide5.xml" Id="R43629d5490d04d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bc5217c9c48ce" /><Relationship Type="http://schemas.openxmlformats.org/officeDocument/2006/relationships/image" Target="/ppt/media/image10.png" Id="Rfa3a293d813a4871" /><Relationship Type="http://schemas.openxmlformats.org/officeDocument/2006/relationships/image" Target="/ppt/media/image11.png" Id="R04a004246e2e4959" /><Relationship Type="http://schemas.openxmlformats.org/officeDocument/2006/relationships/image" Target="/ppt/media/image4.svg" Id="R127d74e6c46b4d6d" /><Relationship Type="http://schemas.openxmlformats.org/officeDocument/2006/relationships/notesSlide" Target="/ppt/notesSlides/notesSlide6.xml" Id="R5ef47f8ed2cf40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52354320a408b" /><Relationship Type="http://schemas.openxmlformats.org/officeDocument/2006/relationships/image" Target="/ppt/media/image12.png" Id="R60e1909b41a144bd" /><Relationship Type="http://schemas.openxmlformats.org/officeDocument/2006/relationships/image" Target="/ppt/media/image13.png" Id="R6d5a27f4505946dc" /><Relationship Type="http://schemas.openxmlformats.org/officeDocument/2006/relationships/image" Target="/ppt/media/image5.svg" Id="R5a943b90586e4f41" /><Relationship Type="http://schemas.openxmlformats.org/officeDocument/2006/relationships/notesSlide" Target="/ppt/notesSlides/notesSlide7.xml" Id="R5561b7f687bb48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4d2440e3c54f75" /><Relationship Type="http://schemas.openxmlformats.org/officeDocument/2006/relationships/image" Target="/ppt/media/image14.png" Id="Rd9426bffa23b4adb" /><Relationship Type="http://schemas.openxmlformats.org/officeDocument/2006/relationships/image" Target="/ppt/media/image15.png" Id="Rc1fa6dff638e4802" /><Relationship Type="http://schemas.openxmlformats.org/officeDocument/2006/relationships/image" Target="/ppt/media/image6.svg" Id="R2fe80cf628444167" /><Relationship Type="http://schemas.openxmlformats.org/officeDocument/2006/relationships/notesSlide" Target="/ppt/notesSlides/notesSlide8.xml" Id="R851f5912c1804a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6afeefc7de4539" /><Relationship Type="http://schemas.openxmlformats.org/officeDocument/2006/relationships/image" Target="/ppt/media/image16.png" Id="Rd65024cc8b2a48e8" /><Relationship Type="http://schemas.openxmlformats.org/officeDocument/2006/relationships/notesSlide" Target="/ppt/notesSlides/notesSlide9.xml" Id="R3c088b8140b84e5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1d776fad3640ad" /><Relationship Type="http://schemas.openxmlformats.org/officeDocument/2006/relationships/image" Target="/ppt/media/image17.png" Id="R9dff9c6d23d24aac" /><Relationship Type="http://schemas.openxmlformats.org/officeDocument/2006/relationships/notesSlide" Target="/ppt/notesSlides/notesSlide10.xml" Id="Raee3c6545770471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b6625d0204c9e" /><Relationship Type="http://schemas.openxmlformats.org/officeDocument/2006/relationships/image" Target="/ppt/media/image18.png" Id="Rf69846e452de4e26" /><Relationship Type="http://schemas.openxmlformats.org/officeDocument/2006/relationships/notesSlide" Target="/ppt/notesSlides/notesSlide11.xml" Id="Rb008ef2d68af4d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9c36de61894406" /><Relationship Type="http://schemas.openxmlformats.org/officeDocument/2006/relationships/image" Target="/ppt/media/image19.png" Id="R7240c0f8525e445c" /><Relationship Type="http://schemas.openxmlformats.org/officeDocument/2006/relationships/notesSlide" Target="/ppt/notesSlides/notesSlide12.xml" Id="Rc8fd9faa8bf7443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2293f350464efe" /><Relationship Type="http://schemas.openxmlformats.org/officeDocument/2006/relationships/image" Target="/ppt/media/image20.png" Id="Rbdf2f3d40e564f93" /><Relationship Type="http://schemas.openxmlformats.org/officeDocument/2006/relationships/notesSlide" Target="/ppt/notesSlides/notesSlide13.xml" Id="Rf665c098118240a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0713c09b04dae" /><Relationship Type="http://schemas.openxmlformats.org/officeDocument/2006/relationships/image" Target="/ppt/media/image21.png" Id="R108e52877ff547fb" /><Relationship Type="http://schemas.openxmlformats.org/officeDocument/2006/relationships/notesSlide" Target="/ppt/notesSlides/notesSlide14.xml" Id="R76351a00882a4a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a36caff354a31" /><Relationship Type="http://schemas.openxmlformats.org/officeDocument/2006/relationships/image" Target="/ppt/media/image22.png" Id="R76ce3d59339b4a23" /><Relationship Type="http://schemas.openxmlformats.org/officeDocument/2006/relationships/image" Target="/ppt/media/image23.png" Id="Re5f6ad14611a4bca" /><Relationship Type="http://schemas.openxmlformats.org/officeDocument/2006/relationships/notesSlide" Target="/ppt/notesSlides/notesSlide15.xml" Id="R568f78c933434a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BD9323-9046-42FF-9BD3-094B83FA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A4774-B8D4-4438-8452-DC2A9429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A37BAB-FB19-4196-99FE-3AE3C0DB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26978d1004dd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7EDFFB-C3B9-4EEB-BAF3-4D45D5D9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65BEA-1F9A-4143-A973-8389577D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054b550acd47de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FA06C4-BD05-43A9-B268-77DA10F0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1D829-1FB5-436D-865E-46B3C331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F1E2FC-28A3-4413-AA41-6CA19D5E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1109F5-23F6-4DF9-9EFF-8027819F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81233F-102A-4161-ACFA-4E820094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350BE0-0EF2-43E4-B41D-6302D8B7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F4466C-BEC6-4232-B1AB-73602F84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80E617-6344-46A3-9A20-CB07AF94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AE5217-F708-4BE8-8831-AFF0FD59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0916110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470F960-BCC4-407C-A5B9-1A0748D7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00BEC-1204-4770-96E1-48EEEDE7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705334-952A-4BB5-88D3-DDA10A0F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F5AA90-D1C3-473C-B45B-F1667386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9A176-4E49-4C80-A6D6-F2C640B8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079f5660f4a8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7BC82-F026-431A-8C5D-62D41E6C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E5521E-2708-4412-A597-E7DF2B54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8BE738-6E00-4918-8A71-EC5AF8CE6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07E47-B3C4-4D59-933E-FC88B439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4F31A-ED6D-4BA2-869F-F07E7DA3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03EF3-0453-4109-B6E5-075F2E5E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80FECE-72FD-41E8-A8BC-5D0EA163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2EFB87-7990-41DB-AE91-2CEF8639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C89FD2-F336-469E-BD32-04EA363D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2D51D8-8A7C-4380-BD2D-126A4A39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988F17-09D0-42B3-89C5-6B115CD3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EB9DB-1015-448F-83FB-CCF12CE3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EF0F90-7ED6-4CE7-8022-867C0073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8B05BD-CC35-4C51-BFF9-906CA6A3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80A7E2-3B7F-41C3-9FD6-B2E0C3938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040EA8-5B6B-4213-81A6-1782D3CE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7748E1-BF0E-4316-A6D9-9ECC494C9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4F4DBE-DC55-4540-8397-2C8C6C139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D34B87-35DE-4CFA-8D8A-8FC1AAD7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2D02EE-7DE2-4D70-9388-26E7E9576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B3E8EE-88AE-4A79-A177-F233C7AF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B0A00D-ED90-42E2-9C89-DC83FA55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F8FD65-A8D8-4EC6-8D83-8ECA49E1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69129E4-8909-4CD4-B382-EEB5ADC0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CADEA-F868-4AA2-89E4-B932CFB23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15C9C9-27DC-4A65-B2E7-DE737E4E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8DA8BE-F8E7-4065-9A3C-A879784A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7DB094-FD04-429D-AB4F-E0636DBD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730F92-DD5B-4919-8A51-C01B882A4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E239C53-5DB5-47F5-BCF0-6173096A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6F04295-0C11-445C-A241-E7766773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28BCBE-610E-4AB7-B3B9-958FD291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C73B8C-6EB6-4BB5-9FC8-F94AA86C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F8B432-D42F-402A-8C39-0BC8503A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DDADC5C-CB2C-4420-BFFE-56B6F947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0037249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F1B4BA8-2CFE-440B-829A-625BB2BF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B9796-EFC8-45B1-B1F1-684776F8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928E9-E722-4A6A-BF95-E22E0F85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B09B6-A188-4681-9EB5-9C60FF2E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7011A-59B1-4EC6-AA82-96BDE511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813244d6f84c1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9E9F2-6E19-4C69-8FE1-4A1D3236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359370-556C-47CD-950B-8F0F2A45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06097A-C51F-446F-B01E-B8692F7D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9F66F-8D46-47EF-9962-41F7BB30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EA24E1-7697-4486-9818-0D6D32AD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C12D80-00C7-4FA4-8E61-B7AB450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2D5378-BE85-414A-935A-F3156E88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E08A29-1FD6-47B1-8302-71F4C5AC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3D6395-5F21-4E8E-A947-8CDACD0E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EC4EF6-7439-4140-A70D-EDEAFA34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8D1110-57BF-491B-A636-09AE769AF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A5A5FD-D54D-4AAB-9239-D9B2E966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925B13-B2E5-4CEF-BC7F-8B116D17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BC490F-7A7C-473F-BE5D-9CED7D03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1919EA-BC18-467A-99AE-AF78D317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DC841F-DCED-4AD8-8A70-2D74ED6C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5FBD2D-CEEE-4D8A-86F6-7B6BBCAC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D45135-12C6-456B-A806-6761DF96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75C524-2DC6-4A00-822B-75A3D361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A51038-2513-4C9F-988F-773D89F74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EE67C5-1829-483B-8980-D639BE8B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D77DFA-5983-480D-8CC8-8C7513A0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1EE663-C99D-4D39-AD54-8CB515EF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4E89DA-4B32-432A-B003-736F32051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989CB7-189A-4010-BBED-12CB5D6EF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3463A5-281F-436A-BC61-F6CD32202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FD6CA4-C0A2-4356-8D59-19EE1E7B4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985B6D-9A5D-4686-BFF7-434DB625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CC6697-2D84-4495-8ADC-9F40ECE9D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C2291BF-732E-447D-B664-2D730DD5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9B01C8E-A17A-4573-8AB2-1892D27C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c9198549c4b31">
            <a:extLst>
              <a:ext uri="{96DAC541-7B7A-43D3-8B79-37D633B846F1}">
                <asvg:svgBlip xmlns:asvg="http://schemas.microsoft.com/office/drawing/2016/SVG/main" r:embed="R8db0ed684d3e4a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B484BB-5F4C-4A41-9535-BB319F89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D1E1FA7-C1A2-46E4-9D2A-40A827D6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9F9D81-FE36-4199-84DF-96564BE8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394DB9-0672-4BAE-8D98-FD747584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417719C-EF3A-4B64-8CDF-0D4C9113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702A40-36A6-430C-8868-774E487E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4AD1B0-F7BA-4617-9A6A-CE83F245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19449C7-3BD6-4BFE-9B37-AE50394F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F18512-3C3B-4112-AB87-C72979E6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BAD0872-8D38-441B-B71B-CA40FC626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8958A29-4AF1-4648-8F6C-6FEB9573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EEF8123-22D3-483C-9B9A-6E4816AB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9A12AB2-C430-4934-B651-6618A5DF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884888-6A2E-49AF-B9B7-FCFE9175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F1B8A4-5F99-4774-93B9-EE7688B2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6B7CBE3-71E9-49DC-8BA5-86E2C6D1B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6AE54B7-9E54-45BC-AE7C-8C5BC101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A10AAAC-B1C1-43F6-A792-DEB64D1D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E19C6D-CB31-4FA5-9430-29EE26B6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5131CA0-8209-4722-9E8B-5F500DDA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0821B11-ACA8-44F7-89E7-A9EF38CF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FBC233B-4C2C-4589-BC6F-F51DE4F1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0AD7017-C87A-4AEC-920F-3C226BD5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FEFEFE2-8835-440C-86EF-35D6AEBFD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827B279-079B-4826-A225-EB5E176B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98F3AEA-EFCE-4DC7-BE1F-40F2605A5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60CA415-C58E-4CC5-99E2-C2351E88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690C721-8920-40BD-8C0C-C3554A22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38260CF-40BD-4932-9D3B-43B8275A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97C36D2-3B9F-4C19-A6FA-819AB871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888BA89-24BC-491D-B612-5E4F974A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6885588-01E3-4545-A770-B21AF250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8827829-4B69-4A73-8ED8-6D060B38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3C4871B-130A-4994-8E34-548BBE7B9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49CB6EF-0439-42F7-BA0B-1B747A6D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4F5B8B3-69A0-419C-ADE9-1D4F017E0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F609CA-287C-4BA9-86AC-3EE79332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4569512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0F11F6-10AE-4D0E-97C5-155DB7B3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8B7F5-E346-4823-87A7-841CFAF4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740B4-ECB6-46E7-82C7-01BDF2EE5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0AA693-52B9-4661-A770-EF60361B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E265AF-35DC-4536-A75C-4E6D6C93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74ac45c1a74a9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82CCE8-B19D-4B22-8D97-D5A72FEF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C4894-E8D7-4E33-9A81-0C7C4944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0D1002-5BE5-4766-8F7F-848436DF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126C50-CFD7-486F-8B27-DF07644C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09C24-A6EF-4AD0-B060-A6B9D9F8B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e6f173c2047fc">
            <a:extLst>
              <a:ext uri="{96DAC541-7B7A-43D3-8B79-37D633B846F1}">
                <asvg:svgBlip xmlns:asvg="http://schemas.microsoft.com/office/drawing/2016/SVG/main" r:embed="Rad3205fbc17043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ADEA6-9CB9-454A-80DD-E8BCFF36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907670-6595-4FD8-8F46-2C5DC98D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5D10FE-E008-413B-B04B-10DAAFFF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4D667B-BEAF-4602-B615-EF243761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948A27-A46E-463B-A0CB-8791A6C4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570EA3-6605-4804-8D5B-280C3881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3CAB10-A5C9-4D8A-A254-5BABDFCCE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17FEE7-FA3B-459A-ADA2-9D379BAB5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88587C-0B22-4278-8551-2DB752CD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3796CF-034B-47B5-B4B2-4E28E463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2593F4-F8EA-49E8-880F-E0062585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56823F-0796-45BA-9D23-9AC104BF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97E4DA-FF2A-47D5-9520-39955600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0DF4A1-7401-449F-BBD2-6D309B8F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6CD065-6FA8-460A-A93E-64D7DD1E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2D9DCE-4865-4A88-A7D0-1E937216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6FCE06D-7B0F-4D5E-92C6-37FB1554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9394951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A0A7AE-57AB-4722-AD24-D86E1DD6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8586BA-1FF2-4379-A6F0-315104E1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7F852-1ABF-4BE2-8033-7F0CEF6A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F2C836-6C92-4D65-9DA4-221E9139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18DA3B-AA61-4512-A6A3-7BE908DE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36bac53f7455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D04EE-AF17-4E7D-ACE1-09BADC24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5E82B4-1AF8-4BC1-B514-492C766BF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F6BFF-1862-4581-8D75-07E243C6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93AC30-AFE2-40DB-8CD3-AF4E627D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0C4BBB-11DC-42F0-A103-F96D6BEE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d65c18145e4380">
            <a:extLst>
              <a:ext uri="{96DAC541-7B7A-43D3-8B79-37D633B846F1}">
                <asvg:svgBlip xmlns:asvg="http://schemas.microsoft.com/office/drawing/2016/SVG/main" r:embed="R1e63f3ddae0b43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82301C-B412-4998-AF09-A4A95F14B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6FB63E-73F0-411F-BCC2-ADC99D13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B30614-68A5-4D52-863C-B25AC502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7552CF-A994-479C-96F3-9458AE9A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94A65B-E367-484D-89D7-2E8A7400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EFE00F-26ED-499A-A27E-F148415C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D5D832-68A0-4323-B6C5-C5BB5177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76D427-2681-4C96-95BE-3968F84C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342D84-40C8-41FB-8D6A-89CBCDB6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87EBA2-040B-4069-A310-275C8545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0418B1-6479-440F-AFA2-B0254E6B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4BF4AF-C498-4FD2-97F4-94CC9A2AA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D51BA-E1B1-4EFD-897F-DF93579B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06EC05-3E70-4BFE-A169-E787025F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AC202-99A8-409F-838D-586AA476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B22A6C-6A37-4D9D-9D2B-600D47F5E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538602-30C9-4DE1-B9C1-94D7A58D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47A0D5-4F8F-4621-839A-DDD11E12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A610BF-0719-465D-ACDF-2BB99C01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2B504C-12DA-48D7-87BB-87F394F9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756050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3DE16C-1468-43F1-8248-E41CA63F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BA6F94-F92A-4F88-BC6E-C3D3F3E3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DF646-10FD-4F92-9462-36C3D26C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8D8863-4BD9-4086-93A7-536D17431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338BA-03B5-4594-BA4D-74CAD12F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a293d813a487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AAF433-856C-4EB3-BA66-6A2CC5C77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C0252-119B-43BF-88D8-F77B45AC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0FBFD4-0079-4C36-9E8C-98614F28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A572DD-8831-4602-B610-BD7E0B75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D59AE-5499-45DF-84B6-4DB1EFF03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004246e2e4959">
            <a:extLst>
              <a:ext uri="{96DAC541-7B7A-43D3-8B79-37D633B846F1}">
                <asvg:svgBlip xmlns:asvg="http://schemas.microsoft.com/office/drawing/2016/SVG/main" r:embed="R127d74e6c46b4d6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248F24-01C2-42B5-95C2-C48CEF0F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5AFA5-CC8A-4AB5-912C-EAB725E8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F8DE03-8352-4D7D-92D6-3FCEC6EE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584510-203D-4CD1-9250-65B241212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093D2-782C-4D26-960A-85BA108B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4B429A-2DA1-4F41-9D05-CF4107D0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8339C4-8F86-4B62-900F-FD8756D9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3945DF-4DCC-4F64-9113-F91B3F77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0EB5FF-29B0-44D9-ABBA-A281E434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6D60A6-9FD5-43FD-ADCA-80E0AAD1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462E66-5B22-4EAA-8948-66EF4ECA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1E10C4-B339-4FF0-9F90-1B3224529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1AE978-0D98-4ABD-94B8-F9C2E995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425C16-2E3F-4553-AF01-4B6363DB6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9215713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AEA1E2-EA12-4EB7-87A2-9FA851AB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D4CDA3-C076-4781-8AE0-3D34D77F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B849D9-8FBE-4AD2-9510-DA43834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9D67AF-D8FC-444E-A542-A16D2DBF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A806E-CEF1-47B3-8E96-ADEDB876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e1909b41a144b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F69FF-968D-41DE-8B03-9580A0DD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1FBED5-38DE-4BD1-8186-D8CD1A24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273F7-4FAD-4868-93E2-C2B21E3B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B4938F-E27B-41CC-AE3C-3200ADAC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CB409-13B6-4B27-A786-00735A9F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5a27f4505946dc">
            <a:extLst>
              <a:ext uri="{96DAC541-7B7A-43D3-8B79-37D633B846F1}">
                <asvg:svgBlip xmlns:asvg="http://schemas.microsoft.com/office/drawing/2016/SVG/main" r:embed="R5a943b90586e4f4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3400A3-853C-4A21-BA22-E7B6189A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AD2BB-CA79-485C-A8D0-CAFCC65E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298512-2225-4982-B6E1-47D0ACF4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0B6CD9-2A96-4C57-BED6-77CD9DD5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510A31-3C2B-4A6B-A52C-CD381C94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9C5EA2-82E5-4DCB-A63F-2A6D36D0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596F9F-24E5-461E-9812-FFFB1559A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89EE1C-5CE4-4BC0-BE0D-6FE827FD7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DF1801-E11F-456D-87C2-4C7E0B5D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389AF2-E5F4-462F-9CDF-8088AA261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818307-29F9-497E-BE4F-88D82FAFB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245988-EC70-4B60-B7AC-B849E016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C8562D-C7E0-4752-98FC-D1161D2C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26CCCE-2AA9-4F25-8031-2BE2FC476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4287247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744AFD-1626-4294-A9B2-B67E09F2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F3E1A1-0370-4D36-9668-8F917296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AAF3B-5D09-4CB0-9F80-8FA78D75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14C12-711F-4E29-A9C2-086D134E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C4790-1BFF-46E5-B340-E57DFD96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426bffa23b4ad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0398EF-F225-4B81-9F7C-C43B58A7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0A5A3D-03AF-44D3-A525-EC4EC370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4767E7-9C22-4DCC-99C9-E783394A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BE726E-599F-49C0-94E1-C3CF0F10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6467EF-5D36-452B-B2C4-93E05A24E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a6dff638e4802">
            <a:extLst>
              <a:ext uri="{96DAC541-7B7A-43D3-8B79-37D633B846F1}">
                <asvg:svgBlip xmlns:asvg="http://schemas.microsoft.com/office/drawing/2016/SVG/main" r:embed="R2fe80cf62844416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808D3-8A03-4120-8E5B-4DCE8AC6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C37C40-74EF-485D-942C-AC810D494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DDA6A-FBEC-4390-BB93-CD09F639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099B8A-7F7A-4E32-9264-6F440D82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2E76A-2799-4AA9-B02D-6D04E2D7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4757D2-E6F0-4713-8F78-35D38149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69FA2-3A59-4D08-ADC0-1515211B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A544C-AE6B-4F84-AB5A-7B2D0199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76D7B2-193D-4C7F-908C-A276AC85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A938B6-445E-49E6-BBE8-1F5B9223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024799-D3E3-4548-98FC-507EC989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AE47C0-57E1-4229-A6C6-93567471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F9918B-2CFC-49CF-BC1F-003BDDAD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733453-ED91-4E50-B2F4-2ED87A588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774C2F-0F0B-4478-92B9-8E517E68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1B2C06-6A4E-4533-B372-6CD672882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62082F-4FA7-4E9E-A21E-5388D3FE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026D99-C7FB-49B1-8DA3-DA9B92500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1086A0-6E54-4C71-984C-89BFC7FA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BFC9BF-0973-4485-902D-E21B6C2A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77B691-E6A9-4952-A2E0-B7F2911A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F5D9E4-F8CB-4472-B82C-C2B6AE12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1618902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8348C6F-6737-4F6C-841E-6137B2C41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85338-E622-4A1A-B067-65D42024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1B8B3-68B9-492D-B317-57A80646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2472AC-A5E5-4118-AC3E-EF187199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E22B4-2621-4492-B915-1841E0F1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5024cc8b2a48e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FC19F2-D1D4-420E-BE95-9EDBA4794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3C67B-C3EB-4C31-8BE8-25E83B7F9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4801D-A776-4A5E-A9BD-1375BF78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37BAAE-EF50-47AE-9DF1-3500715F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E2058-DC44-44DA-BE1B-223317F68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3CC08F-DB05-4F40-A674-895F7C5E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3DCE61-30E4-456B-B088-E883D3AB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D7A5F9-A73B-4AF8-9C27-E9C373D7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997961-6A68-4BC2-BBFC-EFE518CA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C0E85-CF72-47A1-A69D-982F56CC6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8EDEBE-5C71-45EB-8E19-A17D54A3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8C90C7-FA24-44BA-9485-86E7F03F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CB4A0A-CA67-429D-B99A-A3BBB8C5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0308B6-D9B9-4DED-BF17-71CA4C87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5E3FB1-AFF4-4150-9469-BA0A874E5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788343-7576-477B-B25A-B3F5BC933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719044-D64A-45CD-8F2F-0D52F85A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18341C-C170-49F7-B290-832456AC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F960B0-2A70-4EC5-93A9-81B8F6C8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0D01EC-8A2F-4145-9FA8-6E9FD4A4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BA79C5-F1E8-40EE-BD08-1BF976F2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7764C3-4EF4-4090-A8FA-98947163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180F2B-E69D-48AB-9266-092AB2EA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1C17C6-D1CF-4932-987D-69E47C02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2464F1-714D-4217-9677-4023C37A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8D56F0-ED60-4CF2-9CEA-9F20FFD6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2B6253-126E-467E-9310-EFD2CB48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D76D4C-C31A-458C-90A2-93993FE29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1B2F7C4-E602-42D6-BEB5-B3DF31B6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F39537-AB4C-44A0-8B0D-4EBC7777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7AD627-7B07-4F9A-9505-1ECE0924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CE637B-42C6-4F33-8813-D8C3B220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562748-A844-4383-8D0E-FFA41E77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620373-A3DC-4B97-A5CF-AA76F46E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BCD9BA-3F1D-4DC8-8A6D-0DE7CBBE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AEEB740-72C1-4060-BD83-A429F13A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9FBBFB-8EA4-4C2D-A234-2502A2D56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C1048B-FBC8-472B-BC74-F9D8C3FB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E33E49-4A05-463D-88C3-2333B939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3411AB3-14D3-423B-88C5-685365A9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EEDC66-7AA6-4886-902C-A6B4D54C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097C7C-79B6-4A0C-9F53-43261BA5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1304BAC-C19D-4681-B408-3590B859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E55D980-A368-434B-A3D0-A03DA314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EE41E1-8C21-4DA0-964B-7B43BC19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83BC41D-3B0E-478F-99A2-694B13A8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3E3F259-9F58-44A3-9AA1-9BCBBB7F1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E38E960-1542-46C5-89AB-6CAA4060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16F97A6-82EA-451A-B63A-6FA4D58C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A690EA7-D299-4405-9467-3071D334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6B8C37D-DC95-4E57-8A66-6927CC28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DFC175-B698-4769-8506-4C233342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697E92D-90D8-4817-BFA6-0F781955B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720FB87-ED6B-4910-9F2B-AE3EC8B8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E317D75-50BE-4FA0-B567-187A3E1E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2B9D439-F253-44CC-BDFA-4B4FFCC0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CEABE8C-84F5-4203-BED0-24DB8B80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DBEC5AC-47C0-47F0-9518-DAC5269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1934FB6-7785-4C0A-B7CA-1A497D9B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9E077AD-B0FA-4359-BD55-E37B23FB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42303DD-E964-44EC-8FBD-92E220E3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E1D1716-8873-4652-94E8-265777D9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FE2F58B-91C6-406D-A5B8-63DC3E60E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00EA57-0933-407D-B1A5-51779094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A2CBBA8-FE59-4A52-9A0C-CBE51E7A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269750F-B2DF-4EC5-A038-8ADA66C9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6CEC700-1F80-46D3-A9D7-3201B849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66DF8406-0488-4CB6-97DE-FB02E312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7E66485-BD1E-4FC0-9FF5-C57A0484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0EC520-9D3A-42D4-BC87-052DDBE3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38C4477-9A57-480B-8D82-1C4C016C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57E3E2C-3DFE-4A06-8701-DAD1794B4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7F0E42C-D42E-4894-860D-EB6BA480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41DE08D-7B67-4BC9-8B54-E6505A2A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BDA7FF5-20CA-4B71-8D95-007051D84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CF77DA9-FC18-46A9-B41D-65DAF12A5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EB2357C-D30F-4F55-956B-7853A8BC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8106ED9-87B0-4E7E-94AF-DA627858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3A75F0C-68E9-4320-8C7B-7592CDE80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E0BB73C-0483-4732-A7F9-6AB6922C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AEA6EA5-412E-486F-87FB-86932D2F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DFD2F49-98B3-4B03-9B18-D323F86C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55FD960-DBDA-49CF-A6FC-CBE29573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0030134-CC0F-4107-ACD6-DC3C2386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77C84C9-7B36-4CC3-B477-7D26677F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443CDA1-E0DF-46CD-9A9C-D64F7A66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7805F28-D271-4574-BCC4-DC5D16370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C688971-D6D6-459C-AF4D-173C14A2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755DF69-9A88-4DCE-8AA4-11BB59EF5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96C803E-F21A-4F7A-84B1-2E079EEC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0CDE701-76E1-47A2-BF20-172712AE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F1AEA33E-120E-47ED-BD17-D5F97BF9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73EF687-94C4-4CFC-AD06-3C29F2AA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7123C03-1564-4F6D-B40B-ECC39358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F669017-2108-4814-AE6F-51DBAC84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4081273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436EF82-DF1F-4157-AAE7-B5ECC2E1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0DC83-CD19-492E-A28B-FD01B60F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BF4201-13A9-4E81-8EC0-86E16BF6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25EC6C-54F5-4100-935B-6F17E6F2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DF5D9-032A-4DCD-B0EE-FB04CDDB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ff9c6d23d24aa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7D11E-7DCE-401C-8177-44E7A2D0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E9A71E-DA31-46C2-8B19-AE55F496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171FF-59C8-4E7D-8193-DA6C3217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6ACCC8-8067-4037-9BF0-CF99B51E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6D3326-9467-4794-A7EB-064275FB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E89B9-ADFC-42A0-A2DF-02D14C8F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9CB8EB-8188-4A0E-A552-4CE1D9B9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807A21-7C51-47B3-8334-C4B4EDC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194BB2-A6BE-48D4-8DE1-2C0584BC2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BACD0E-D823-4666-9D67-89510FD6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9DF25-D108-4A89-A288-F10F9CB7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7AF70D-C2EC-4548-B499-E015F177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E7FD01-6F0A-46E0-A0D9-14991C2C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3FEE06-0D21-4349-B27B-B30247BA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70A136-0032-4604-B21C-37E76F39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30FAAC-54DE-4B16-B7A3-CAB6C985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4161C0-EF37-4D2B-AF6A-E5FAA6229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4555D8-07E7-41D0-B41B-C496DFC8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86FA49-2D07-420B-AFB3-9964CA0C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74A85E-A638-4388-925B-C4FAE96A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62C06D-8309-46B6-89B3-516EBDFCA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AE17CA-51AE-4EE4-ACCD-B923198E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D5F03F-1ADF-40BF-B605-FF827FF2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2EF139-3400-4956-8EA4-4B69D757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1D0476-6DB3-4423-9EB7-041DC5C9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C6EEB0-C504-428B-8B6C-6A7AC00C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689497-9CA1-49E5-9A40-8D3EDE3F3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750676-FBF1-4FAD-A16B-D43F6045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98B105-4853-47E6-BF42-0D07FEBF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7F3BA8-6D6A-47C8-B21A-87D6920A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212B37-8F0E-4F32-AE49-74058797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CA9B0B-A0D1-4927-A510-5DB7531D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41F315-9B43-49EC-AB94-79C92C11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038E960-8F3F-4874-BE45-C2F1084A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A0A372F-C722-429E-A615-EC677724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778F76D-9EBC-4EB0-A3F3-CE8F8C47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95CDD44-70C4-40A5-AD37-31E47346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1D1E857-318E-4F50-8F07-E2B9364B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62312B0-CA11-424E-A8C0-5FC402FE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0CF586-1CA1-48CE-A7F4-C7B2593F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0AF626C-FAD7-431E-9ADC-E37F2BBC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31E57FB-00BC-471F-8210-70C58A58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6E6DF5E-1996-4956-B5D3-1FAC0F91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36B350D-AE6C-4CDB-AAB1-94F28819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92DE26D-1092-40AD-958E-8D4D00D6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13C6D19-034D-46B0-8531-6E90FABA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BDF2CCC-C89F-45BE-B03A-5458824C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2B388E-F56E-4AEC-BAE6-B7EACEBB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D2645FE-FA21-46F7-9A46-4519BD2F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8D74CF-596F-412F-927E-6497D89B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D60EAAB-26D3-4E71-BCE9-75EE1A9E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3F54857-D17C-4E56-829E-2F088546C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4A920F1-67EF-4681-92F2-67C0668F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6E10E4B-08C5-4400-A2ED-D3FD04ED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872474C-413A-40C5-B77E-3A468841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8E8B671-8C12-4DB1-9269-D747D767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F1A82A2-A8B5-42C1-B6B2-32D82175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5291A9E-1EB1-4B0A-9CC5-F104862C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5FA937C-3B6D-44A9-A7C2-1CDF312C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A061695-8089-4BC9-99EA-71DC3C9C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90771B2-8E8E-44AC-B192-C49D29F9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D0CF204-9E08-4EC4-95D7-B7DC2814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317EF01-14BF-45E3-AF39-99532317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00D2F29-C38A-46EE-8B4A-18FEDA6B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ACC95E4-99F9-4F1C-9035-BDF513ECA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50EAA51-F353-4035-AF75-99E91E08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A97AE14-2286-495E-A4CC-7AE42797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D12DA90-86E6-4295-85AA-DCB9F5CD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29B4089-3C5D-4CD7-80CB-C2A8E035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4CCDA3A-4536-4307-B9DF-899193F0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2586BD5-C4B5-42B1-8561-F6FE9DD3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405FC2DD-0F92-4E8F-BB3C-1EA2722C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72FFD4B-6A5B-458C-8893-8F0D5150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3E5FFC7-E5B8-4CF0-A9B9-34F3697EA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1F02EAC-0B3B-406C-A1B9-EDD47313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699E01E-5CC2-41B0-A0BE-321B69FD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6989B8C-818B-4202-9A80-8344C414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492912E-34E8-4BC7-9B68-8BDD8FE6F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E676C32E-78C3-4C2F-85B5-ECAE1591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B45251C-3FEB-4664-AE5D-29AD4B50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E61C7BC-962E-434F-A3C2-3B1A446F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3C7B405-B9ED-480B-BB87-6069590F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B951EBD-AAD5-4CAA-9AB6-31F544DE5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9CB0101-55E9-4314-80D9-3E2AF27A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E083E1E-0B59-438E-9D74-081D44F2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466C8D4-7877-4D7D-BBA9-DD5A2E8F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DF1D9D2-EA11-4BAC-B236-2B996B37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1531767-EAFD-4232-AC75-D5780CCF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0E16C4E-9FEE-48DF-B218-E139E8CA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AA4680A8-E36C-42CC-8826-69A83815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DC66486-D95D-409F-A099-567FB3ED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1B0F8C6-02AF-4C28-8068-2A736017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1F4D2E0-24EC-44EF-A2A1-0F4ABDAC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D9B68F5-C841-4503-99A1-8223162F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00924DC-BB48-4952-93B5-7CF70F5E4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A6FAA29-2A50-41D7-8093-DAE0E669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8355294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601B7F6-F99A-4BD1-9910-C7E88997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5F1445-DD8A-49EA-A09D-861BC2C4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B91B1-1ADF-466B-A72B-9166668A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70BF35-7A6D-4212-9AE6-99BF0FAD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351E8-48CB-4F36-9DFE-F9B692F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9846e452de4e2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AB7E97-ECD9-4D43-B234-D7FF6A07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5A7F8-4EEB-4310-8F63-D23E419B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F684A-808B-45B7-BDC7-80FFCE74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4ABD00-E1A6-4D1C-814E-6A32F6AD1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72E8CD-DF56-4761-8F08-9E7F243D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38D4F4-8456-49C6-BEE7-E64989D0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1AE68-3CBE-46A3-83BA-C03F8E42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981AA2-26E1-4393-BC7B-EEDA4D1F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CE7DA5-9CEE-40DC-8BE2-2C8BFF8C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6549A-830E-4E7E-B266-F5DBE0C33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936C2B-F090-44C8-AB0A-87483D2A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09CDD6-D548-48AF-8E4D-3B4FC3144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DCDA91-F575-4782-864A-B4BABAAC9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A7D1AD-4714-4EDE-AF4E-096BDE1F1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17621D-52CE-4B11-81B4-D0912216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C82109-2FB1-4488-8C63-B69F23132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C750B1-F25F-4A26-A5D9-4E72F451B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075FFC-4D3C-4F07-966A-9C3E2AC9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29BF6C-E9FA-4493-BEE1-411EB369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8BE206-AB39-4BCB-8D65-90C3DAB1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460956-F906-4F8E-8789-2840F4FA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69DA94-181F-406A-8805-DB6DEDA5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B28AE4-1397-431C-AF69-86CC924FE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E8CE96-A84E-414C-8D1F-259D7123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DE1F5A-D5A0-4861-BC3F-8F728F8A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CE9E0B-E405-4777-B5BA-14D7B66E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B9C1B2-123F-403A-B7E8-8140ED8C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D614BC-1A8D-4EC8-AB3E-F9ADFA00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A40078-C982-4881-82F4-CC6C644C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238B3B-DCD9-41CD-A8CF-F29EBACB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F1FED5F-C11F-42D8-A7E6-917EDA23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0690B9D-0982-4101-98FF-8C9259B4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EC0B150-4A5B-4675-A662-9534780FD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5470A3-5D30-4ABE-B789-838793EE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737EDB-BBE1-44DA-B9AB-E8CA8636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843C65A-9635-4467-A5B9-1E596517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B39CAEB-30B0-47F5-B3BD-8449AC595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6DFC88-C828-43A5-A16F-6F4502BC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890DD7-C09C-446F-8293-F20668EED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7BFA1B-EE32-4D50-8997-C67F4EDA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7B8BC6-B15B-4408-B667-A14C7CA4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2FE26A-FD61-4CB8-9E28-A268EA98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92F1CDB-11B3-4553-B0ED-D4A7F76A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6710D4-4D87-4344-AADB-30C83AE2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8AF06DC-1468-4EA5-957F-49B047CD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2B335DC-AA78-4AEF-A301-145B6AED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D25D56C-9D62-4227-8C96-E23F2024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0824DA6-F706-48B6-9EA9-3578CFF1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C75D1E3-FCAA-4BD2-A945-7856400E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3F14369-F964-4808-B494-0A66455C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63ACBF7-25B4-485E-BBB2-7DF68B18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7E37F97-C010-4752-B307-ADE432A28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00FC22-7E32-43E8-A2A1-A763062E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8CA0D7D-19E1-46FA-8F6E-21668BBF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088E3F7-04E9-47A7-B1AC-45E0CAB6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6EECA87-F79E-492A-8BD9-7EE6618F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4FA2BA3-7274-4C97-AEC1-6EEEA78C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5C03EB2-8FF4-441B-983D-DAE545F3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9A8A1B5-7259-465D-ADA3-03688457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CB61304-C6C4-4138-A767-72D62099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19E2FA7-8AB9-4E36-A0B1-3471BBD1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D3EBFFA-E342-45F8-94DA-20FFF757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64B0D78-16D6-4A87-94B1-9D7A0B0B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01CF8C1-E28E-4BDF-8EBC-E4515B46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7C0F099-2720-4E33-BF47-5ABC6D93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04B7062-731A-42EF-B5F9-74585CC2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A5DD6BB-15DE-4A9B-8AC5-BE079467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29F5FDB-83AC-4046-9220-F3BD6F90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D96B243-6298-4F75-A902-B54F6602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7750AD7-31B5-4993-B7CD-4B9C2DA6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C8E25C1-D786-4644-813B-C3D0FFFF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26FA13B-21B2-444D-B163-350BC603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B2BD190-F395-499F-B3C3-405E0850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55C0E21-2404-41D5-8F75-EA277D96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4510EA7-E318-40B9-A5DE-370AA2254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BDF33D0-096F-41E8-8CC2-59586170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90A2982-031C-4E70-8466-49C20B88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664FD50-5B45-4907-B7D6-3CF331D0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3ED4BD8-9AB3-4853-8849-88184207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EE89189-4AB8-45E6-8B38-72DAC90A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FF37952-F94A-4739-8C9A-32F4587E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D34583F-2D71-4AC8-A124-82468BB5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819D32C-3D35-411C-A3AD-1B3C26C3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2323FFF-D34A-4367-A7C8-88956399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3D3ACD5-7B71-4346-8B6B-DB237B6A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1AEDE3F-8A74-4E9C-A039-7A67FFE3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16D7768-CFFB-4749-8D69-C294305F5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F0B2E85-6E83-455A-B4F5-2C3C4D3D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BD759ED-2478-4948-ADB7-553EF605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BB0C0F8-4B95-4DE0-93A2-970C5C91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0F8BE5E7-3497-4EA9-AB05-46588247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7134986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A61754B-4293-41F5-89A6-B8903907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BE2A16-601B-4211-AD3D-42CDF286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4E640-A82A-4498-B019-EDCB580F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00F2D-B09D-4CE5-93B3-DDB1EBBD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7F11EB-98BD-4F72-8867-93D84D73D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40c0f8525e445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B0C658-CC15-4096-96DD-A1660F73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9F037-3516-466E-8D79-BF0B9666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02094-6F31-439B-9838-537345140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AFE733-93CF-444E-80CF-3E7725CA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725022-E9BA-4A4B-A270-0D61B788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F0AE25-B4E6-4270-A226-677CAD36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95F056-FFD4-4A1E-95B3-9F589DB8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0C8B7-565C-407E-84C0-068EC3FE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F76B0-6997-480A-AD05-FE8D0CBE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F79B7B-C39A-4F72-95C3-A43545771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CEE31-BB42-49BB-B98B-898E0A41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E2A9BB-3ACD-43DA-A39E-D4B9910A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50E504-0384-442C-A5C0-1A35402F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20C286-7250-4687-BC5E-78A631DF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951F66-2D9B-4925-B87D-6BEFB283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1F7132-F3B5-4C07-B202-D092413B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E0D12C-FA45-43BE-A22F-45168151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C2BB22-0EF5-46BA-802B-863E24F3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35A83D-AFAB-485F-893B-2B9095BC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BDB76D-4014-4401-8BF4-739A4FED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DF0B1C-3C45-481A-9071-1FD298EA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9173F3-074D-4DFF-AA0F-1F756F385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477BAB-9915-4887-90BD-FB73E2B1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ED8343-F098-4FA0-AC8E-67B156D6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CE56AC-9515-4DAB-BF85-CC7B8CD0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85ABEF-699C-41DB-812E-A7FE5FC7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4E197D-A5F6-4FEF-8940-1A9D9569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D3DD69-121C-4B1F-A3B4-084CD400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B25859-115F-4CB5-B053-29069286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8A17EF-2BBC-4346-81BE-894381BEA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A769824-109C-4E60-9D49-EEA331DF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9E22B6-87F6-4656-B93A-4675189F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85099C-E92F-4FDE-94FD-99DFFAFB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636698-C987-403C-B547-21F12BA5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AEA9C6-0E35-4A0C-A076-AB47EAF0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AA56AC-A929-4628-929D-8BF64771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D1A153-7A7E-4571-824C-A9D6F89EA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130485-F84E-4B3E-9CBF-863B3E86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DF8CE0-B5C2-4331-98CA-8F171FF5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62955A-4C71-4094-BA83-C3780EF0D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BB2A2D-B242-4D39-B60B-0967D5D1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7874256-2E08-40A7-91B7-C9D7A44CF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E71F3F9-FD90-4A49-AF25-BEEBFC41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294FC0-B9C1-4958-955B-1D8A328D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220DA97-941C-4E63-81C4-41141FA8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0F94B7-A951-4AE9-A806-FFB4153F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1BC2F5-B96A-4A51-8D9B-5A7C2B2B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2835D4-75D9-4F2A-8338-C46F9813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DEC7FD-AFA6-42BB-8B21-AEA7F92B6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F08F2D0-330F-4E9F-92D9-E3A3C5B29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FF1B71B-16D8-4271-9052-70BC18205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E278FE9-89F2-4604-8D27-FD2E4481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CD88E0E-F398-475C-9E4D-419EFD9A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DD335A3-27EC-41AE-9473-549B84E9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0A5A3FF-274F-4027-9771-F3690BEC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1446DDAB-12EA-46B0-8C98-C1F49547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0963BD4-C1DC-4C70-85DE-35036EF0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F292AEE-11E8-4E9F-A342-85F2A406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8D149E9-DCBD-4492-8182-0835F72D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97B574D-1FD0-46B8-B344-ADFD0128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1A97CE4-FBF3-4430-9C7B-B614816AE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30360E9-E24F-47BC-AD59-6C3B6C52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2A7DB73-4AED-4660-A066-A814F49F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B8870EB-31EA-4837-AA8B-449C68C1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C3593B9-C690-49D7-9D05-553FC1335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7511563-FEB4-4C66-B621-7DE0907F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92C061A-30CA-4E40-AA75-66D8C331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11C0CF8-ACB1-4614-A76A-8B4AAB9F0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6CF1C83-81A6-49E0-99F2-19703ECE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1214AE-E541-4721-A6FA-2A0DA7C4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CC47C91-E772-44E7-A470-BE17CAA6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62F0662-E876-4B16-9610-61E16FCD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AEE9A38-3EF4-401A-9EDA-744E4772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F7F1B9C-AC0F-4D39-9CA7-292D70325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4832AF3-EC56-4253-A917-6992982B2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F84C38C-BE1C-4470-A87C-C77969949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4603EA7-5BB7-44E0-8A14-507A5DDD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07F1D43-E7CC-45EA-9A3B-DE863AC1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029DF39-8C36-4468-BC7A-374E5582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35EBFD2-DFFB-4C02-BEAC-FA603A2F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FF95366-DF7F-4ADE-9332-7E41AD10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C085EB9-3563-4259-A374-21C20ABF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ED75441-C98E-45F1-8BA4-B01E940D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4147B81-D8EE-4E2F-8AC7-1E5715A9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6AE65F0-3E3B-4618-9D81-DAB931F1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F1416A4-DF38-491B-BA3E-F44C4AD3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5CCF37DA-DFE9-4D74-9B2B-3FDFD36C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7AFE3C6-6606-4400-A68B-E6687F08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D455DD9-3478-4BEB-8B35-1C5A44A4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DF4AABD-85C8-4585-916E-21D197FD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EBC8AC7-4EF2-44A4-9517-0387BE32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27D582A-CDCE-42E0-BE0D-4790E045C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DE79923F-A40A-4BE6-8FCE-00EA0806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65F6E7C-F1E5-443C-B0A3-C42823C2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5DBF350-BA81-4DF4-B195-83D97D23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7780031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45831B8-0260-4055-93A3-E86956CAA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481DA6-AAD6-4F91-A59D-DA6EECFD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7BFE68-11CD-4B5F-8839-F3AF97F3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523550-6CCA-450C-8455-63F2A82FC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DF0BC-275D-4AB7-9B88-593833CF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f2f3d40e564f9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7CCEE-5FAF-4B68-BBD9-0B45DF00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B9F2F-A678-4A94-9F64-42770A93B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E6214-2625-42C1-8C7A-655A9EE4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4CEFD-EC43-4511-B948-9A35593D9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3864AC-4C25-43DE-B5FE-3C4FA3D7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8EFE50-8D54-4FA7-B13D-E7F4D79A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5FD1C6-468E-4C77-A5E2-3F6E1545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D9DBBC-235E-46DC-8DE1-15ABDEEE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95BC9B-E344-432F-AD29-652A2407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98CFF8-31A4-4D0B-9C2E-212D6340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808CEF-D1A9-45A6-A42A-A6FC4528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703D47-7F34-45B1-80B0-37157D9F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D75EF0-CEF5-490E-9A45-651E9930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5AC8C1-C0CD-4C1B-A02E-028D0B46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747A98-E8E4-4ECA-8DE7-5E6319F6A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E79E95-4935-47A1-B379-274D7E77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35F7EF-EB09-4A01-915D-60B02F84D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3BD43D-78EE-4656-BCE2-3826B3597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ABD11BB-7BA5-47F2-AA90-22BC4ECB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D4C453-E319-4338-A76A-E6982437F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1FCAD3-B7E9-4421-A843-D5C53699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0C5FFA-E524-43A4-BA63-DC932D9F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5C6AE5-4CDD-441A-A5DA-929214F4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A227CD-AD64-4653-B53B-41032B6CF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66C959-466A-451B-B94A-47B52B8D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B50C71-A151-445C-8A8A-84CD79924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4A4A67-F8F8-4D28-B64F-6E447C8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E89FFC-D9FF-41FF-BDEC-AFD65EC8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E65C55-844C-4DD1-A33D-1E7CF810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3587FF-4F06-4F69-BB2C-A0EE4FDD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E3D5DF-CE4D-4405-94F9-2D066E59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644ACF-4BDF-4FFA-8644-026286BE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A936CB-2CF6-4ED8-A001-94937496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2FF8D38-BF57-4D0C-8011-BF54BCB01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4B3B53-0AF7-4943-83B5-D82298FC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6ADC94-A8AE-4A58-94A4-1F4DCB33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D4965A3-54C2-4C79-86A4-ED35920A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8204AD-29F3-440B-AAA2-E59F85DF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567EE8-29A5-48C3-9E18-571F1E6D5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DE7959-537E-4E03-B46C-B2DC1C471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E62D2D-EA81-447D-895E-B1609A17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20FAFF-A7A6-4029-8AEC-AEEEE31B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759FD15-AE86-48C0-B793-46278959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D635410-0BA0-423F-9815-E88AB92C7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6D4625-0635-4B86-B14E-3A885F7CC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A21CF6B-E081-4C86-B215-D66EF673E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9CD794F-80B2-4992-8C13-98609370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2E1FF2-610A-4734-A26B-AF4D0D7D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EA8439C-101B-45D9-A4FA-997AB20B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835FF0-C173-4028-8F99-5E9CEE54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74D2CD-D5AB-40C3-845C-A4F39EDB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287F004-FB8C-4429-9AAD-05166BB3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E4DF3D0-907A-4122-A20C-C671E119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95DE4B-352D-435C-90D5-6089E3005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CE5CC1F-156F-456A-AC1C-500BD6148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CF71F33-D895-44DB-AEE3-CF3617DD0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01F52AA-7330-4914-A99E-A707120B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1DC19E4-496F-4E4D-836E-3CE44F709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ED88A58-E63E-4775-B551-6FD2A39F8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935DE5-08BF-4E41-8889-20D21F55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CF51FEA-D483-43A6-946B-629D7D72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49D0805-C3DB-4EC6-9BA2-7E0F56FB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0673E16-351D-4190-AB7A-23F83D79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B791011-854D-46A8-867D-3A1AD3E0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BF1CEA6-63A6-4710-9D0B-552DC5487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3A64D9B-350C-4E36-BC37-F414354C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B28617B-4A36-451D-8995-41897AAB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B9C1B8F-26A0-4FDE-9596-79751F1A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4E4AFEF-5177-4119-B3A8-E5EED2BD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6BC481C-91EF-4958-B69C-9F7D390AD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0E18318-1C3D-46B8-ACD6-FAB506BA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0CF2C42-6660-4BEB-B917-63BA29AC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5EB05CF-42DE-41FA-9AFC-E2B66436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5CCAED0-CA9D-4167-AF6A-EBD4B548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4D30E21-B14D-4883-A842-62C4C0D9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A541387-72C4-4BD0-A740-6ABBD029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E83C9AF-8B02-404B-9478-043D8D98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84AC9F6-0A9E-4C5E-896E-0698495E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647B8F0-A69C-467A-984E-C7F016E2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F1A0984-95B0-4086-9B19-1686D2F58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0F89124-F363-41D3-9FEB-DE2D7A35F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E8D82A6-9308-4B23-BEAA-BDD13DEA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783FD3F-32C3-4FCD-BDA9-A59B09EC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7F3C73E-BCC8-470A-846E-ACC6A0979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C599073-2493-4F98-9414-B87AABF0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352A8BD-107D-4CB9-9BDB-84321C92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65A45B7-2328-479D-9F24-D29BF568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C2085A7-BA1F-499A-AFEE-DBED61ED8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98F13BD-2483-4188-87CC-426505F96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5093379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58CE3088-915A-490E-A0B3-2B48C5E9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F3CF2A-902D-4991-968B-3496650A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7A31E-BF30-46F8-9AA3-2028D3509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350CEB-F354-4795-BAB9-B60839F2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471908-A64C-45E2-AFAB-D069FF23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e52877ff547f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8F2898-807B-45E6-B1F4-05808D18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7FFC8-F1DB-47EF-A7A6-7D2AB13A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A8F0B-63B0-40FF-892A-D8080EFF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11C8E8-7964-4F44-8171-24CEC0EBE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ECC73B-9F05-480C-BDEA-7E056F78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6F7385-37BD-42CA-8419-60545D5F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224A42-F108-4752-9A22-2DF18EBF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3896D-51AD-4CA2-B335-770A180D2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1BE50-339B-465E-B983-2677F1B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A8E975-E791-4A39-BEED-2991E6C5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2BE27D-2D6D-4BA0-A4D1-55E08EF6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CA122B-CDFE-43ED-8273-DE447039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7F1B4D-EB68-416D-864A-5A2EEA917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3FF0D4-755E-4D84-805B-4CE9EA59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2DC043-249A-454D-A883-A477D910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A7ED12-A02B-4B92-84BD-5C5CFBEF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C7D6C1-BF2C-4E34-B01B-D88D9B95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77FB2A-5BDC-4612-A0F6-768CD6C7B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F231A3-9118-4401-8753-30F62294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BD4E2C-50C7-4CAE-AB4E-B2F9EBA1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B940D7-1555-4DDA-80B7-F631FE2C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8AC872-87ED-40D8-BEDC-DD0D1BCF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32361-6BD1-4335-BD47-2073C4174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2626B4-42B9-48D8-ACB1-E8E8FEF8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AA84E0B-0DBD-4D74-97E7-4FDACB189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8027FC-68BF-4D9B-B8BD-8A83D29A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93253F4-E662-414B-8362-C85267A1E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7E8360-08A0-4EF3-92C8-1A2A09A6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BC093F-21F7-45D9-9C05-5CE4C56D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190B51-6165-41BA-B8E4-34A0AB70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D026117-AE71-4B79-B49F-203B7CC8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266E5F-6DA8-4391-A73A-6B26BBD0E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8C56192-622B-4208-9437-ED1F2D9F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8E3CC39-5D23-4679-806E-8A85B481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1E5942-F3ED-41C6-B7DD-02B4B09C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D396A3-32F9-4466-9046-98A43AFF9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AB00E90-F51E-440F-B440-5831FA6BD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22A5A20-5BB2-4391-BBC6-85197B0A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FA1DC2C-1697-4BE4-BF12-4AFFCDF9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BA68921-3032-451D-9E50-12D6D6FC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07EA13D-3BA2-491C-8751-FA4D7000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101B288-8EBD-4052-88F5-7EA54B5C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CEC703-A775-430B-B820-85FD996E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5C8875C-9F91-4836-A108-C0D78402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DC2F869-55E4-4242-B4E9-4C1CADCA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8225DC-AE32-49E5-90F6-3C4EFFBB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3A4F2C-F655-4F6C-8F72-959B34F9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2FB79F7-F294-4695-BB28-BFEC378A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C7BD889-1E2E-4DD6-A341-6A8E1FED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EC459D5-4BB2-4163-A0DF-AFA21110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AEFAB47-46A1-43D7-A14A-72EF294B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4BB6C18-C0FB-4236-96CA-49E7EEFA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EF8759C-A202-4302-8C27-F6C23BF6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DEC91F9-E0A3-4D0C-BCD8-9560D709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9B6BC58-C39D-4867-B2FD-81DA9E80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F6F756A-6E6F-405E-97DA-945963BC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0960350-8F04-4F7D-ABDB-0D9540E9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EB520CD-BE02-49E5-A564-C1E5696F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8AB069E-0411-4281-9324-287087ED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C50779E-0783-40EA-9BEB-A31F412C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9F6084F-19CB-498E-B5FA-7D12BD01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8383DD1-5DE9-4AD6-A517-98FECA2E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2D58BCB-3231-48FB-AA19-A7BA2ACF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6F7F2A7-86DC-49A4-A17C-3441DE6C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1F3D04D-F33D-47BC-AE1E-EBF7AAAA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33075D9-405A-49AC-A321-13B3643F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35C90CE-6DCD-48BD-B123-45B94819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9A515EA-A799-4872-ADAA-C0D7F12B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8763732-D276-4C45-B971-88F58C13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92655A4-5BBB-46C3-A89F-CB1C8E3C3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82096F7-174B-4ACF-ADF9-4B07ADC5C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95F4CD-3153-49D6-A4BF-9CE11187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828DB97-29C1-4C03-BA16-87E52246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2D2C9C4-078F-4635-A236-7B324365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50AB4F6-5B24-4736-BABF-A7B33728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227A64C-74F5-4957-852E-B6B8C11D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12EC89A-2D3E-4244-B215-2775968D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8CFC601-942B-45AA-8EA1-B7DC7D98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9D6752F-9C82-4B2C-B185-53EC70FA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A9887B0-A852-4B6F-A8D5-5638F077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5B9F97E-488A-43CB-B9AF-BAF9FE09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21F9639-939A-4D17-8BC2-4EED3840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A040DA0-85A3-4F0B-8EF5-52D0D98F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3CE5B4A-F5D0-4119-97EE-9BB19F38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F51FD98-C670-46DD-BD07-CD6F7DA1B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6E4F640-C7C4-46DB-8949-5530893C9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947D696-0B67-4F49-84F0-A97A2FB2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657B1EA-F424-4D57-9E3C-1C3BB9BB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9BE1CB6-CACC-40C2-A2BB-6148EDB6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2A1A2D9-17C0-4243-B31B-2ED8E8D9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8E7A169-C809-4AF3-B024-9224381E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A2E16A5-84CD-4AA1-B1BB-B0FFA3BB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3651633-8305-4DD1-82FF-AB780506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53743D16-F577-4751-ACB7-F9516196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2B8738EC-BF81-4B28-BB39-BBDF847E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FDBFCF3-CADD-4CC6-9B99-9A7C0F31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1BA01F7-0DF3-4A12-B7DD-1F3DBE382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BC9850E1-CBB0-44C8-9FD9-CC00D01B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B84209E-EFD2-411D-8B7D-6011C335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A11E261C-C886-402E-9B5E-E38EB2BD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F2AE83A-58FD-425D-A205-82213F25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E594FFC-9360-468D-919F-B87ED62D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55A5D63-222D-4DB1-B25B-B12E4344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4E3E461-B267-44F7-9BEE-596DB8CA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936D1F2-1335-4787-A128-B3F88028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681EBD6-9959-47F6-A82B-548842A98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51261999-0A93-46A3-84AB-9975043A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07456F52-DDD3-4CA4-B89C-E6690522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13888381-479D-48A4-9705-1C2CB067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6BB360E-ABDE-4FA4-B759-43EE8D24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0173D75-CBC1-405D-8F69-C418850C6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7BB74CA-A024-48AA-B3C8-9BA255C3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8EE2634-9932-4A9D-8932-B8D85397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A13E724-1CF4-4B6D-BE0F-3671DF73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92997C4-F41E-425D-A2FD-949F86AD3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4055673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F460FD-F12D-46DE-8A2D-E9A8C2CAD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A9065C-3602-41F7-B8EF-0D9C66A9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2814E2-D6A4-415C-9716-6AE7CD51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0B31D-766E-4867-A1BE-0CB0C7C8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ce3d59339b4a2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5E8A2-EB18-4ADB-AD66-9FAF526B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C3177E-9CDC-4321-A998-695DD676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6ad14611a4bca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8467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2026-09-25T12:27:43.4130000Z</dcterms:created>
  <dcterms:modified xsi:type="dcterms:W3CDTF">2026-09-25T12:27:43.4130000Z</dcterms:modified>
</coreProperties>
</file>