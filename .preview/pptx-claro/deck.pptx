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aac250fde540ff" /><Relationship Type="http://schemas.openxmlformats.org/officeDocument/2006/relationships/extended-properties" Target="/docProps/app.xml" Id="R6f0a6bc6e8134975" /><Relationship Type="http://schemas.openxmlformats.org/officeDocument/2006/relationships/officeDocument" Target="/ppt/presentation.xml" Id="Racd855c6619445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93bbff9898476e"/>
  </p:sldMasterIdLst>
  <p:notesMasterIdLst>
    <p:notesMasterId xmlns:r="http://schemas.openxmlformats.org/officeDocument/2006/relationships" r:id="R9afcfb2edaea4a44"/>
  </p:notesMasterIdLst>
  <p:sldIdLst>
    <p:sldId xmlns:r="http://schemas.openxmlformats.org/officeDocument/2006/relationships" id="256" r:id="R803b9aac42cc4c3c"/>
    <p:sldId xmlns:r="http://schemas.openxmlformats.org/officeDocument/2006/relationships" id="257" r:id="Ra135a8c19efa4e68"/>
    <p:sldId xmlns:r="http://schemas.openxmlformats.org/officeDocument/2006/relationships" id="258" r:id="R7c1944c19e694126"/>
    <p:sldId xmlns:r="http://schemas.openxmlformats.org/officeDocument/2006/relationships" id="259" r:id="R916f9b280d23480f"/>
    <p:sldId xmlns:r="http://schemas.openxmlformats.org/officeDocument/2006/relationships" id="260" r:id="R716ee146b41049dc"/>
    <p:sldId xmlns:r="http://schemas.openxmlformats.org/officeDocument/2006/relationships" id="261" r:id="Rf6e6eb5d97b2430f"/>
    <p:sldId xmlns:r="http://schemas.openxmlformats.org/officeDocument/2006/relationships" id="262" r:id="Rf3fed068d11d4522"/>
    <p:sldId xmlns:r="http://schemas.openxmlformats.org/officeDocument/2006/relationships" id="263" r:id="R274ad4c2b04a493b"/>
    <p:sldId xmlns:r="http://schemas.openxmlformats.org/officeDocument/2006/relationships" id="264" r:id="R96d00674c17745fd"/>
    <p:sldId xmlns:r="http://schemas.openxmlformats.org/officeDocument/2006/relationships" id="265" r:id="Rd9cf2a36d1e9454a"/>
    <p:sldId xmlns:r="http://schemas.openxmlformats.org/officeDocument/2006/relationships" id="266" r:id="R95547962c316446d"/>
    <p:sldId xmlns:r="http://schemas.openxmlformats.org/officeDocument/2006/relationships" id="267" r:id="R1f6d384b26ef4e34"/>
    <p:sldId xmlns:r="http://schemas.openxmlformats.org/officeDocument/2006/relationships" id="268" r:id="R7be158288bf246bf"/>
    <p:sldId xmlns:r="http://schemas.openxmlformats.org/officeDocument/2006/relationships" id="269" r:id="Rebf4712944d84128"/>
    <p:sldId xmlns:r="http://schemas.openxmlformats.org/officeDocument/2006/relationships" id="270" r:id="R4cc2a930115f45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d28865e185447d" /><Relationship Type="http://schemas.openxmlformats.org/officeDocument/2006/relationships/slideMaster" Target="/ppt/slideMasters/slideMaster1.xml" Id="R7193bbff9898476e" /><Relationship Type="http://schemas.openxmlformats.org/officeDocument/2006/relationships/notesMaster" Target="/ppt/notesMasters/notesMaster1.xml" Id="R9afcfb2edaea4a44" /><Relationship Type="http://schemas.openxmlformats.org/officeDocument/2006/relationships/presProps" Target="/ppt/presProps.xml" Id="R5c37a9c12a8a433c" /><Relationship Type="http://schemas.openxmlformats.org/officeDocument/2006/relationships/tableStyles" Target="/ppt/tableStyles.xml" Id="R328e8ad595414cd9" /><Relationship Type="http://schemas.openxmlformats.org/officeDocument/2006/relationships/slide" Target="/ppt/slides/slide1.xml" Id="R803b9aac42cc4c3c" /><Relationship Type="http://schemas.openxmlformats.org/officeDocument/2006/relationships/slide" Target="/ppt/slides/slide2.xml" Id="Ra135a8c19efa4e68" /><Relationship Type="http://schemas.openxmlformats.org/officeDocument/2006/relationships/slide" Target="/ppt/slides/slide3.xml" Id="R7c1944c19e694126" /><Relationship Type="http://schemas.openxmlformats.org/officeDocument/2006/relationships/slide" Target="/ppt/slides/slide4.xml" Id="R916f9b280d23480f" /><Relationship Type="http://schemas.openxmlformats.org/officeDocument/2006/relationships/slide" Target="/ppt/slides/slide5.xml" Id="R716ee146b41049dc" /><Relationship Type="http://schemas.openxmlformats.org/officeDocument/2006/relationships/slide" Target="/ppt/slides/slide6.xml" Id="Rf6e6eb5d97b2430f" /><Relationship Type="http://schemas.openxmlformats.org/officeDocument/2006/relationships/slide" Target="/ppt/slides/slide7.xml" Id="Rf3fed068d11d4522" /><Relationship Type="http://schemas.openxmlformats.org/officeDocument/2006/relationships/slide" Target="/ppt/slides/slide8.xml" Id="R274ad4c2b04a493b" /><Relationship Type="http://schemas.openxmlformats.org/officeDocument/2006/relationships/slide" Target="/ppt/slides/slide9.xml" Id="R96d00674c17745fd" /><Relationship Type="http://schemas.openxmlformats.org/officeDocument/2006/relationships/slide" Target="/ppt/slides/slide10.xml" Id="Rd9cf2a36d1e9454a" /><Relationship Type="http://schemas.openxmlformats.org/officeDocument/2006/relationships/slide" Target="/ppt/slides/slide11.xml" Id="R95547962c316446d" /><Relationship Type="http://schemas.openxmlformats.org/officeDocument/2006/relationships/slide" Target="/ppt/slides/slide12.xml" Id="R1f6d384b26ef4e34" /><Relationship Type="http://schemas.openxmlformats.org/officeDocument/2006/relationships/slide" Target="/ppt/slides/slide13.xml" Id="R7be158288bf246bf" /><Relationship Type="http://schemas.openxmlformats.org/officeDocument/2006/relationships/slide" Target="/ppt/slides/slide14.xml" Id="Rebf4712944d84128" /><Relationship Type="http://schemas.openxmlformats.org/officeDocument/2006/relationships/slide" Target="/ppt/slides/slide15.xml" Id="R4cc2a930115f45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2b710d6b3445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0f2c827f3542fb" /><Relationship Type="http://schemas.openxmlformats.org/officeDocument/2006/relationships/notesMaster" Target="/ppt/notesMasters/notesMaster1.xml" Id="Re6cadf0feec545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50a02c1e17448f" /><Relationship Type="http://schemas.openxmlformats.org/officeDocument/2006/relationships/notesMaster" Target="/ppt/notesMasters/notesMaster1.xml" Id="R905a8a5ed0724a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3f91c9c25e4102" /><Relationship Type="http://schemas.openxmlformats.org/officeDocument/2006/relationships/notesMaster" Target="/ppt/notesMasters/notesMaster1.xml" Id="R9fec4006b95e45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86c307b48f4b4b" /><Relationship Type="http://schemas.openxmlformats.org/officeDocument/2006/relationships/notesMaster" Target="/ppt/notesMasters/notesMaster1.xml" Id="R97be5fc7d2604f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4e9e8c6ce24bf7" /><Relationship Type="http://schemas.openxmlformats.org/officeDocument/2006/relationships/notesMaster" Target="/ppt/notesMasters/notesMaster1.xml" Id="R2aaab3e6a0a943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821ebede81461c" /><Relationship Type="http://schemas.openxmlformats.org/officeDocument/2006/relationships/notesMaster" Target="/ppt/notesMasters/notesMaster1.xml" Id="R2775ee23c70b45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b75c0301d348c8" /><Relationship Type="http://schemas.openxmlformats.org/officeDocument/2006/relationships/notesMaster" Target="/ppt/notesMasters/notesMaster1.xml" Id="Re2633e7bc90e4a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57ed9f823e45bb" /><Relationship Type="http://schemas.openxmlformats.org/officeDocument/2006/relationships/notesMaster" Target="/ppt/notesMasters/notesMaster1.xml" Id="R78f07359078e4f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f292d590dd4d22" /><Relationship Type="http://schemas.openxmlformats.org/officeDocument/2006/relationships/notesMaster" Target="/ppt/notesMasters/notesMaster1.xml" Id="R3bbfaefc26b943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9bc46ce3f6454f" /><Relationship Type="http://schemas.openxmlformats.org/officeDocument/2006/relationships/notesMaster" Target="/ppt/notesMasters/notesMaster1.xml" Id="R4331b2ec9dc042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c7410626e740a2" /><Relationship Type="http://schemas.openxmlformats.org/officeDocument/2006/relationships/notesMaster" Target="/ppt/notesMasters/notesMaster1.xml" Id="Re3a678bccac349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e2565a012b4dc3" /><Relationship Type="http://schemas.openxmlformats.org/officeDocument/2006/relationships/notesMaster" Target="/ppt/notesMasters/notesMaster1.xml" Id="R0a4e78902b2345e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130a4a031ce4736" /><Relationship Type="http://schemas.openxmlformats.org/officeDocument/2006/relationships/notesMaster" Target="/ppt/notesMasters/notesMaster1.xml" Id="R5750d51936004fc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7f0f05f8c04d81" /><Relationship Type="http://schemas.openxmlformats.org/officeDocument/2006/relationships/notesMaster" Target="/ppt/notesMasters/notesMaster1.xml" Id="Rb7a6cf0cd4274d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370061bd8e9407f" /><Relationship Type="http://schemas.openxmlformats.org/officeDocument/2006/relationships/notesMaster" Target="/ppt/notesMasters/notesMaster1.xml" Id="R85ff3b28047546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06faf05d784b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0f77ec91a041fe" /><Relationship Type="http://schemas.openxmlformats.org/officeDocument/2006/relationships/slideLayout" Target="/ppt/slideLayouts/slideLayout1.xml" Id="R3a02715600794a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02715600794a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090eb7a0d489b" /><Relationship Type="http://schemas.openxmlformats.org/officeDocument/2006/relationships/image" Target="/ppt/media/image.png" Id="R3a8085f2c1ec48a9" /><Relationship Type="http://schemas.openxmlformats.org/officeDocument/2006/relationships/image" Target="/ppt/media/image2.png" Id="Rfcf2a1aedf6d4e2a" /><Relationship Type="http://schemas.openxmlformats.org/officeDocument/2006/relationships/notesSlide" Target="/ppt/notesSlides/notesSlide1.xml" Id="R82bdd421f30a4f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6db109568410e" /><Relationship Type="http://schemas.openxmlformats.org/officeDocument/2006/relationships/image" Target="/ppt/media/image3.png" Id="Rfc910a4f5e5d4edc" /><Relationship Type="http://schemas.openxmlformats.org/officeDocument/2006/relationships/notesSlide" Target="/ppt/notesSlides/notesSlide2.xml" Id="R3bae116d7e1c49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83273cce44a98" /><Relationship Type="http://schemas.openxmlformats.org/officeDocument/2006/relationships/image" Target="/ppt/media/image4.png" Id="R8ba0e0315f7b449a" /><Relationship Type="http://schemas.openxmlformats.org/officeDocument/2006/relationships/image" Target="/ppt/media/image5.png" Id="Reabeff4653ca49c5" /><Relationship Type="http://schemas.openxmlformats.org/officeDocument/2006/relationships/image" Target="/ppt/media/image.svg" Id="R60306413a8ec42e2" /><Relationship Type="http://schemas.openxmlformats.org/officeDocument/2006/relationships/notesSlide" Target="/ppt/notesSlides/notesSlide3.xml" Id="Re269061a2a2847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45b5d5cff408f" /><Relationship Type="http://schemas.openxmlformats.org/officeDocument/2006/relationships/image" Target="/ppt/media/image6.png" Id="Rad06c7fc952f40af" /><Relationship Type="http://schemas.openxmlformats.org/officeDocument/2006/relationships/image" Target="/ppt/media/image7.png" Id="R869136fa23bf45da" /><Relationship Type="http://schemas.openxmlformats.org/officeDocument/2006/relationships/image" Target="/ppt/media/image2.svg" Id="R5e3a13da4e6e4391" /><Relationship Type="http://schemas.openxmlformats.org/officeDocument/2006/relationships/notesSlide" Target="/ppt/notesSlides/notesSlide4.xml" Id="R84e7c7c51d5442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0c7a128954181" /><Relationship Type="http://schemas.openxmlformats.org/officeDocument/2006/relationships/image" Target="/ppt/media/image8.png" Id="R03ed0e8e3a074088" /><Relationship Type="http://schemas.openxmlformats.org/officeDocument/2006/relationships/image" Target="/ppt/media/image9.png" Id="Rcd4f825e3a854ba4" /><Relationship Type="http://schemas.openxmlformats.org/officeDocument/2006/relationships/image" Target="/ppt/media/image3.svg" Id="R43f410e6555a4c1b" /><Relationship Type="http://schemas.openxmlformats.org/officeDocument/2006/relationships/notesSlide" Target="/ppt/notesSlides/notesSlide5.xml" Id="Rd6769585194f43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98d520f744986" /><Relationship Type="http://schemas.openxmlformats.org/officeDocument/2006/relationships/image" Target="/ppt/media/image10.png" Id="Rde7b488cbe434d21" /><Relationship Type="http://schemas.openxmlformats.org/officeDocument/2006/relationships/image" Target="/ppt/media/image11.png" Id="R65979c923d854309" /><Relationship Type="http://schemas.openxmlformats.org/officeDocument/2006/relationships/image" Target="/ppt/media/image4.svg" Id="R54441c572d45426d" /><Relationship Type="http://schemas.openxmlformats.org/officeDocument/2006/relationships/notesSlide" Target="/ppt/notesSlides/notesSlide6.xml" Id="R508397c42af147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6c7f1072a4539" /><Relationship Type="http://schemas.openxmlformats.org/officeDocument/2006/relationships/image" Target="/ppt/media/image12.png" Id="R33d7cd77b2a24b64" /><Relationship Type="http://schemas.openxmlformats.org/officeDocument/2006/relationships/image" Target="/ppt/media/image13.png" Id="R3621a30c54554f85" /><Relationship Type="http://schemas.openxmlformats.org/officeDocument/2006/relationships/image" Target="/ppt/media/image5.svg" Id="R68cd9d6067e14089" /><Relationship Type="http://schemas.openxmlformats.org/officeDocument/2006/relationships/notesSlide" Target="/ppt/notesSlides/notesSlide7.xml" Id="R7089468e66f148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566ab15e604070" /><Relationship Type="http://schemas.openxmlformats.org/officeDocument/2006/relationships/image" Target="/ppt/media/image14.png" Id="Rbc2084cd96df48b5" /><Relationship Type="http://schemas.openxmlformats.org/officeDocument/2006/relationships/image" Target="/ppt/media/image15.png" Id="R7d88c87dfb504f44" /><Relationship Type="http://schemas.openxmlformats.org/officeDocument/2006/relationships/image" Target="/ppt/media/image6.svg" Id="R41f183d028e445cd" /><Relationship Type="http://schemas.openxmlformats.org/officeDocument/2006/relationships/notesSlide" Target="/ppt/notesSlides/notesSlide8.xml" Id="R091982a88bd94e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cce09365648f1" /><Relationship Type="http://schemas.openxmlformats.org/officeDocument/2006/relationships/image" Target="/ppt/media/image16.png" Id="Rf5c2d78a29b0422d" /><Relationship Type="http://schemas.openxmlformats.org/officeDocument/2006/relationships/notesSlide" Target="/ppt/notesSlides/notesSlide9.xml" Id="Rd7635c735e884b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3f538274d4683" /><Relationship Type="http://schemas.openxmlformats.org/officeDocument/2006/relationships/image" Target="/ppt/media/image17.png" Id="R77bace22a8364312" /><Relationship Type="http://schemas.openxmlformats.org/officeDocument/2006/relationships/notesSlide" Target="/ppt/notesSlides/notesSlide10.xml" Id="R2a77e98d568649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83c4c6ffd433d" /><Relationship Type="http://schemas.openxmlformats.org/officeDocument/2006/relationships/image" Target="/ppt/media/image18.png" Id="Rc2583640e4e84034" /><Relationship Type="http://schemas.openxmlformats.org/officeDocument/2006/relationships/notesSlide" Target="/ppt/notesSlides/notesSlide11.xml" Id="R63c06621728749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255ea7adc48ff" /><Relationship Type="http://schemas.openxmlformats.org/officeDocument/2006/relationships/image" Target="/ppt/media/image19.png" Id="R9b77f6453bd74029" /><Relationship Type="http://schemas.openxmlformats.org/officeDocument/2006/relationships/notesSlide" Target="/ppt/notesSlides/notesSlide12.xml" Id="R0a8033dc6a464d4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1ed23b657492b" /><Relationship Type="http://schemas.openxmlformats.org/officeDocument/2006/relationships/image" Target="/ppt/media/image20.png" Id="Rebf03f5e509948b9" /><Relationship Type="http://schemas.openxmlformats.org/officeDocument/2006/relationships/notesSlide" Target="/ppt/notesSlides/notesSlide13.xml" Id="R9ee48ec64b9145b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4b378c53941f4" /><Relationship Type="http://schemas.openxmlformats.org/officeDocument/2006/relationships/image" Target="/ppt/media/image21.png" Id="R955cbcb18c744a1f" /><Relationship Type="http://schemas.openxmlformats.org/officeDocument/2006/relationships/notesSlide" Target="/ppt/notesSlides/notesSlide14.xml" Id="R6e423023a42b4e6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a5258d8bc4ef2" /><Relationship Type="http://schemas.openxmlformats.org/officeDocument/2006/relationships/image" Target="/ppt/media/image22.png" Id="R81f1f6b279b0423a" /><Relationship Type="http://schemas.openxmlformats.org/officeDocument/2006/relationships/image" Target="/ppt/media/image23.png" Id="R4186d898e3db4799" /><Relationship Type="http://schemas.openxmlformats.org/officeDocument/2006/relationships/notesSlide" Target="/ppt/notesSlides/notesSlide15.xml" Id="Reeb6e0b97a0644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C44998-242C-499C-97F8-69E8FE70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414BA-3999-4FA3-92B1-D82DB1AA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BE5842-13B7-4B76-9E74-18CA266C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085f2c1ec48a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D7072-101A-4536-B16B-6553F1DE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A9FC12-09C8-4786-ADFE-A903FDD3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f2a1aedf6d4e2a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D7B3E-151A-43F8-9D89-7146C46F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A3176-1633-404A-8037-C1871A9C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01E0B-36D0-494A-9026-40D71927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DD808F-1272-4214-9BAC-7FA7D78C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13179F-345A-4D45-8E4C-45D5996F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8BDBC5-97AA-4019-BECC-B2A284C7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C4997B-808C-49B0-9778-253DBDE6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F26293-C404-49E3-8056-A10BDA63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FBA870-FF1C-4DCF-A923-543EBA17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6096193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16CF20-BA1C-4DF8-BBF0-CB8577DC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5D1C6D-8EB5-468C-83F9-C59AF176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82176-12CF-4790-B17A-B0B704FD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BA39D-4CC1-4C30-BD90-A8051DCE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882181-293C-4E06-99BB-86839841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10a4f5e5d4ed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0D661-6AC0-42AA-949A-4B81B94F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3DEA21-CE4F-4174-9C08-C66035A0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833FCD-20AF-4FDB-B904-3C5BB313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FD6B26-88C0-425B-A6D3-6B8B879C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3ADC49-7A42-4C83-A373-B8AEC799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71712E-55B7-4136-BD6D-C28A8028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D2A4A7-BFCB-4111-8B33-24F7FE4E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F7A77-B90E-40BC-85C1-037F6172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D6C5D-A072-4443-A961-DB9912E7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7CB6F-9DFA-4B29-9BF4-4DC87C78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6520D-EC99-49EC-B078-FF07DCA8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5CB6F6-71CE-429C-84D9-D78D540E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5CBD6E-0FD2-40DA-9C46-504B407D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7FF66D-EFF0-444F-A8B8-0C51CB3F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97269A-60C7-40EC-8781-A4EB6F1F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7F8A80-5055-4EC3-B4F4-C5E3EF5E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446A57-60B5-4499-8773-1E7A1913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18B6D2-111D-42D4-AB46-088E69C8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6CAE0C-96C0-45FE-963B-C1981C16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BC8D9A-5544-45B7-869E-FC50D489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FBC899-98D4-428C-BC4B-74E14B2E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EE0674-D3F6-4BF7-8B42-C0DE96D5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EC479F-3DB3-40AD-8885-FFA5F184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5A1903-D68C-487A-96C2-77E66F34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CC60A7-C718-4DE9-B5A7-C8899FE5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E7CD78-5BAD-4364-8CF8-9BCDA2B0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48F821-C25B-425C-AB34-08A9A700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3607BF-AEEA-4E24-935E-D254D90A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5E25D2-D9A5-4899-A46D-4617B903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E36B3E-6161-4E90-BF21-E5027007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DF597E-9B10-40BE-830C-C2C69D3B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ADD025-ACD5-431A-A2ED-87C582FB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9FACA5-534E-49EA-8E5F-89BE0598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BFA25C-D9F8-448E-BE04-04C0E795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26281F-70D5-4065-A73B-96398ADB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9592284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2CDE917-F89C-4E67-968C-4612E5FF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41F6D7-98E9-48D4-9060-B0B13D3B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D3EBBF-8D53-4595-BD05-13C223E9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F73DFF-DD2E-4C13-B8ED-15593431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96A6A1-6E69-492C-B9B5-DAB73FF5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0e0315f7b449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B1F1E-8BB5-4983-B949-4FCF72BF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0B6EA-E0DB-4821-90CD-5B90A6DC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A1C8D8-B6D3-4255-9614-02C30858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91692D-481A-4472-AAE4-AD63378F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EFE43-4AB7-4168-A126-60EDE6D1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779365-985A-43EC-A3D8-64E7F305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3C0A6-61A1-4BD2-8D7B-682EFF95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CC4805-1CE3-44CB-8748-61ADA05C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421906-2A05-4C64-8D1B-4B889376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C2D3B8-6085-4EDD-A606-4882599D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56E2C9-C327-43CA-8D06-01DA0698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DFB770-E5FB-46F0-A7F7-4BFDEBA7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2681A2-8698-4754-9D40-9E9D5785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9CC560-E8BE-4A46-A43B-E90F2163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234A86-4215-44F0-A50E-6625DF94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226427-8035-45DC-8C38-33FA0434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01241D-BF03-49AB-9FAA-8A2506CD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7B9A7D-A25F-489A-BB1A-B41EAA53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4D3A9A-E0B3-4D59-90DF-97855526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4EC5D3-1549-438A-B8BA-A915200C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09301F-0258-4204-B4E2-C2E97220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A59443-132D-40A8-BF5C-17CB5F19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12341C-7A8D-41B5-B05C-CC77DA27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4DC2C3-1D79-42E6-A6F7-AE08A0D9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CF15E7-375B-42C4-93B5-8E1C2582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7B2775-BF7D-405F-A64C-ECEA8A73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68DA26-628D-4DD5-AF13-7EE2CA33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BA24B2-82D7-4B55-A87E-CBFAE633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E6321D-FE08-43DE-ABF3-A131CDDF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2A5EE8-7911-4044-B967-878650B7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D6581B-D9F3-47F8-A285-679F34F5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eff4653ca49c5">
            <a:extLst>
              <a:ext uri="{96DAC541-7B7A-43D3-8B79-37D633B846F1}">
                <asvg:svgBlip xmlns:asvg="http://schemas.microsoft.com/office/drawing/2016/SVG/main" r:embed="R60306413a8ec42e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16AFFB-2655-4D0F-A995-E071F514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7BEAE9-280D-449B-9297-1A471C8D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E8CCB3-8B31-4045-8C1A-4DCC4927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DEBEF5-4B58-41D8-97B5-8202CB43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143F890-E92D-461F-90E2-098FED76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87E975-0C23-489F-80E6-58C2EDBCE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B32371-3780-45A3-A760-C6664B73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84D7C6-5F58-4049-BF97-74B6FE8A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15CA79-33E4-4728-890D-E82D2752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1A6A983-C1F4-483F-9F28-A248B63B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D23E84-41BE-48EF-B3B7-9D6083F8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AF7533-29EE-4B77-AE9B-84484D5E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448E906-8F1B-4EEA-BCCE-C4FD6D35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0F5C6E8-F053-490A-8B82-37F71BC1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722AD24-EC8B-4F4D-9DB1-59CF7769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E4E9458-AB87-4D1D-8C30-6F615F2F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C7F977-082B-4BF2-8692-66BABCD3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ABC91D2-71FE-4020-A1F7-CDAAE894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6713DF2-77BD-4D5B-B5F9-E8864D29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8F2D36F-06B0-49D4-9C7D-FED462F6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3750BD2-A9FD-4F07-8708-3CAA904D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FBDEF10-9731-457C-9BBE-E9B31ED6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221DA54-715D-4765-A6E0-A5C76619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E0F6817-5381-4612-89EB-446A8A69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DECB5F3-14D6-4EFA-8207-2E1CEF5B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811B5AD-57AB-4847-B072-E558FD2A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E1A68C1-4A84-4DE5-A5AC-A15DD7ED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4B276FD-EAFC-4D66-8C35-55DA7516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1747272-9249-4E75-A013-FD04B24E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E04913B-3177-45AF-BE32-FC1EDF1D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C4B1F35-6DE7-48F5-AD94-70C6D9F3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0402740-FF7B-4247-825C-1452B071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BAF4618-D2F5-42ED-9277-EC59E26E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498B899-F531-41C9-916C-70A04862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DA02A18-C9B9-40C3-89F3-7AB2A51D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E304A96-317A-4B0B-B894-DEE6D8CE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60378BB-C9F9-46CC-BDAD-6F94D9E3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831780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1D5881-FEBD-48C0-875D-B15B5AFB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2D109-2584-4AA1-A5DF-6190CEB3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D5757-E63A-4732-A171-5A23B6E8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CA98E-8200-4791-A90F-9499D451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1521B-1DF2-4766-AE7A-54F472B5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06c7fc952f40a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4A9DAC-F0A1-4330-8D00-1C326063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E178F-538A-421A-808C-412BD65D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E64F2-29B4-4E5B-9DE8-701C8F21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A1261-413C-4A02-80CE-8A5B4C53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821CA5-21ED-45CE-9059-B98B88A6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136fa23bf45da">
            <a:extLst>
              <a:ext uri="{96DAC541-7B7A-43D3-8B79-37D633B846F1}">
                <asvg:svgBlip xmlns:asvg="http://schemas.microsoft.com/office/drawing/2016/SVG/main" r:embed="R5e3a13da4e6e43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204531-EDE3-4405-9F12-09F391C9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FCEC6C-0CB9-4E2B-8A29-C340FEA0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15781E-6C44-4722-A538-4CAF4104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C82940-3027-4444-8206-AA47F004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CFA7B3-92F2-493D-94AB-A76BDD5C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FB4B10-04BC-4C4F-B629-9DE7AEEC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261976-4033-43C9-B7C6-337A9EA7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ECE5F2-9CEB-4A71-A31D-14F94E83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8E1720-58A5-4397-8B25-777CA16A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2A106A-888D-4A6C-AA77-8C537016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AC2EAA-D12E-4907-B29A-65A812DD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C31715-7B5D-47A6-AF33-9146453E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615679-1A0A-463B-85A5-8A8455B1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C1ECA6-0699-4DC9-B318-ABA7AB11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DFA341-E533-409B-AFCE-C4F6EC83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3946DF-1357-49E5-94FE-4F01E8AC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F63ED5-1E2C-47FF-B69F-D30BCEFB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8027658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797035-777B-4F94-9448-6D8491A1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26C85-C753-47AD-B095-E8621E98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F83A45-3F72-48DC-8771-4641EEFF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86AB7-4841-4677-A4C6-37B6EAD4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00849-88DF-4692-9883-0B91EBA1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ed0e8e3a07408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87DA4A-44DE-433A-A51D-14199307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972E9-62DD-497F-AF85-BFCBAFFC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68B25-A5E6-4FD8-A992-794C8D10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3689D-BC12-479F-86D2-19EC0463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FDBB5D-99E7-4BFB-94A0-DCC2025D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f825e3a854ba4">
            <a:extLst>
              <a:ext uri="{96DAC541-7B7A-43D3-8B79-37D633B846F1}">
                <asvg:svgBlip xmlns:asvg="http://schemas.microsoft.com/office/drawing/2016/SVG/main" r:embed="R43f410e6555a4c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F78DA4-550E-454A-8141-2A1631B7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2131D-B592-4099-9E5E-DD737315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D78AEF-A056-48B6-BBDE-259C15C5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69B363-0D73-49A6-9B8A-F38B1CDC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7BA0DD-81F1-4294-8DB2-7E575457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B14592-5E57-4637-89FC-0B3466DB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755E51-0437-4C1F-ABB2-5F3419E9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444A7-67C1-455C-88DE-DD7BD106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8B30AB-3AD5-4793-A927-E8A26341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797AB3-19CA-49D9-AC5A-66FF6E7D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9378E4-57BD-451B-888B-9D907339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B93B66-EE06-4F58-B9E5-A4EE4E89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F14C8B-F4BC-4359-A386-2B638675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378721-725D-4E06-805A-760458FE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DACDAD-4ECB-41B7-81F2-79AB1497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340948-47A8-4A50-AC3C-75846AD5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C26AC7-A567-43EA-B16E-E9B8BC09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4D768B-12CD-4285-A5F4-963BF6DB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F71548-5680-435B-8A48-95F26312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C1360F-6E7A-48D6-9752-7F6D3408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6978569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7508D3-26D8-481C-998D-7895029A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D48F5-FF70-4B96-9945-34615E64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D2F364-4C3B-496A-8692-F86E2756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CA627-1076-4E6F-875F-127750BC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1321D-22CB-4A6E-8F32-B406C44C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b488cbe434d2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222E3-7F41-4F3E-9836-AF9FBF0B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95850E-509C-42DA-99AD-43744911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7E7DB3-35F9-4F30-8A7E-1B103B79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C087E-6D23-472A-8208-02479C6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33363-B215-461C-9F20-52476F69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979c923d854309">
            <a:extLst>
              <a:ext uri="{96DAC541-7B7A-43D3-8B79-37D633B846F1}">
                <asvg:svgBlip xmlns:asvg="http://schemas.microsoft.com/office/drawing/2016/SVG/main" r:embed="R54441c572d4542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B72D2D-6555-43E0-B510-C50670D7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95CD61-F39F-46C7-96A6-E64EBDC4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36BCF5-066B-4F2B-8324-48C99908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0D9C4A-94EF-4E36-B88D-155FBCDF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A9C4E7-5E7E-4EED-B7C1-915776DD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164B5D-D8E1-439E-953C-81BB2BD5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5E111E-7370-463F-965B-96DFCB67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403C51-F2FA-449A-9E97-D0B1CDBE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0F4E18-EFE4-4596-8901-322DE89C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8C8D8C-0DBC-4974-B77E-E29FC310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8F570-8864-47D9-B07A-61A4CF77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9F3D48-7C25-44D5-A4B0-AB8BDC2E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D5EC21-BA61-44CE-9904-C155BC64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70C7E2-4F27-4590-9260-51E300A5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21423235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457182-B7CA-4436-92D2-C196092D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92DF7-DADE-4207-B62C-9A285F9B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1393C-426F-4B0E-B968-A86ADD7D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FC02F-8569-4D69-94FD-E4C72259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C0C29-EC7E-44AB-95B0-D9F6D915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d7cd77b2a24b6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B0ABB3-28D8-4297-97DF-E338A762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95BC2-555E-4240-9A22-6ACC742A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F6304-C9E3-44DE-B355-27C4F3B5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29106E-EE6D-45FB-AE12-F95292E1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83D202-9363-4203-8AC8-1B933DEE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21a30c54554f85">
            <a:extLst>
              <a:ext uri="{96DAC541-7B7A-43D3-8B79-37D633B846F1}">
                <asvg:svgBlip xmlns:asvg="http://schemas.microsoft.com/office/drawing/2016/SVG/main" r:embed="R68cd9d6067e140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B86CDF-702F-4937-8952-4EFA3BEB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D4A7E5-1A3D-4DE3-B32B-A6A25CBE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79E9FD-7157-4946-A431-1C89AA6D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28C190-7B92-4056-90B5-ACAAEC5A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FC3C63-2A52-4EB3-8840-C93D5767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FFAD6-DC3E-4DF8-A3B1-78E0288C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9DAD6A-D76C-428C-B854-6A667A27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0255A8-BEA9-407C-AD37-B862B204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BE4D33-4D62-4926-9EEE-400312D8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DDB90F-CA1A-4608-8A15-0D6CC683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6E326C-CE9E-408F-82F7-1B4BB93B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C8566C-C993-474C-A0F4-706F4FCE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A7A44F-56AF-4470-8902-7210BE8F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E3BF62-4929-498E-8C6A-C30F2058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6744395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19D044-5F48-4C75-A1CE-096CFE20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3418D6-4580-4377-BBCF-45612669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ED5DC5-5B04-4BB1-A351-0C4A06B5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BA498-3AB2-4630-9359-6FEC928A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CFF4D-7642-4166-90B3-D08FEAF8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084cd96df48b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D0825-1725-414B-B97A-0B44E41A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D3A197-4535-44A4-830D-4B0C0634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284D9A-8F74-45A6-9774-895987CE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251910-BBFB-47DA-A530-82245D3C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F2B59-50B1-4C8C-9BE3-2171CA03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8c87dfb504f44">
            <a:extLst>
              <a:ext uri="{96DAC541-7B7A-43D3-8B79-37D633B846F1}">
                <asvg:svgBlip xmlns:asvg="http://schemas.microsoft.com/office/drawing/2016/SVG/main" r:embed="R41f183d028e445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226B4B-54AB-4658-BD4E-1E068EC0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8E29E6-5948-443C-9677-C14C091D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AC8864-3738-4A95-B626-51584A18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6C3530-EA3E-4B1D-90EC-F8CD4676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369AF6-F84F-41D2-A588-599F0506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6B3A08-21F7-4AB6-8292-1AB6C5E1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8978A-474F-435A-9F34-93A7AC09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14880B-9CB9-412A-B2FF-76AFC759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038E3D-375D-4064-8119-A81FC6BA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1DD348-0E51-4FC2-BD72-E5B06436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CEB495-DDAB-4E92-A1A8-C1B30B7B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5DAE35-1A11-445B-9639-6D5165BA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0A2E67-283A-4A1D-8044-B4EB83E0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2BB3FD-C567-456B-98D0-3CDBD613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89928C-0D23-49F1-BCE7-230A015A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BB2A55-778C-4E31-B260-5F848E45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8B96B0-171F-442C-B9FB-B2EC6186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A13251-8C64-4571-8F56-A01FF253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E506C7-003E-435D-B9D1-20E6DA33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4C75A9-98F7-4289-856A-F5BB69AF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3DD79C-8ED4-44E8-AE3F-1A2C7A3D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6400A7-4AD3-4346-B61B-FE14D4CF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5839031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A73CA88-658B-417E-AD41-E0D1CCF7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C2E9D-9027-4F71-87BE-B4A0F287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4BFADE-39B8-4ED5-ADD2-2802EA29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89109-9190-4177-862A-F19DD169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89772-2903-4625-A7C4-EBFB88F1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c2d78a29b0422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468EBC-C84E-4D85-9763-F0100948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F036F7-4622-43CB-86F4-D5DA9F18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0FA953-774D-4A69-8C05-52BCC15E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A2AE6-6992-4191-9B9D-4A2D9483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8501F-45D8-45FC-84FE-F049FE03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82A93-79AC-4977-97A4-9631D278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FA6D0A-28A3-46DC-AF2F-3F54982B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A1E5B4-DB76-4B20-A48C-4E23F5B1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763B11-8BFA-4FC3-95D3-24E9BF21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0A7C5A-DE84-4C55-AFF0-6A0A43FF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363FA8-C582-4283-8E21-5216A4CE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CB609A-38AC-48C8-8CF2-7DCF44C4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11692B-717E-42F8-B887-33892448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72FF8A-6BA7-4D20-B858-DBBAD6AF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E2D850-8102-4B3B-A85D-51F74A18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C9BB5D-EB46-42F3-B92E-C81B85CA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16714A-72F2-4DB5-AC2D-F376B1C0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A14CE1-F008-40CC-8E5F-14D61F81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F3ECDD-73C1-4EBA-AEB7-C41110E6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E76E1A-670C-48E2-B9CF-ABD6AE5A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C40D96-2733-4064-B942-01D96FD9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13008A-4910-45F7-AB78-FF4C108C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EB3001-37A0-4B1B-A443-BD984A5C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379B-3C8B-4A5F-B71D-8426B26B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DE3E48-6650-4FC4-9692-EB0FED0B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F3F2F8-FE73-49B6-8820-55A3C04B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568085-62E9-42A7-BEA1-990D78F9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057B86-82A1-4A30-A326-E1DA67DA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8A3948-9EE6-4629-B407-8DB41CD5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790B17-4CC8-4F6F-8203-C7BE4494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F49A0F-E39A-4AE6-BB4C-6B72CBD9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E02E9C-162A-49D9-92CA-4169300D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2B60E9-E5CE-4621-A0E7-D8D34091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5493C3-B870-41E3-B982-AA3F1E3E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78A3242-C8A3-43CD-90A7-977C2ACF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0DFF34-2C83-44C2-AB53-EEA4F28A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431AC4-DB9E-4489-869C-3D62D8B6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C69A5-6829-4409-9349-71D7275D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E3537AA-7EF0-4E3F-A5C6-560CC791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D02728E-91D9-4B39-9FA4-AFF96925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763C7C-DF05-4055-89A4-25A9A98C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D2F8F97-2EAB-4FDD-81AA-00D92EC3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8DEEC5-DDB1-495D-9AA3-3414727F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2BFA3E8-3911-493E-92E5-119418C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151B28D-53BE-4FC5-9EAF-50EF7741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58557C-F221-46D0-9E9D-0DB0063A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1D32C9F-4565-4647-AD99-B4F11FD4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A1BBF7E-0AFD-409D-BDB0-67582CD9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EAB9C8C-3700-4733-A421-23CA0B58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118AAFA-3779-4D16-AE7B-0AF0857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60FDE4-E1D2-4D95-ABDC-EAB5544C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09CCFB7-635C-453C-A4E5-F9A15983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9CD2EA8-97DE-43CE-B4C9-1C8CD026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BAA9525-80C1-4AE6-ADB9-E49A478A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09351DE-9B1F-40B8-AD8B-6F56579C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B8FDBB4-0A07-42B7-B787-456863D4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02C1274-7942-4188-8515-E7EEEC6C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03932B-423D-46F0-9484-043BE984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A579E8F-BE4B-437B-B3CA-34F40FFD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3E649B5-AADC-4003-A9D9-F451CF53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8DC5271-AAAA-4062-9AF9-AF23EFD7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C5105A4-723E-402F-B43D-0C66A6E8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E5EB54B-8F75-4CA1-8C4D-22E19706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D5BF533-705A-4D0A-A70F-E2D160EE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F15E828-8049-4735-A1DD-A40F3206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89DDF5A-89E7-4048-A690-456F182E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54E2A74-60B6-42D0-848C-F8054198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F513584-A523-462D-80BA-C04E43B2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B014306-B9DE-4CD1-BF82-C3559B42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E9A29B4-FFF5-4B0C-9C8C-9BE4194E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EC5B58B-F5F1-423D-A8B8-E248E0C7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1C21BD4-B0FC-4BDC-A53D-B0CEF517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F2252BF-7571-4A13-8E3E-353F7D63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2203453-F6D8-4E92-A767-8ADE1E98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D69A34C-E87E-475C-B9F3-FB3A91C8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09E76EC-6976-4CE6-8B3B-0CDDD03F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83B76D4-9311-4994-B480-160F73A5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D68BF09-F1D9-4F2A-B2F8-C97BA2EF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16B2385-04F6-4934-B01C-B9B5308C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F7E852F-E3E7-4391-8C40-960B1ED4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AC73A75-3505-48C4-97A3-D6CF3129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D318112-1029-41F7-BEFE-51486D2A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C4DE9E2-C647-4641-B35C-03CA9A9A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0D3775D-E603-46CC-8DA0-9BFE788D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5EDFAE7-8EBC-4EFF-B649-9FA7AD28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08EC0A5-DC47-4C50-9FF6-1168DE1A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FDC3C02-A725-4D71-ABD7-8C2CD8AD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B365866-A090-406F-A53A-6EECFDBE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235FEA0-A1E4-417B-9696-B722A4F1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6DF8F42-3E5C-43DE-8B53-6D581AC6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BD3DC8A-528D-4283-BC27-B76FADD7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B9AF7F9-1EAB-416B-86A4-1E865487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121353D-BD1D-4D89-99DD-AEBC061F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5C55496-58CC-474D-B4E6-13436D2B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05FDC9A-7C44-41F0-BAC0-145F3347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9691293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00E22C4-349C-4DCE-8545-BDC5B8A4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1D941-B5D2-43F9-BF75-C7582905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6E5D9-AED8-4041-BB9B-FFFEA03F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71B40-BCB7-4541-9549-EEF68245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AE41D6-5ECA-4BB7-BF65-B2CDD76D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ace22a836431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C3D952-5293-46C5-AC37-34B870BE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2315BA-76E3-489E-8588-3BF504D3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E0B2E-260A-483E-AD22-B37D161A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66978-0726-44FF-ADE5-1BB5E083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D5E2E2-C6C3-4450-8993-9D50B8F8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FF006B-F528-4DD4-A463-50A21ED7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5CF953-09FC-478D-B934-729574C1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504FA6-564F-4588-9816-4AA492F0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D44D3A-3D46-44FC-92B8-9A9EF4BC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95D462-D040-4977-B2C5-DC9F449B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122BF6-205F-4939-887B-0D2E2C1C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EC239E-C116-4D88-9EF0-A6ADE009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128919-34E2-4887-8BE6-CDA6EEE6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4F0913-4CDC-4B1F-9818-5722DF94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A889B9-115F-4A7B-8DCC-45612392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3CED65-CA1E-459A-ACFC-7300F929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5A32B1-922B-4BA8-8FF3-4AD9D290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4A72AB-E83D-452D-AFBA-C9826B51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068465-A5D3-45B9-9E1A-85EE549C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1E613B-2D28-4A1F-9C70-BC997416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3B197C-A5FB-4F8B-899A-F990E1EF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58E527-1EF8-4752-9225-9B2D5F1A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1EC961-DD2A-47B0-8EDE-991405A5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85577-E58D-405D-ACA6-B0455D06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3D3E56-1381-4B15-8F7D-C2426AAC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D4A5C6-FA68-4C61-8CE8-6C210567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54932D-B28F-4333-A5B0-12A5601C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CE8035-7ECD-4707-8B9C-DDFD9DF9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A1DF6B-AA2C-4F4A-A424-68C7CCF0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E56708-C07B-43AE-99B3-60D43589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CA10C9-73AF-4975-A00F-83810096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AA0073-534D-4107-AFBD-5C3128F4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725843-223F-4D0B-85B4-65A1DE90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B4E822-4BAB-4443-A91A-B7142485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306052-3BD0-4198-B933-6FE28324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3EA5BA-DC35-4709-8EED-CF6B93DA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C2C496-F2F0-450A-B00D-403DE6F4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00673A-DA03-4158-BEB0-C2F4202E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CAC035-0975-4471-80DD-ED9374E5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608B36-250D-46D2-83B2-37966B3D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AE59B06-6D72-425C-84F1-B9C800BB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BC56A9-F0BF-4B8E-A44D-E8825FB9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B04E0B-31F7-476B-B392-0555748C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A73D2B0-EE80-4F1F-9BB5-CF95648C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2BD850-E75A-4038-B648-12F74D54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53F1078-60A4-4889-955D-23B76FBD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C78342E-0D54-4862-AA3B-D77910F2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0DA0955-AD27-4231-B78D-39E525F4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9653D03-D221-47BF-9865-44E9030B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948E13B-2B10-42E1-AF0A-AAA68179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D2C9698-181C-498F-B5B1-A1C6B0D3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4C86689-FB4F-4D40-90B1-3DDF0E26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FAD140D-2014-4CED-B932-0301245C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006CB67-C2E6-44EB-95B9-0D1BAAA5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1A74C67-739F-457B-A98F-F78ADEE4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E92D1D3-662D-4BD4-B033-66BB74C8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B4B14D0-66AC-4976-8A30-AF0C5FE8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64FDD8-E5A2-41A8-A361-83C25E8D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62DF994-2C81-4E47-8784-8360C0CF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6056CF2-D00A-4261-9896-B4D9D728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517714F-3237-476E-AB69-C007677F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7EB0C50-CBB2-45FA-8A66-D8063502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2375F29-B864-4250-AC0A-111BF07D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E5D3580-6236-4348-A604-E04FEF51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E13A842-2F6C-4EB2-A3D4-4739CCEC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2F37F82-F4EE-45D8-9886-57012E03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1A89CE0-86CD-458B-B5F3-3C932135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18AE468-D109-44C1-A11D-D8C8DBAD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0CB7DAA-1305-4CE5-83F0-89075037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84DED49-A9E3-48BD-A9D1-532B34A6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E01B67F-8230-4595-9F63-8B36CCC7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983CA64-5930-4E99-ABDC-0B094F39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0C05AC0-086C-4754-BD15-1F81665D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6BB91A8-8570-4222-8B07-9E3C3F09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55230B6-E35E-4E54-BDD0-A0D4FF9B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E3D4D19-1CF6-4A8D-9BC2-01C88F15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9B58877-C0A1-4429-9DF8-D2D6E28A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BB2062B-BA03-4C0A-B652-15EFC182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76621DE-2AA8-4E46-A52F-6F713995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D3D480A-A9EE-44A0-BDB4-4A7BEF0E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A6C3D56-CC94-422D-9098-D13A520B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B723287-5475-4784-A8CE-CDA252D2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55B504E-A8E1-48A0-AD3D-F4695CD3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16529D4-5EEF-4AE6-897D-C9F7C493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A158913-5641-4313-BC4F-2E44D2D5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B8FFC51-4511-461E-BE24-4ACCBEFD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64CD03B-784C-4F00-BFAA-57C0ED16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41DCD72-E9AF-466A-90DB-4465E147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026ACFF-36A0-4691-8F9C-9EE4B91D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17AAEA5-D342-47E2-B221-6E80A277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55DE528-BE79-475C-8236-A4D34592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ECC6582-D605-4317-ABC7-9BB8C7BE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228A04D-B0BB-41FA-9533-BAE964DE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26B0B01-3CD1-4A7F-90FA-91EE660A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E595D8B-6D9B-4F03-A09F-933A226B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FA54211-6DFB-4949-9942-754BAF21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6226231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C37A232-5A6F-428E-97DC-B202F4C9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8EE1AE-5D6F-4D51-ACA4-14FE1919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E1A09-672A-4A5D-8571-2104EB69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3891C6-A706-4AFC-ACF8-DB5BC09D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5B026-5094-4B07-8AC1-F8B5AAC5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83640e4e8403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06B05-6590-4255-8287-41C5B58F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C31BA-F632-47E0-8AA3-8495F5DE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9FAAFC-F49F-42A8-BD60-7E6E4940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E5258-A201-44E5-B32D-051591E4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B4733-AD53-4853-A680-65984641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A3BC21-2DD9-486C-BD4C-4064B164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579F12-809B-437B-B481-5350A069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98B77D-4680-461E-8BF7-54D8F739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30BA7B-CA61-4ED7-A38A-0CB8E685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84FB2-2705-4BA2-B5C2-5F06E1D0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FCB124-4D57-4853-830E-624311CD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C4768E-1EE5-4BA1-BDAB-CDE910C0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BCC6E9-0A4C-403A-A333-CCC97326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BDCD7E-EF99-44D1-B5B1-B9AF64D0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1A400C-DC74-4B0A-97BF-4CF07928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7A2F0F-94D5-4014-9A1D-FD747D8C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AC6562-0635-478E-A1A7-598A1161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DF9D24-8924-413E-B3B5-03B237D4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66AA9E-1EBE-432F-A1BD-34C11289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19824A-E36E-47D6-8417-AE1AA104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BFAF33-02B4-4ECA-8752-ACE2A5FE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EBB163-F357-4BA3-9473-1007F545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C00D90-5F6B-4E06-B1A9-5D2D6BF4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850262-A6CB-4F69-BD25-CE26F384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3126C8-6299-4A45-BA7E-FD27202E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80FF81-D680-43D1-8769-FA6550BB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F17344-EF2B-4A4B-9D3E-AB2B3069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C985F1-9EB9-4CC5-B3B2-3162A17E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966F3E-51F7-47E0-B58B-FD06B378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57897C-52F9-4175-BAF3-F0CAF4DA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2B966F-E475-4AE2-9AF7-C25CEBEE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FD9D0A-0964-4E40-8DA3-25AB763B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F1DFE4-6F15-4770-81E6-093A67C8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35FFF-88B7-4563-88CE-22794C0E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BA4FE3-016F-4045-83D1-971F9711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F4A286-CD05-41C4-AE53-DDF6B5A9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E69EFB-5CD8-4518-B7CF-24292F15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ABBCF73-E40B-4B1D-A6E3-EEFD735C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790E78-9B09-404B-886F-9DEE8664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E073E7-2773-419B-8C3F-75F709F6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F7C9306-0F1A-4093-8FFB-518B97B1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13D6A4-C13E-4DDF-B05A-56D52C9A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B5FBE0-672E-4F1C-AB8E-B81C1C5D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BC7ED7-92CA-4388-86EE-9D4A09D9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87F049-AA2B-4A48-9B26-CFC4D1DA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5F8E9A2-8D7A-4E4B-BC1A-42404434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F60960-9CD3-4997-ACF7-42FFFA08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46520B2-4E61-4C65-AA98-F3B3EE71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F14983F-3079-4F37-8139-65787905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C20B76-4A9E-45B5-B635-B101B14D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A7D669E-E411-4200-8405-7D1F8A24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89199D0-33A6-45E0-9BD4-00578721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51CACE4-CD22-44C9-BDE5-8899FD15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5272F65-A571-40C6-A6FA-51B57C28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7D022A9-DAB0-4AE4-A1AF-AF29558F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2BA696-3D6D-4A9E-AC19-AE260308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56C68CC-67E0-44AD-8C3F-7ABD6A41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569BA4A-D2DC-4452-B09A-9C2D10A0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C2D1AAD-6BD7-4C9C-8A81-F143EC6C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BCE2896-4137-43FB-B732-2803906E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90BE888-63D8-4790-9064-71BDD3D0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C6BEAA9-0ACA-4E9B-9852-DA31DA4A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88E4170-F931-4B52-83D1-3309715B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3785C51-9C61-4ECF-A0AB-675DBEE4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EF6E198-95B5-4CBB-A08A-C1C373A5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B929B6-C273-4EE0-839A-3FB0FC03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0565928-9691-4075-B334-0F3B3E7B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E04F283-8A2A-4DE5-A04A-9ED341C2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F656576-7EB4-4301-9515-841E9860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35278D4-742F-4197-904A-7074DB74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38089EC-C8D2-4F70-9AAF-4CA0C5B8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0711770-AB1F-4193-BA68-B030A603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43506EC-876A-4C71-B475-9F54340D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4ADD86C-55E7-4D5F-8991-A62A84E3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FEA1A56-F231-42A7-8878-DF0F5FC7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E60EBE6-FBDA-4177-B589-346C018D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F7127BC-33B9-4260-A301-74B1D0E2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5AC8A9B-1C86-464C-AB24-609D41C4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E38066B-98FA-4D26-AD09-1DE305F4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AE72343-BFAC-40C8-A7F2-D0A5D560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8F3353B-350C-4192-8488-B822743C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C5F3359-544E-4F38-AC72-AD452348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FF32888-78BE-41CA-8311-9CC752E8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A003B63-02A0-425E-B302-A9765E38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D5F67E5-7B12-494F-96EB-2D90BC7A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05BB6A9-998D-4C53-9D8C-225A295D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C803D48-DBB9-4080-8292-DE3A4854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11F0846-AABD-4C0B-A5B6-3A719DE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9855493-E461-469C-9169-CF4095F5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FE611D7-05CE-485E-86E8-CBADF124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E3B7BD7-3478-47DB-9893-4C832A6D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1010210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98A5848-DACB-4269-9147-E9346FFB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58EEA-F5E5-43E7-A14C-560D0E21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EAACBD-E232-4CCA-8FF2-E44DB458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DD310F-4703-4DB9-B592-BE173595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8981B0-3CAF-42BE-974F-B8A02E50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7f6453bd7402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13917-06F9-446C-93A9-5773B354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632D6D-CF3C-45B5-8001-C541256B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E10B4-8CF0-41A2-AE7B-F86284FC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B8A62D-AC08-4EC3-B5BB-38349ABC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31CE22-3C75-4E7B-AE7B-321979CE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B707D9-D433-44BD-A760-0B0305B2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A220A2-E3B9-4447-B39A-5D85B103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323D9B-A4B1-4B7D-A386-84F72604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277868-636C-4FF6-BD09-8B8C7701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E50EF-0632-43B2-B816-F6A40D1F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FEAA24-110A-4A2D-80F5-A433742A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EF15EA-BE53-448D-BEB6-347EE41F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BE5D51-D11C-4D6D-B4CC-5CAD3B52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81D844-19A5-46B7-AC9B-D88366E8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577BD9-CC53-4BAC-A46D-AC2DFDA7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3A532D-3B66-4C7C-B342-A67F7B1B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4F4F4B-DBB4-452E-A577-FB9867D0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9BD5C6-664F-49CA-AB51-C403F754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FB6895-25B3-42D9-8E80-8D74C9E9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4C9FC9-7D14-4C78-A5A5-CF649B12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82088E-F54C-4E39-B436-31C34412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00F48D-B965-45D8-A0B1-86DE0187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E4823D-DCC5-468C-96E2-7A56AF6F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C0F8D8-32D7-4A39-8D60-DF895397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3BA61B-E4E0-4DC6-8413-AA6033B4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CF626E-78E8-4DC3-A9F5-13F9D3B1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739C53-BD3C-48A7-AFD0-0DCC35B1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9FFAC8-1A41-40E4-87F9-30929384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70378D-03AE-40A8-B953-67A4DD79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4ABF0-1234-4E63-82B5-194DFE51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99C9F3-68AD-44DD-9297-3F2DC559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DDD4E6-555F-4948-9A2D-A6C5FF41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000852-4667-4D88-A8BD-9121610F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88AD9E-7DE9-4EA6-A44F-C2F03980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019B0F-5322-476F-A9AA-0EFC3F8D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19A057-A9E3-4566-8E79-3BA483EB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DE2621-8C86-4181-B9CE-89F320B6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8DF0E6-839F-449E-B339-0BFE50A9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DA0D3FC-B543-4A6E-B399-158B42F0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08C8A0-25D6-4809-B4EA-0AE4AB27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6B7359-F8CB-495C-8520-74B2ED70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AD258D-715D-442C-B5D4-2F320162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348BF44-3794-4918-80EB-0B650992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E739685-8FEC-4666-814B-862AD379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12FF378-9221-4A6E-954E-996E23AA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E017578-753C-4178-B642-2675A413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A79DFD0-529E-4BD1-BB9E-95921983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EE3B3CA-D8E7-4071-B33C-1BCAC5F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08204EB-34A8-43B0-868F-7B41FB65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4793076-52C5-4C38-94E4-F0DAAF2B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68723B6-AFE2-4682-A4CB-B1B990FC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49C611F-BDFB-4BF8-ADEB-1B4ABAD7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F53594A-D12B-471D-87B2-24207C1D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E7CE9EB-00F5-457B-82C2-F7DE757E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122630E-5EA7-4F8A-9923-A9DE28E8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11D4B0A-2CF6-4334-8E20-16B6D728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FA6322A-E1B5-4A76-8416-CE3068F7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1D94201-7710-46DE-A670-A2EC1B41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7268905-AB4E-422B-BC08-11D0A9E4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7624224-9A1E-4DA6-A077-D4BE231B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6FAEF17-8D0A-484B-BA57-09467054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7763A97-FC59-4CAF-A44D-CF47C7F3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410B72B-905B-405C-87F8-5EF14590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0F90355-0C71-4722-B5D4-0A767A38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06D9CDA-594B-4FD6-B75A-398271F4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7062264-0C45-4446-BCDC-3EBD545C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6D478A2-56BC-446D-9447-99A78C00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AE05546-5F38-48D0-8AB2-E74581FF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0DE98DA-7238-482C-AD38-A9BDCE34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7A7C8AC-C000-497A-8D3A-DCB229B1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925F6C1-EC88-4A14-9733-E4F7FFA0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ABD7ACE-A630-4416-BFDB-1B94FF3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84584CF-72B0-414C-A7B1-3EBB6876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55F73D6-BEE9-44BC-81BF-3BEDEBF2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B3F33F7-118A-4888-8040-9E15CA83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1340385-FE3A-4B97-962C-A7AAF1E8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E7B4778-BDA3-40AA-8B83-205AEBF0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8646432-C900-458E-A084-C4E0D0C2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321477D-659B-41E9-B276-A1A883A6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9B1E56B-2BBA-4149-B1E5-B532A2B2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3D20145-3452-43C3-8805-15210B08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9BE9704-FAC8-4427-BA32-CE1CB13A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114707E-B679-44D6-BE5E-FF25F713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E23344C-AF4A-4A66-817B-4A83B6FE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A2F048C-AACF-4D7D-9624-B2254D1C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F946168-8B9E-4B63-9983-347834BB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77553C1-86AC-44CA-9237-7837303B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E4198DF-FBED-4BF0-9A32-3C78295A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E2807A8-5D5F-4269-A8F1-378A32D1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5E05D3C-26BA-4FBB-92A1-9CA0D3F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8459C4B-6E3F-49C2-8663-2FA4F574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18D072F-9D23-42B1-9B40-B3F8E89D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2E32190-9A20-404E-AD6D-23097E5B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F083FEE-B22A-4730-858E-EC1E4531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5906C5F-15D5-4C84-BC6B-26F34336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5922864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CBBCF69-986B-4778-B8F1-F7605905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344082-6928-415E-8040-F18AACF7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359AC1-785D-4115-88FD-11175B6A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4EA16-EC9F-42F8-8E00-B68AFB0D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2DDB8-D5EB-4435-8623-67A78DB1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f03f5e509948b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202A97-8F1D-4E21-9301-DF969C44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1B41FC-70FB-4D05-A3D0-06CB70358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8E554-DDC2-4188-9A5A-2911A55B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1CD445-39E3-40B7-8898-C20D507A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60FC4-0188-4123-8560-E1478916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86EF9-C954-4E7B-A883-12493676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E1AFA-6A64-477D-B72E-9A4829F0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6E47D3-32D9-404D-A763-DE32D924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04CF8B-F28B-42AF-8DDF-2875C6D0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552A8-94B1-4AA2-9637-EB3E1EFD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E608CE-8E55-4475-BBDF-E8B46AD7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11B01E-E115-48C5-913E-0BE27841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B08DC4-3D86-4D45-B78A-DD287D8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65E33-4D37-4407-AFF7-4326F8DB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59EED3-B579-4EBC-AC47-630348C4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39550-D539-4416-9631-6567304E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80E0BD-8866-46D2-B896-4CEE6F7A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60DCF3-352D-4BEF-ADD7-69782BAB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599717-7786-495F-A283-E22C39AF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3C49C4-1269-40DB-A318-2044A12D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7093C1-907C-4C37-9A97-675362F9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5B2689-4BD2-4D49-B0DA-235E25F8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F6629A-8958-4C98-AE04-69D74A46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D74AD5-0525-40E1-A841-D84BFAB4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A9DEB7-F426-4699-9F1E-49877F74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64EAFF-6A01-4BC7-880D-D5CC4426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6B7DD9-AE39-4BDD-A6DC-B622DF90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12F96A-BB84-4795-AC87-41817C54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C47B65-9FCC-4D9C-86DA-79BC2CC1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56938C-017D-420C-8645-9FFA5B82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E7D71A-71B3-4F5D-B85D-4323BB65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376E49-6098-4457-920E-8E063380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BEAF7C-3A22-4170-8191-31B48CC2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C34375-885C-4DDF-805C-A71371B2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41E8F4-5692-44F8-AD21-212D1E5A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D4BD8F-240E-4FE0-A144-D051A903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D5EEEA-DB23-4970-8F7B-F69AF7D7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493EBF-2065-4E85-90D4-7ED206C0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7CADC1-A87B-47AA-9736-44DA76E6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8DECCE-9CC7-4466-A383-0FBA248C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D25979-9E9E-4F05-B6F4-9406FF67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6F3AA0-AA6F-494F-8B1B-B5DA4A62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2105DF-51CE-4DFE-8BF7-54D0F2E5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1BA888-C351-49D2-B663-2AB48E55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1D1E04A-A270-497C-8762-4A1093C5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54622FE-4B80-4A62-B763-409EC5FA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CF609D2-B174-4493-BD65-CBD04504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D35D13F-EEDA-490F-9956-3339D7FF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B88DD78-D540-48CC-8087-E793A440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2AD7FA0-3D48-4C75-9389-954DB932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E12D65D-5827-477B-8005-A28EB94E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B60E22D-9463-4157-8AF3-A9B47EB6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7F3939B-0C69-4DE9-AA3C-C99E3666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2F308A7-31B7-4B0D-BD76-5DA3EECD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B30E150-712E-4E3F-AD93-0993C466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1F7FBB9-181C-4DE1-8A8E-E7E7CD8B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EA9EE99-05A3-4F85-84A5-FBA452C5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BEA98A3-FDDF-49D9-8F57-BA696887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D8552D4-AD94-42A5-B383-6DC3CC7A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E6CFD8B-1581-4C70-831A-A49850CE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2D3BCD-9A43-47B1-A662-36696794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A49D4C1-FA0F-4FF8-92DF-67C704B8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3E1AB91-32E3-4120-BAC1-6DD7EF0C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DA36C95-C5DC-4A95-B865-72BFDE50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137E812-5053-4DD2-AB2D-364C49B1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95E0B71-9511-4265-AD92-F076F88E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70287E1-55F5-4D03-99F9-6F1D5961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0576177-D84B-4A55-80B1-67A36A25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A82F00-89C7-4F1F-8F7E-AA1BCB70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DF5912A-0879-4C9A-A445-0ABBEEDD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B80343F-94C9-49ED-9B90-59320523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6671BEC-D157-4017-A55F-A5163AED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16F9ABD-4F36-4D5F-B093-02C9EF3E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6356341-8DA3-493C-91BA-426C92CD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DDAAF4C-852A-4193-B08A-5E301B9F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371ED50-EFEC-4DC0-ABA2-51C63089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3E1FC45-0D18-4C11-A8C9-666C7329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587B75E-8CFB-406D-B596-E17B31DF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AA9F76F-E1F5-4D81-95DA-DBB9B372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2CB5B3B-443F-48D6-92DE-8C022D93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B30B0BF-DDAF-4636-83AD-D870B580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8FB0D57-F0E8-4F96-A58E-6808C16D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37B9F14-1E02-4F0F-A57A-1C4EC483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A0EFA00-7571-474A-BC4B-4B3037EF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BC5C761-2F9A-4E19-A530-80A05C54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1856806-6899-416C-B9E7-FF024C08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7B14941-9177-4DDA-A77E-45CE5F3D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01BBF3C-9EBE-4877-A180-F38F55F1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29DF15F-2A79-4F27-AEFE-4041134E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2329533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DE24384-F1A1-4633-8229-7EEA2E61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CE766A-D1A5-4422-B116-5954ADBF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75745-A7D4-4EE6-8B12-4C100B19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D92F6-3D04-4EC1-AD8B-B6B6AEA2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3B076-DA94-4018-99F8-E4114FDB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cbcb18c744a1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758032-00A4-4D52-A02E-9AA9AA55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266ACE-75A5-41DF-9739-13460B03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797399-C186-4E94-A8FB-AAACCE6F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EC189-75F5-4D30-9196-3D661906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5B3841-45D2-49AB-B55D-D47637FD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20BC3E-3175-4CAD-8F64-F526B532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B9372-137C-4AFB-A5CE-455A8EF1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742F83-5E6E-4D0F-B6E3-476A31D0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9789E-E2F3-42B4-8472-3A36B730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2857A2-003B-4807-9C3E-54D21DFD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571490-ED6D-465E-8F38-4C2F07C1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D94640-E4C5-493C-A128-02C8352B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1ADABB-F59E-4CFF-8594-9EF0CA6D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408E52-CAAB-4FA9-9380-558CC1F4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2025FE-34AA-4D02-8C70-9EBDE0CF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D7771D-1731-4983-B51C-A06D123F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B2D843-4C44-4C2A-A678-27CB41B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71DD28-218F-4652-B286-8AF9778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60DF2-2678-494A-AD69-CD47455A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A5EFC1-B448-4E51-953E-8B4FBF98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4FA9A9-7C40-4A28-88CF-D26D2AAF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1E3FD1-0C00-486B-9CBD-6006BBDF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0232CD-2DD8-4D19-907A-F0BEDCE7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FECB1-B956-4C67-97A7-B960C6BB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85FF18-9E61-46A7-B7DA-3E50544E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164145-8195-4D54-9B3D-B8A0F232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4E2984-4542-4615-9174-8E5F142A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B6B911-7F57-4285-BFAB-63522572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7982E3-7C42-48BA-BC24-0EC7FFA0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CCB86B-0209-4B6D-BDEA-F105B621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94A9BC-6A8F-4425-8794-8983D47D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B54988-6901-4F0F-BA08-26FA1447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D574AD-3D8E-4887-A821-9EF70E52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E9F465-531E-499E-984E-065EC1C1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C50D4E-8029-46C3-948D-F4A83029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E5C8EE-CC54-4DEF-A638-7729FE42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6068B5-1D28-464F-8879-33057042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E2338E-E51A-4326-BB0D-7A6B5A7F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A50053-E206-4205-ACEE-67238745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AE05BC-2329-4313-BEE8-74645124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10F05E-E5C7-4C9F-ABE0-6FDF1CE3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BF5DA6-2ECC-4185-B672-99DD19A2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7974B49-EC1E-4F3F-A084-F9E362C9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22F18F-7FFE-40FE-B5FC-609C6AF9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3221B7D-AAA7-4B33-AF93-867C9ED8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84040BF-FDD5-486F-9978-F5722894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2597420-A7EC-4179-9514-BADEB6CA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A3B456-4495-4A8D-86BD-D0CAD372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CED989-6798-460D-9502-D699A1DC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07711C7-821C-4905-BA98-AB133ACB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138FE6E-0B64-4F91-A2DE-8CBA8DB4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7C652AE-3DA6-4927-BD15-889AB658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8F1AD0F-308D-4D70-B471-7F50E3CE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E627CFF-125B-48BC-9EF1-8259650C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33883CE-4D61-4D3B-87A0-84433756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329C47F-D741-40E9-BBCF-D905A614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E27D1AA-17A5-4EAB-9478-CF51F9FF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30A022C-CF61-43BB-9C65-63120580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5EC606F-6B79-4A03-AAB0-0DB7B0B1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51C661A-4A05-4861-8FD1-B35FE673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253A4E1-D60E-428C-B649-A00896EF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39A4036-3C92-4F48-99CD-074B717F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7C5D06B-CBDA-43B6-AD31-E3C4D0CE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8886F6E-C9CC-48FF-8024-584C766C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282AD20-F664-4CA9-8051-CA826EA6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464E716-9055-4DCB-9DA6-9DA0C76C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9CDF03A-92CD-43D2-8F5C-6BE9DA2D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DD44D85-A09D-46AD-998D-04EBE953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1B4154E-5A2A-4B21-9651-48594DE1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6927AA9-FE3F-4B24-B06E-62C57AA4E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F40622E-6095-405B-9870-1358F621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6479113-C696-4FD6-9A37-D871B5EA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4D4B80B-9694-4C2F-9A27-3019F12A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F62B21B-3CFC-4215-8AB3-7FC155BF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70B5AE6-B8D0-4AC7-BE2A-A8AF0EFA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0CA206B-EED1-4934-BAF7-1E5232F6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6B4C5DA-8875-4627-968C-3BEF7299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67B640C-0C49-43C3-940F-B4128D1E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EB31403-F2CC-45EB-9FC5-AAE720C7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F86573D-7955-4BEB-9FF1-D86C9930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C34B6E4-DD61-4CA3-886A-D8F848E7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D82EEC2-40CC-45F6-B791-4EFB4733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5B2795D-1377-4C35-B92B-5055102E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1D3420A-B84D-4939-BD43-02F007B1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BFF54C9-A14D-459F-881A-4C69E355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36B2718-E56A-4F15-BBAE-E26F6796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D1E62A8-61E4-4B77-85CA-4F10503A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2C913AD-1C79-4FAE-AD66-CC998FD1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BAD6E83-D128-4C9F-958E-1F85609F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F97DAF0-3844-4209-B5EB-0578E79F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1617365-8237-40D9-9BF0-FDCDA036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5D13791-2ACC-457E-A8B7-7511AEC1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7DC4B50-24AE-49B3-A466-81A47C4F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ED2CD65-F52C-4F8B-B6D7-990B3150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51B8F57-5C72-427F-A4FD-7EF918D3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4FE9062-78D1-466C-B5B2-CCAAD374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26448F7-47A1-4E6F-8AF1-FA347964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0CBCE15-9F25-4A51-8521-9091310E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1777566-2AD2-4C42-ADC7-A9A6596B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42D5F4B-8A61-45A5-88F6-9C049656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C488558-AA12-4DE0-9BA0-FCC64412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D1FA285-FA72-43EA-A3AF-B0964FE6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183BF76-7E3D-48CF-8958-D812AA59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AEA55BE-283B-4E72-9D25-622AA807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38C7DEB-D7D8-4096-A78C-387B764F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8464D81-E7E9-41A6-849D-04CF7996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4504B09-4426-4E4B-9E87-8C1A0085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E61145C-30CF-4206-9559-89618BCF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2931459-5063-4587-B820-427DAAF9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5964AE3-9C7B-43E4-BB0F-CF8A095D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38923F2-0F56-461B-A0F9-53F9E3E8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B1A5E76-1513-482B-8443-0C16A6CA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2CBB237-2602-4494-A757-F9BB1957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320DCE5-D93B-421B-97F9-E2814C33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CF7B410-F3EA-40C1-B917-52ED8219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B4939B3-C17F-4B06-9577-ADE92C63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6C07605-3003-45CE-B670-C9163354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3C8E9C9-D954-4CF9-9998-BEF92F68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EDB0C44-5181-462B-9D03-A90AE5AB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E79595C-1910-4228-9936-DBDF97F2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16E21C1-A29A-4EB6-8161-3FEEE55C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E3A4E4D-7DEA-4A6D-A3FD-6EC4FC66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A4245CF-41DA-433B-B107-D7FD62AA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47D8812-1753-437D-9CA5-B207B83B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5CC5B12-3B6C-4FA9-A749-302104FC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95C1EA87-9469-4CB2-837C-23FA5542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D69C8B3-C580-4DA5-AABE-39A00C59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981BF8B-A8A2-4E7B-BE2E-2A406D9A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6961129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EA634-C5BC-4064-9761-1B67417B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2BDA8-DBD3-425B-BC86-8907F039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0D667-60A3-43FA-82AD-FE7997CC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608C9-046D-4D62-8E28-CF027F4A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1f6b279b0423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6CD5E-B3CF-4538-8BD1-E7562810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1DC7FA-4F0C-462F-B861-D988BB1A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86d898e3db4799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052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2026-08-13T14:17:53.8950000Z</dcterms:created>
  <dcterms:modified xsi:type="dcterms:W3CDTF">2026-08-13T14:17:53.8950000Z</dcterms:modified>
</coreProperties>
</file>