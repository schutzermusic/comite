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fe6ddaaede4101" /><Relationship Type="http://schemas.openxmlformats.org/officeDocument/2006/relationships/extended-properties" Target="/docProps/app.xml" Id="R574fe900213045cc" /><Relationship Type="http://schemas.openxmlformats.org/officeDocument/2006/relationships/officeDocument" Target="/ppt/presentation.xml" Id="Rb3882048089c4d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adfa2044814002"/>
  </p:sldMasterIdLst>
  <p:notesMasterIdLst>
    <p:notesMasterId xmlns:r="http://schemas.openxmlformats.org/officeDocument/2006/relationships" r:id="Rf416f2d3b91d4e88"/>
  </p:notesMasterIdLst>
  <p:sldIdLst>
    <p:sldId xmlns:r="http://schemas.openxmlformats.org/officeDocument/2006/relationships" id="256" r:id="R43ff010bdc9142a3"/>
    <p:sldId xmlns:r="http://schemas.openxmlformats.org/officeDocument/2006/relationships" id="257" r:id="Ref04cedb57da4cfd"/>
    <p:sldId xmlns:r="http://schemas.openxmlformats.org/officeDocument/2006/relationships" id="258" r:id="Ra5d73a581d8e4c66"/>
    <p:sldId xmlns:r="http://schemas.openxmlformats.org/officeDocument/2006/relationships" id="259" r:id="R9c686a5b977c4f2a"/>
    <p:sldId xmlns:r="http://schemas.openxmlformats.org/officeDocument/2006/relationships" id="260" r:id="R0156fc9cec284934"/>
    <p:sldId xmlns:r="http://schemas.openxmlformats.org/officeDocument/2006/relationships" id="261" r:id="R0194b07940734504"/>
    <p:sldId xmlns:r="http://schemas.openxmlformats.org/officeDocument/2006/relationships" id="262" r:id="Rda7a5b8fb6444d1d"/>
    <p:sldId xmlns:r="http://schemas.openxmlformats.org/officeDocument/2006/relationships" id="263" r:id="Rdf5b9d339635494b"/>
    <p:sldId xmlns:r="http://schemas.openxmlformats.org/officeDocument/2006/relationships" id="264" r:id="Rc4cf05c432a5402c"/>
    <p:sldId xmlns:r="http://schemas.openxmlformats.org/officeDocument/2006/relationships" id="265" r:id="R356af9e91c1d4f99"/>
    <p:sldId xmlns:r="http://schemas.openxmlformats.org/officeDocument/2006/relationships" id="266" r:id="R7d3c54a5ef214ed1"/>
    <p:sldId xmlns:r="http://schemas.openxmlformats.org/officeDocument/2006/relationships" id="267" r:id="Rcb00095bdb004f34"/>
    <p:sldId xmlns:r="http://schemas.openxmlformats.org/officeDocument/2006/relationships" id="268" r:id="R193481862c464746"/>
    <p:sldId xmlns:r="http://schemas.openxmlformats.org/officeDocument/2006/relationships" id="269" r:id="Ra75cb425ae4643b8"/>
    <p:sldId xmlns:r="http://schemas.openxmlformats.org/officeDocument/2006/relationships" id="270" r:id="Rea5e0ab3037149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1a1b464925e4c26" /><Relationship Type="http://schemas.openxmlformats.org/officeDocument/2006/relationships/slideMaster" Target="/ppt/slideMasters/slideMaster1.xml" Id="R30adfa2044814002" /><Relationship Type="http://schemas.openxmlformats.org/officeDocument/2006/relationships/notesMaster" Target="/ppt/notesMasters/notesMaster1.xml" Id="Rf416f2d3b91d4e88" /><Relationship Type="http://schemas.openxmlformats.org/officeDocument/2006/relationships/presProps" Target="/ppt/presProps.xml" Id="R17baeb0f771144cf" /><Relationship Type="http://schemas.openxmlformats.org/officeDocument/2006/relationships/tableStyles" Target="/ppt/tableStyles.xml" Id="R359fcbc2a0434997" /><Relationship Type="http://schemas.openxmlformats.org/officeDocument/2006/relationships/slide" Target="/ppt/slides/slide1.xml" Id="R43ff010bdc9142a3" /><Relationship Type="http://schemas.openxmlformats.org/officeDocument/2006/relationships/slide" Target="/ppt/slides/slide2.xml" Id="Ref04cedb57da4cfd" /><Relationship Type="http://schemas.openxmlformats.org/officeDocument/2006/relationships/slide" Target="/ppt/slides/slide3.xml" Id="Ra5d73a581d8e4c66" /><Relationship Type="http://schemas.openxmlformats.org/officeDocument/2006/relationships/slide" Target="/ppt/slides/slide4.xml" Id="R9c686a5b977c4f2a" /><Relationship Type="http://schemas.openxmlformats.org/officeDocument/2006/relationships/slide" Target="/ppt/slides/slide5.xml" Id="R0156fc9cec284934" /><Relationship Type="http://schemas.openxmlformats.org/officeDocument/2006/relationships/slide" Target="/ppt/slides/slide6.xml" Id="R0194b07940734504" /><Relationship Type="http://schemas.openxmlformats.org/officeDocument/2006/relationships/slide" Target="/ppt/slides/slide7.xml" Id="Rda7a5b8fb6444d1d" /><Relationship Type="http://schemas.openxmlformats.org/officeDocument/2006/relationships/slide" Target="/ppt/slides/slide8.xml" Id="Rdf5b9d339635494b" /><Relationship Type="http://schemas.openxmlformats.org/officeDocument/2006/relationships/slide" Target="/ppt/slides/slide9.xml" Id="Rc4cf05c432a5402c" /><Relationship Type="http://schemas.openxmlformats.org/officeDocument/2006/relationships/slide" Target="/ppt/slides/slide10.xml" Id="R356af9e91c1d4f99" /><Relationship Type="http://schemas.openxmlformats.org/officeDocument/2006/relationships/slide" Target="/ppt/slides/slide11.xml" Id="R7d3c54a5ef214ed1" /><Relationship Type="http://schemas.openxmlformats.org/officeDocument/2006/relationships/slide" Target="/ppt/slides/slide12.xml" Id="Rcb00095bdb004f34" /><Relationship Type="http://schemas.openxmlformats.org/officeDocument/2006/relationships/slide" Target="/ppt/slides/slide13.xml" Id="R193481862c464746" /><Relationship Type="http://schemas.openxmlformats.org/officeDocument/2006/relationships/slide" Target="/ppt/slides/slide14.xml" Id="Ra75cb425ae4643b8" /><Relationship Type="http://schemas.openxmlformats.org/officeDocument/2006/relationships/slide" Target="/ppt/slides/slide15.xml" Id="Rea5e0ab3037149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572d947541443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617be17c394f60" /><Relationship Type="http://schemas.openxmlformats.org/officeDocument/2006/relationships/notesMaster" Target="/ppt/notesMasters/notesMaster1.xml" Id="R1527eac18ef74ad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66146cdb644034" /><Relationship Type="http://schemas.openxmlformats.org/officeDocument/2006/relationships/notesMaster" Target="/ppt/notesMasters/notesMaster1.xml" Id="Rff0a2fe7f7be48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45ead0d18346c0" /><Relationship Type="http://schemas.openxmlformats.org/officeDocument/2006/relationships/notesMaster" Target="/ppt/notesMasters/notesMaster1.xml" Id="Rd4bac357100842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049935e0cf460b" /><Relationship Type="http://schemas.openxmlformats.org/officeDocument/2006/relationships/notesMaster" Target="/ppt/notesMasters/notesMaster1.xml" Id="Rda42bb7e45ee49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a1ce5ddd1d47cd" /><Relationship Type="http://schemas.openxmlformats.org/officeDocument/2006/relationships/notesMaster" Target="/ppt/notesMasters/notesMaster1.xml" Id="R687744d607e84d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74049cfd09425c" /><Relationship Type="http://schemas.openxmlformats.org/officeDocument/2006/relationships/notesMaster" Target="/ppt/notesMasters/notesMaster1.xml" Id="Re06dbde8c3194c8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928940e47740e0" /><Relationship Type="http://schemas.openxmlformats.org/officeDocument/2006/relationships/notesMaster" Target="/ppt/notesMasters/notesMaster1.xml" Id="R641265bfa7cd4d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63d56282f54aed" /><Relationship Type="http://schemas.openxmlformats.org/officeDocument/2006/relationships/notesMaster" Target="/ppt/notesMasters/notesMaster1.xml" Id="Reca9ed4d589b44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ecb8a1867c4fb7" /><Relationship Type="http://schemas.openxmlformats.org/officeDocument/2006/relationships/notesMaster" Target="/ppt/notesMasters/notesMaster1.xml" Id="R4761e5fc33a047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995d8b4f7d9457f" /><Relationship Type="http://schemas.openxmlformats.org/officeDocument/2006/relationships/notesMaster" Target="/ppt/notesMasters/notesMaster1.xml" Id="R56c027e182bf474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84715db9c6428e" /><Relationship Type="http://schemas.openxmlformats.org/officeDocument/2006/relationships/notesMaster" Target="/ppt/notesMasters/notesMaster1.xml" Id="Rc09162094ca648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899633fc2e4a3f" /><Relationship Type="http://schemas.openxmlformats.org/officeDocument/2006/relationships/notesMaster" Target="/ppt/notesMasters/notesMaster1.xml" Id="Rf21b57a0e83449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eeb092857104809" /><Relationship Type="http://schemas.openxmlformats.org/officeDocument/2006/relationships/notesMaster" Target="/ppt/notesMasters/notesMaster1.xml" Id="R3096baec439e461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7c66b4cc3814496" /><Relationship Type="http://schemas.openxmlformats.org/officeDocument/2006/relationships/notesMaster" Target="/ppt/notesMasters/notesMaster1.xml" Id="Rd54778b6f4cb43e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805c984facb4adc" /><Relationship Type="http://schemas.openxmlformats.org/officeDocument/2006/relationships/notesMaster" Target="/ppt/notesMasters/notesMaster1.xml" Id="Rb7af3f959e7248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d5a5e6f54405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5b8634f1894954" /><Relationship Type="http://schemas.openxmlformats.org/officeDocument/2006/relationships/slideLayout" Target="/ppt/slideLayouts/slideLayout1.xml" Id="Re2318916609449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318916609449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a425ce50434241" /><Relationship Type="http://schemas.openxmlformats.org/officeDocument/2006/relationships/image" Target="/ppt/media/image.png" Id="Rd403bee9c3d6466a" /><Relationship Type="http://schemas.openxmlformats.org/officeDocument/2006/relationships/image" Target="/ppt/media/image2.png" Id="R935958c3b60747e7" /><Relationship Type="http://schemas.openxmlformats.org/officeDocument/2006/relationships/notesSlide" Target="/ppt/notesSlides/notesSlide1.xml" Id="Racc9bd36aced458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093346b1eb446d" /><Relationship Type="http://schemas.openxmlformats.org/officeDocument/2006/relationships/image" Target="/ppt/media/image3.png" Id="Ra9257d97aa9245fe" /><Relationship Type="http://schemas.openxmlformats.org/officeDocument/2006/relationships/notesSlide" Target="/ppt/notesSlides/notesSlide2.xml" Id="Rd18075414f9a47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8884c4c524875" /><Relationship Type="http://schemas.openxmlformats.org/officeDocument/2006/relationships/image" Target="/ppt/media/image4.png" Id="Rd614fa2d930d4270" /><Relationship Type="http://schemas.openxmlformats.org/officeDocument/2006/relationships/image" Target="/ppt/media/image5.png" Id="Rbe2a5142a5f742fa" /><Relationship Type="http://schemas.openxmlformats.org/officeDocument/2006/relationships/image" Target="/ppt/media/image.svg" Id="R484a73bfc3cc451c" /><Relationship Type="http://schemas.openxmlformats.org/officeDocument/2006/relationships/notesSlide" Target="/ppt/notesSlides/notesSlide3.xml" Id="R98ea7093a00d4a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2117767b64737" /><Relationship Type="http://schemas.openxmlformats.org/officeDocument/2006/relationships/image" Target="/ppt/media/image6.png" Id="Rab7ee889c8f84d09" /><Relationship Type="http://schemas.openxmlformats.org/officeDocument/2006/relationships/image" Target="/ppt/media/image7.png" Id="R1272b0614c584eec" /><Relationship Type="http://schemas.openxmlformats.org/officeDocument/2006/relationships/image" Target="/ppt/media/image2.svg" Id="R2075cd22c8494584" /><Relationship Type="http://schemas.openxmlformats.org/officeDocument/2006/relationships/notesSlide" Target="/ppt/notesSlides/notesSlide4.xml" Id="Ra3afda10d53147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9b8a5be5241c6" /><Relationship Type="http://schemas.openxmlformats.org/officeDocument/2006/relationships/image" Target="/ppt/media/image8.png" Id="R455d021bb66d4ec9" /><Relationship Type="http://schemas.openxmlformats.org/officeDocument/2006/relationships/image" Target="/ppt/media/image9.png" Id="Rb62116d05ec44b5e" /><Relationship Type="http://schemas.openxmlformats.org/officeDocument/2006/relationships/image" Target="/ppt/media/image3.svg" Id="R76d72d2adbf84fab" /><Relationship Type="http://schemas.openxmlformats.org/officeDocument/2006/relationships/notesSlide" Target="/ppt/notesSlides/notesSlide5.xml" Id="R84deec1faa5249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d2ffcc3994986" /><Relationship Type="http://schemas.openxmlformats.org/officeDocument/2006/relationships/image" Target="/ppt/media/image10.png" Id="R6d318b0ef2864e46" /><Relationship Type="http://schemas.openxmlformats.org/officeDocument/2006/relationships/image" Target="/ppt/media/image11.png" Id="Ra22f9876723844b6" /><Relationship Type="http://schemas.openxmlformats.org/officeDocument/2006/relationships/image" Target="/ppt/media/image4.svg" Id="R0e46c01531da4efa" /><Relationship Type="http://schemas.openxmlformats.org/officeDocument/2006/relationships/notesSlide" Target="/ppt/notesSlides/notesSlide6.xml" Id="Rcdfe8b5489a845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fe218ed1d413e" /><Relationship Type="http://schemas.openxmlformats.org/officeDocument/2006/relationships/image" Target="/ppt/media/image12.png" Id="Re45045615c7e4b49" /><Relationship Type="http://schemas.openxmlformats.org/officeDocument/2006/relationships/image" Target="/ppt/media/image13.png" Id="R86627243dd834055" /><Relationship Type="http://schemas.openxmlformats.org/officeDocument/2006/relationships/image" Target="/ppt/media/image5.svg" Id="Rd64c0454fc6a423d" /><Relationship Type="http://schemas.openxmlformats.org/officeDocument/2006/relationships/notesSlide" Target="/ppt/notesSlides/notesSlide7.xml" Id="R250f4595489541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10d8a5f764d9e" /><Relationship Type="http://schemas.openxmlformats.org/officeDocument/2006/relationships/image" Target="/ppt/media/image14.png" Id="R5a7208c4e1804333" /><Relationship Type="http://schemas.openxmlformats.org/officeDocument/2006/relationships/image" Target="/ppt/media/image15.png" Id="Ra27683dd3af34ef8" /><Relationship Type="http://schemas.openxmlformats.org/officeDocument/2006/relationships/image" Target="/ppt/media/image6.svg" Id="Rab1d5bcbb32d4fee" /><Relationship Type="http://schemas.openxmlformats.org/officeDocument/2006/relationships/notesSlide" Target="/ppt/notesSlides/notesSlide8.xml" Id="Rf6d73e47165a4e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1241f755e494c" /><Relationship Type="http://schemas.openxmlformats.org/officeDocument/2006/relationships/image" Target="/ppt/media/image16.png" Id="Rb6cca1e198cb49f2" /><Relationship Type="http://schemas.openxmlformats.org/officeDocument/2006/relationships/notesSlide" Target="/ppt/notesSlides/notesSlide9.xml" Id="R1d80caa40f764f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355148a8fe46e0" /><Relationship Type="http://schemas.openxmlformats.org/officeDocument/2006/relationships/image" Target="/ppt/media/image17.png" Id="R6cc73033014c448b" /><Relationship Type="http://schemas.openxmlformats.org/officeDocument/2006/relationships/notesSlide" Target="/ppt/notesSlides/notesSlide10.xml" Id="R9a8ceeafbb6b4a4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7c8ee835b44826" /><Relationship Type="http://schemas.openxmlformats.org/officeDocument/2006/relationships/image" Target="/ppt/media/image18.png" Id="R65fe3d3f174b4012" /><Relationship Type="http://schemas.openxmlformats.org/officeDocument/2006/relationships/notesSlide" Target="/ppt/notesSlides/notesSlide11.xml" Id="R1a9b3126350e407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9d62da2bb84496" /><Relationship Type="http://schemas.openxmlformats.org/officeDocument/2006/relationships/image" Target="/ppt/media/image19.png" Id="R82f133836349442a" /><Relationship Type="http://schemas.openxmlformats.org/officeDocument/2006/relationships/notesSlide" Target="/ppt/notesSlides/notesSlide12.xml" Id="R3502ea11387e493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d576003444c45" /><Relationship Type="http://schemas.openxmlformats.org/officeDocument/2006/relationships/image" Target="/ppt/media/image20.png" Id="Rbaa1cf2e320e41f8" /><Relationship Type="http://schemas.openxmlformats.org/officeDocument/2006/relationships/notesSlide" Target="/ppt/notesSlides/notesSlide13.xml" Id="R62d4f6e260db4b8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bff0957528417e" /><Relationship Type="http://schemas.openxmlformats.org/officeDocument/2006/relationships/image" Target="/ppt/media/image21.png" Id="R86258b475cad4763" /><Relationship Type="http://schemas.openxmlformats.org/officeDocument/2006/relationships/notesSlide" Target="/ppt/notesSlides/notesSlide14.xml" Id="R5e75878971c84a2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3ade68dda64cdf" /><Relationship Type="http://schemas.openxmlformats.org/officeDocument/2006/relationships/image" Target="/ppt/media/image22.png" Id="Rab004f0991584cb8" /><Relationship Type="http://schemas.openxmlformats.org/officeDocument/2006/relationships/image" Target="/ppt/media/image23.png" Id="R6698922500fb46c5" /><Relationship Type="http://schemas.openxmlformats.org/officeDocument/2006/relationships/notesSlide" Target="/ppt/notesSlides/notesSlide15.xml" Id="R9ee7e2156202462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E6865B-6804-4AA4-B819-7AE0C8FB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BA950-A122-47C0-973D-1209A085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C3231E-3820-4F4C-98FC-09406706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03bee9c3d6466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F7F68-CE7B-491F-98E7-96084C9A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72D411-0023-4ABF-94A4-378C4C2A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958c3b60747e7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F5F2A-7AF6-451D-A5C4-8026CE25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B1CF04-00FE-4999-AFD0-7F06817B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BEB61-8649-440D-9A14-BFF96FD5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C4DEDA-A32E-479A-8088-E2D1DAE9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182E5-894A-49F8-AE2A-E0AF5B3D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88F7D3-DDAF-42D4-B8FF-BA775FA5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1D636-E43C-4A6D-8CD4-CBC1942A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F344E7-7CFB-427B-9D58-95645C05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0BD622-3859-4551-95E9-B5CD86FD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0138245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F93504-7A3F-42B8-AC1E-8C3DC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0E100-D6EB-462B-AA9B-69BF5651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0E3789-2FBB-44DE-BC36-5BB6B2F4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96A220-5737-493C-95D7-B68057CD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BA996-225D-4EE6-AC5B-E2C72B74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257d97aa9245f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BE4F2C-26E4-4D04-A217-9FB4178D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6A3A07-B946-4ECF-A8B5-3744CA6B2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9A4663-6FB8-470C-B5BB-14748446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83C6A-F6AC-497D-9006-4FFEA79B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C78DE3-695C-47F1-AD40-E062AC99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46FDE6-87CB-42B1-8F83-94472932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51F39C-FD48-47FD-BE80-006407A3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B1FD6-7CD2-494F-91E3-75A6CED1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F8DFD-571B-4DB2-BE8A-DD4DF20A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2E77DA-BBFD-4BBE-99E4-961A435C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A1B866-5693-43D7-B435-18F1E09E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0283C2-7F90-4569-94B8-FC08AB69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82EF23-DBEC-4ABC-AB48-12911D36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F0A27C-DEFA-462B-9884-DA8A4105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A78BD5-C0E0-4646-A665-DB053579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C496A5-73D2-49E0-A70B-5B7F0C1C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7FAF0C-0D43-4195-AA58-2F62FAC6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01AB11-4E1D-4A55-91C4-1A1468E98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225855-5566-4E8E-904C-5F5387F2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A9A3FA-CFA8-451D-953F-C1B6D861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E278C5-5DB9-42E5-A9C8-C3B54A55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D738B4-F4DA-454B-AE6F-E07A6206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9289DD-90E3-42F0-9AFC-D7AA31BB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B4D590-C6E7-486B-B1E9-6B0FC0F9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87643F-62CB-4227-A914-050234B3B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09F28A-C5A9-466A-8747-5549E55D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2255CB-A2B0-40AB-B848-9A116F46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284FA6-EDEB-40B0-B5AC-CB12DACA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903B9E-413A-4CF7-9A76-5EA48399F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AA3D22-616F-445B-BCA5-FDBF462D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924B4AC-D1CF-4791-813E-F1EEDF18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2B084DF-50BC-4CC8-9797-E79818DB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2FCAC2-015D-46FB-BD16-9C6EA23C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32CF4C-0AEC-4307-82CA-B36E63DC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9FF246F-78B7-46DA-BA5A-DB6071E5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3581756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12362F5-9985-4D0C-A949-B8BA56A0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8A900C-69C5-46DF-AE10-2AC4A2D8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1030D1-8A34-4D8D-9502-BB93F8CF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9E9841-96B8-49E0-9CED-BE2F8A31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ADA330-6A69-4CC6-81E2-B31B7246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4fa2d930d427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70AA3-983D-44AD-BA00-156CC41C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5ECC1-D82F-4BC9-89A6-353D0BBD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AB2BDC-A333-4BC2-86FC-FDADAF37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F3815-5C1D-4270-B25F-4576F32A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2A545-771E-470B-AEF9-DBF0ACD02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20BAE-1528-4211-9FEC-D768A45D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F4A38C-5E4A-4FE0-8862-DFCF1119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EA15DC-0ABA-42C4-8AAF-2981499D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B52185-1E08-4027-A96B-A3C1432F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D5DAC3-DB68-4927-B9D2-D71849C1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BD82F-B06F-4208-B222-A9A9BE0C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4542C6-5B62-44FB-BEFD-2F6C8680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882472-AC96-4500-80AC-01284274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2B628-EF91-4B31-B599-F35618259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86183D-AC1F-45E1-8F66-053E95E4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BB8983-AD73-49C9-859A-B7C6B253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97F81C-B5CC-4D8E-B044-40AD41B5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FC312A-941F-4F2C-ABD0-95A22898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1F6E43-8416-4036-88A9-3FA18376D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3D9B0B-6892-4385-A9C9-10F741DC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2D3330-1B3A-4FD7-BA66-8C4DD37A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F1CEF1-9D2B-4679-B078-062680AB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D25BD9-1F6F-43C2-BBEC-89623FF9C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67F46F-B1BC-43A8-9D15-EDAB07EC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16A250-1CF6-4775-99D2-9DAAF72F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B054CC-67B1-4A36-AC47-85D55276B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C1D6F5-70A9-4FA6-B8DE-347FC0DC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AA33E3-10ED-4CF4-AC0A-516DD10E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6256FD-8FD5-4D00-997A-C3D14CD5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303C786-3B58-4749-A3EC-B4F0FEFD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226D5F-15C4-4A55-9567-BDC683DF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2a5142a5f742fa">
            <a:extLst>
              <a:ext uri="{96DAC541-7B7A-43D3-8B79-37D633B846F1}">
                <asvg:svgBlip xmlns:asvg="http://schemas.microsoft.com/office/drawing/2016/SVG/main" r:embed="R484a73bfc3cc451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8E947B-7B36-4218-9FBB-49976E3A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AC0119-1A1A-41E7-9579-20E31AB7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9FBB07-3007-4789-AF8C-EFEE93E7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4376B4A-3C63-4763-BBC9-66734977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15842E-2905-49C6-B16C-98EEFFD5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6D08D9D-D75B-4875-BB61-035E34DE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D594397-718F-4C1E-A548-BDAAF83C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14AEFB-E832-409D-ACB3-5F3825EB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73F68D1-14B2-4CAF-A9C5-66FD7E8F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A6F8B2C-1A82-4BA8-8A6F-A934D904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1E57395-847F-444E-82E5-FF168A8B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52A20E1-84ED-43DC-9E67-83FD5F8C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CB39502-B26C-489A-A54C-068228404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8FB3D62-0C5D-46BB-A16B-4E7BD73F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2BAC5E1-0B40-4FA3-9788-F1DAB812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0BBEC0E-3530-4FAC-BDCF-B2CD66D5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521416-B3BE-4E5B-A136-E5909EE0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27CD0D8-D90D-4280-8E5A-F3A07A1E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AF232CA-648D-4604-B21A-AE9714F66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5AF36F-820C-4B19-A1B8-339BA7B31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4EE69FA-54A9-485F-ABC5-13684DDA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0DA65FD-4A34-4627-A5C8-03070986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921BF50-9204-4933-83F3-8F318B9D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EB0530F-5997-4598-B1B1-ED6BBF19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547CC3F-2306-4A2D-A3A9-6DC6E4C8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FBF614E-80FE-416F-82A6-601D2224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159B66F-13ED-4819-997D-049F7F77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4B60CB4-A3D1-48BD-A881-D5FBE2CE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36AD70B-9C13-4D3E-A9F8-8D2455BC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AB80DBC-2CC3-482B-9AF6-93527D762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D60C441-28C7-4AD4-9715-AB00F252D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0D78570-DC50-4315-BEDD-4CEF7145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D727B39-9E70-44F1-932F-B5534DFC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743D369-CC5C-4F61-BAC2-5F1016BD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DE1D4F3-9E95-498D-B1A8-E3E6BCBD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3F82107-6430-4B58-8C78-549B8D62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7457991-A0B0-40F3-AA9B-0C31A077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986660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D21784-A0FD-41E9-8A0E-E44E91A4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427585-E28B-4ADF-A7B2-E53D24A13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6F60A-4539-41F3-812E-58690849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3D576-7541-4A60-B846-01DF4837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4C075-6ABD-4D4A-9B85-8895DFAB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ee889c8f84d0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71D635-8133-40F0-A9F1-69361263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8A2309-B6C0-4E69-B0EF-B121B332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474D4B-1CE9-4A7C-BFF0-B15FDDC9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4B6DF8-A848-47A8-A3DC-2D8CDD64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B2C730-9BC4-4711-B230-01DB87B3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72b0614c584eec">
            <a:extLst>
              <a:ext uri="{96DAC541-7B7A-43D3-8B79-37D633B846F1}">
                <asvg:svgBlip xmlns:asvg="http://schemas.microsoft.com/office/drawing/2016/SVG/main" r:embed="R2075cd22c849458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EDC60-F48F-4A4B-A657-BE915260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BF278C-BC54-4213-85CF-C022979E3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C87581-5854-4952-A651-8B06E5EF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4B708A-72C2-416A-86F1-1F290554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B6CE45-1EFE-403B-A595-01370BC8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A1BB72-41C3-47A6-8594-04B269A1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B48644-41FD-4772-9459-EC1342C0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F92BDB-E91A-46F5-B383-55EF33A1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9DBDC9-6AF0-4E42-B269-F64EE6F6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BE8B5D-5843-4C3B-A1D7-27ED8E56E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C6F297-8273-45CE-BDA0-FBBB8E61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C5B3BB-E865-4D59-A0D6-931708EC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14DD21-55CF-47E4-8DEE-BC8425FC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81F2A9-BC4A-4C9A-9DE3-6BAEEA64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2410A5-FAAA-42E9-A77C-FAC17A75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6E96BD-65DC-407D-8704-6B3CFFB7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2019F5-4454-4FED-96CB-156CA297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1676221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2EC4F7-576B-4C4A-9932-C78F9A41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B89BC-239B-4ADF-9D0E-54F0962CE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5CCE2-2B88-4C06-B34C-9E542FD4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D1D4EE-BBBB-494D-A331-C4D5CEB3E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44FC0-1050-4303-9615-F5271A75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d021bb66d4ec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50105E-3985-4641-999E-142BE478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BC385-E694-41A7-A1E4-55D0365C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D35FE-9482-4965-94E8-57B4A552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D2554-AD20-4A56-B5D5-E4195C01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F5252-13F8-4122-B8F5-ABACA9EA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116d05ec44b5e">
            <a:extLst>
              <a:ext uri="{96DAC541-7B7A-43D3-8B79-37D633B846F1}">
                <asvg:svgBlip xmlns:asvg="http://schemas.microsoft.com/office/drawing/2016/SVG/main" r:embed="R76d72d2adbf84fa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9284E9-507F-4306-B4C0-D1F9E001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F5913D-E444-4716-9429-5481B10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3E5D3-1FDB-4A09-A979-5064EAB6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38928-296B-433D-87BD-9F7FCB7B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6D3B24-3C58-48DD-9C66-FFBBF8399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48B1BFA-DCEC-4929-B732-627E2419A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8E5531-6DD2-404D-A57D-9796CDBC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7D0DD5-AAC8-4BEE-A6D5-7DBB6241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C5DB2A-8EA2-476B-9406-FFF20587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D8DEB0-95EC-44F0-8159-D96C1CC2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9A0CB7-2E0B-4E5B-BC30-E30C6B2A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E7D3D6-A200-4E15-AAE2-C9CCBEB7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764D84-1195-4552-937B-BAC77430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A26D40-0845-4E9B-B56A-5B214750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806480-1E5A-46C4-A3AF-D8FD49FE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22A6FA-E17F-4AFE-9734-358829AE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EF7EB8-4684-4885-8C3A-9DD595BC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CB7690-A08F-46A1-A31A-AEB25653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6B8195-E9A0-4B4A-9518-09A7AAC05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D843C4-65C2-425A-9A64-F96357CA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282411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9A052B-DE19-4637-9362-22C0AB4D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192A6E-AF4C-40C3-8905-1D424A6B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5AE155-2282-4F48-8B64-2D3A671A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E5C643-DDD9-48EE-9E4F-9BF67A94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817AC2-FD94-4039-9A0D-D41C40D7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18b0ef2864e4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C9C18-AE74-4CA4-8A24-E85294DC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F0EB7E-D97C-4D3E-AFDA-F56F321F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5610B4-0BCF-4051-ABC0-CC02F7A9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C92C89-253A-44EC-9631-DD68C68F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FD599-3732-4BC9-94A5-5A7190EE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f9876723844b6">
            <a:extLst>
              <a:ext uri="{96DAC541-7B7A-43D3-8B79-37D633B846F1}">
                <asvg:svgBlip xmlns:asvg="http://schemas.microsoft.com/office/drawing/2016/SVG/main" r:embed="R0e46c01531da4ef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D1DF92-846F-42DD-B592-17315DAE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15366-F2CB-49D4-AC0F-F8AF9390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F809D7-C565-4A98-B73B-3D908127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7C780B-6040-4579-AFD4-3ACB9400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CDC477-2530-44C4-94E6-9126644D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043CD6-0F53-4C91-8FD2-81E2C190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BCE6A7-97D7-4F18-AD51-9E2DEA81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9EB82A-3DB1-446C-BC04-56311A21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F0F806-9D55-4C6C-8710-7A450598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789516-BBAA-49F3-BDDE-A8B70ED5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78878A-1D61-42A3-A03B-70AEAB61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41DF26-6798-4BBF-ABAA-836F6D82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2359C8-A124-4620-A154-70EB819B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2AACDF-71BF-40DE-90D2-5F57C988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0235679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4CB98B-87D0-43C9-8B68-327AFBAA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1DEE3-DFA5-4D5D-A471-2A169A1C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957A53-F72D-42DF-8DEE-AB389BA7D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34BA8-6A53-481D-86A7-FD74DEE4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4198A4-30B7-4FFD-81E7-36D8F213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5045615c7e4b4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49CCB-CFE7-4753-A987-04727F33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8CD15F-D2C0-4B60-9657-D6105480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220DA1-83C2-4FD0-AF51-6D207578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6FF2BB-1233-4CF0-AA1D-72E5E58C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92F79A-60F3-4B80-8B53-025F3081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27243dd834055">
            <a:extLst>
              <a:ext uri="{96DAC541-7B7A-43D3-8B79-37D633B846F1}">
                <asvg:svgBlip xmlns:asvg="http://schemas.microsoft.com/office/drawing/2016/SVG/main" r:embed="Rd64c0454fc6a423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EA4EAF-C378-4225-BA8E-88B02AFE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0E54C9-FD2A-497D-A103-E4552EFB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3A93C-8DA3-4908-B6B3-2F6E49AFE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50B9B1-D492-4187-B4A8-E64C8494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5E2728-3319-4E95-918A-E764170D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35CBBF-C985-4CDA-A103-C8199B7C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DA3E58-CC8D-4869-9A58-A8BEBFE0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ED99C0-0518-4415-835E-5FB8B56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5B029C-D8AC-4631-8580-FFBDBC24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8396E3-5D08-40D9-8A8E-DFA1C5A6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38A7D1-F182-424F-9FFF-26272A2D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A72368-C7AB-4B26-8037-2E62E8AA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BC45A1-76E0-45FC-B83F-817B73C7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46A0FF-1466-4010-8AF9-EE47408D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358537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2E674F-AECF-4341-97A9-371801AE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2CDF8-5003-4477-BCE8-F5410BC2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224E49-040B-4841-838B-072FE6CF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9D0BAE-0F1B-43DC-9615-E6DCFEBC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151B3D-1338-415F-A532-F47ADEA1F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7208c4e180433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E3A9D-67C0-4AFF-B117-1C3FD602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0FDACB-7C80-45E0-A383-1BC38F16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E287B2-41E6-46F5-B918-010B851C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8AC9FA-481A-4D89-AF42-DA464F16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358A0-2CA9-4369-87D7-0BF4712E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7683dd3af34ef8">
            <a:extLst>
              <a:ext uri="{96DAC541-7B7A-43D3-8B79-37D633B846F1}">
                <asvg:svgBlip xmlns:asvg="http://schemas.microsoft.com/office/drawing/2016/SVG/main" r:embed="Rab1d5bcbb32d4fe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3211BC-7525-42D0-8FA0-79234FC3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45A0F0-D901-448C-A04D-A6D14919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95736-ABD3-46B4-B136-BD152C5E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3F1F2A-5EDA-4C46-AED6-64AEEB64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506D67-A855-4376-8D7A-220752529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68BADD-2DD3-453E-9F97-61AC75CA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FA660D-EB21-4185-838C-C8CC4F4CB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C0B5A-4E60-497E-AC03-7996B889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AEEC3D-32CE-472D-B9C3-BC9C2FF5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86F080-9AE0-429D-AD67-B7FC8677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3FF203-2190-422D-BC85-2901D425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053672-E232-41F1-8995-5A7B85A25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9E7A99-700C-4642-8C30-6F067BEB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73B857-68FB-4357-8491-9DE48D62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49094-D304-4362-9FFD-DE501CF7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9BECB0-538B-4D39-AD1B-420F8407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052391-93C7-45C4-9D9D-2CD99AC1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2C63EF-A21F-4D56-9421-D9649488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BA1782-98AB-4196-8C1D-D90D05BA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53817E-DCD7-41AC-830F-D53264F3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C288D4-61C1-48A9-957B-FDBFA367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0054149-AAA5-4EE8-B009-41539F748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1437147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827059D-DA16-4A55-A0C7-3884544B3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E670C-757F-4AE9-9F3B-F164F61A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54FA52-0BA3-4042-9B9B-F44C47228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DF59E-6946-4455-9BAC-0CBD2E35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978C74-A5D6-4C05-B14F-B3F44731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ca1e198cb49f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600164-E738-4A51-98D4-DDFB48F8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CDE7BB-A262-4B41-AA00-75B85DACB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B0159C-0A3E-4889-B2E8-676EF2BB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AB6BBE-47FC-41AB-AC91-83B903E1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182499-04A6-4EE7-BFD8-E8E7DAB5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52D91-D7D3-4C38-9E2C-325D5F97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6A541A-F8C5-4987-B314-7736AE97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3ED03E-CF24-4FDE-8FEB-17FDDAB2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C03BD-E4E8-45D4-88EA-23636965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89B2BA-D73E-4280-8815-66B8CAE8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1759B5-9E90-48BB-B3D8-8CD3ECDD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BC32F-95D9-42CE-AC98-105B5E851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A97AFD-A9FF-432B-9AE2-3CF62450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F12A55-60D4-4D46-B678-05D09A35A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791801-8464-4D0B-8A01-3DF8B7B7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0C1415-7614-4647-A876-832F74DA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F1134E-A1BD-4300-A99B-A7D5A917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96C176-36D7-4C19-AFDA-6AE06548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DC9835-D9C4-4D63-B6E3-741478C0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C92D76-8C5D-4C02-B214-38F314D8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37B8F9-BC43-448F-A50F-EA92F77A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4727B-DE8C-41F8-96E0-6A428F1C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E531F1-8DBF-48D5-AD2F-DAFB8A2B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B587EF-224E-4136-9AC7-3629D148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F838F8-4942-43E5-B88E-ECAB002C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B4473B-E4EB-494F-92AF-3BA64127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6E8D61-0360-4109-889D-E66B41F8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E75849E-DAD5-4F70-8E06-3D6918C3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7D0B13-D47A-4767-8E9C-C8005ABF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80A69D-E4F6-4E8B-910B-76BDACE1E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86381B-6126-4F98-BA76-698986D4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C2385F-439E-4129-87BE-CDCF2A1E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71994E-CBA1-4CF3-9512-DF6FAE76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AB99038-41AC-448A-9F9A-B3A6EC67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F5EDD9C-86A5-47E7-89FF-9121B77C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7F7DF5-E643-4E4E-BD32-BCA28DFB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E414EE-ECCC-421C-BA0B-970BD9D6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977EB54-9DA9-423B-8024-B8016D78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66AABF3-896E-4E16-A48D-7CEC8B83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F3291C1-D45A-4DE7-B206-2EC63B04C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C38300-E352-4B54-89BE-5D2B31B3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38704F4-1527-46A2-8E2F-7909AEDC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EB3FBC6-80FB-46A9-84A3-6974997D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6FD98E-5E49-4BB3-841D-2A70D189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9F5835F-043D-4A7D-AE50-79AAD182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62EB4E-3C99-4AF2-A2F9-8E57D56C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9522E8-6D6C-4247-A5C0-F7E4896A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DB195CF-1399-44A3-9064-BD713259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60A63DD-1FEE-48DF-A926-369C0E69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67241E-B03A-4BDE-9B8C-6E9FB3DA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846D067-940D-4ACA-987A-AE3841A3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4E4505D-1882-4325-8927-7EF62704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B2B1EA6-4734-4F83-9F83-986D8E82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396B52E-90F2-4B4D-B9C4-C0350BD4B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B0A552D-12B9-41FC-BD30-C935F344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F122102-841B-4309-A754-AA4EE43EA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E5C3573-C1CF-4A32-95B9-88366114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065FFB6-EBA7-4A22-B6B3-A9C015DB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458A0D2-8156-4ED0-B378-57B0F95D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45A346D-D9B5-443C-AB04-89BD256CE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ADD7C22-BA68-4FBA-B7FD-C19B8B3D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A5AFF75-0BC6-4FE7-8111-F4AC4148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C7791C6-6091-41E4-8C3E-CC9C5B54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7F4FFAB-7B5E-4EFA-94F7-0E9B9AB7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1CD4837-5019-43B1-868D-800DBF29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7809396-13C9-4719-B669-E27F5D085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D1C25D5-8EBD-4CAC-833D-BCFB8C36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2C58F5F-B8B9-45FC-8F76-4AA6EF7B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36BE7F0-D173-4418-A869-3E1CA531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A231B97-490A-4FEB-B778-9C7E81D1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E6452EC-3855-4C3E-BEB3-6019FA7F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4BCDF72-DBE4-41EF-BCE8-57363C2A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FD45C9E-6EAA-4809-A82D-94CD52E7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7493333-887B-47E3-AE2D-99C80E21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3EB534B-9939-4C7B-95A0-B658D3AC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557A32B-924D-40CC-B21D-72BB231A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7DB0B6D-1C7C-4779-9C39-9BABB80F5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D05ED6C-4726-44EA-B1FF-0D9E6A61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9515641-B49E-4CFD-ADF8-ABF33FC8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87523C3-2198-465B-B8DB-570507CA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7D2FB61-1211-42D7-B4AA-293A6544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9DA57D9-E2CC-44C7-82E2-92E78CB8C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52E0531-24F4-44B2-BD49-7BC1F634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8AE2200-B36C-4650-AE93-D0E0CD87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68321EC-DE5E-4915-8F02-0D98136C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620B66F-037A-425C-908C-86E1A756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D8B5EC2-DA34-4E73-B80D-91F6F53B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C4F0722-5BE7-433F-8138-F210FB56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12837DC-F562-4FB3-8962-C986D981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6D069BA-C62B-4E3B-B830-B1EC49ED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7084DBB-5DF4-4B07-80B4-87C8E2F8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0D007D8-8BA6-4771-A9B2-D16ECA20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FC23541-1963-4578-A25F-D65F7C743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B3DE76E-3FE8-4592-B338-1FC6C1230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FD8D453-47A2-4ED4-B3EF-F8E11ADB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20818315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7B13516-06AA-47CB-9FE9-8D8CEA9E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235BB-0FF8-424C-9E0B-8C3712EE1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931A13-AA09-4ED1-9311-15506A23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EB06C-54C7-47C1-B677-7E300F63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3DCE1-3B84-4EAA-BA72-B216344C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c73033014c448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80B34-6223-47AF-86FB-4AAD8A2C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41073-27EC-4B78-9CE9-B13E86C0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6C6C8-A44E-4CD2-B6D0-C6E11129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A95E7A-EAE2-4396-B242-1BA37CD4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5AFA0F-18F4-4A24-9C56-027375E6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78A87-67BD-436E-9D83-DFB147FF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954EF-44F5-4279-A08F-030423D1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BFB47-887D-497A-9AF6-E7173202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F09AE-387F-41E8-87A0-52DA2DE1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A721A5-750C-4117-8930-60091DF5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C404D4-BF0E-4182-B24F-7B59BACD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30B282-72B5-43A7-A24E-C7551779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860EFF-0F2F-4DA1-8BC0-9810AB1B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3BE366-2745-49E7-BD4D-481E89FB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2CB886-5115-4A01-8E23-0FD551C0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760714-1898-426C-90E0-086CEC59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DEAB78-4267-46C4-BA2D-11FCCD4DD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3B69DE-2C7C-4324-8530-6D5CEDB9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DECDF5-3D81-4997-8911-C214EDA8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09180F-9014-45FD-A557-9A2BDBC08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E7F7B2-F63B-4DEA-A091-6D99B535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ABC509-478C-4D40-BAEA-A6802CCD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8CA1A9-82FF-4347-B856-3846582D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F760CC-8C35-46CC-81C3-EDECC001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4C7517-6296-4E70-8084-2EDBE7B62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AE8884-65F4-4F97-BFE0-E75E5906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654906-DC73-410F-B354-08ED88776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7C594B-5806-41F0-A6F7-6D7D80CD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A1BC0E-1EC6-4BBA-9BA9-9E0FA049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63C208-CB1E-4E9F-84F3-8C2B88E0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8A6D58-83CB-4A46-BDF7-ED8944896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19B6DF-6314-40AB-9B3C-E072E65F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666F3BA-B95C-48E8-9FFC-CE60009F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69882C-DC6C-44C0-A938-CF2CD813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A92A7B2-7AC8-46F4-B9AA-FED616E2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51EFDFC-43F6-40AF-9931-B0C6C4D3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FE3DCB-2FDF-489E-8C8A-5F4898A2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4E569D6-6626-411B-A06A-604922DC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D15BE6F-D0D5-4853-9F4F-22F4E3CC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6B9683B-CFD6-462E-B46D-F54E7326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430341-F6F3-478B-AD3D-7F15CFB2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0C31AA-54BD-49BC-BD05-29BEC9EF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66F050B-7A96-49CC-95C1-7F709C92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5DBD125-D296-470C-8F84-50A85A5F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22CB88-0D73-4B03-81E1-C3B503BA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36798BC-F37D-4A4D-AD1C-64F47723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E31A89-6189-46FD-8E2F-8E367D54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C93E8ED-2994-47BE-9AF3-4A52BDEF6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8208C28-DE88-40B9-BC66-EE9E892D4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5794288-FF69-498C-B308-918E9759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A487E3-EAED-4DEB-BFA9-50414AAB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DBAAA57-176B-4A3F-A35B-B2895F74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861DF03-C0D1-4A11-AF10-9D8A094B0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142A89C-ED37-4859-BA75-B1A199F7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68C63CD-ABA2-456B-9950-DC0E383E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CECEA80-E92B-4BCA-99BD-F0736F32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F82C50F-D778-4C14-B7A1-E49617AD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A95B408-F091-4269-902C-90761FE7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4E86AA4-423D-41EB-9B76-BA94BAEC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409708B-2783-4443-9641-E5EDB3D98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FE17283-89CD-4C63-9A70-2B75801B0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D2EC8A4-D6C3-401E-A19A-2D00E1EA3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A723F97-B6B9-4500-977E-C56DC45A1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8338EBD-7B8A-44DB-B022-C1D49938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B94F382-7349-4ADC-84FB-5DF3AFF0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2344A86-5EB5-4F17-B08C-8C6215A4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32D8ECF-4510-41DF-B77B-EAFA01C3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A6CB2F5-01E5-47BE-A466-7BD4E5FE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A0A860-B22B-4A21-B97C-EF21DAE7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850A524-3D46-4DF6-A2FF-D9468C65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E2862FE-C4CE-4201-BE42-7EF8B635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166E827-9426-4B80-A13D-37C337B5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AF7BEFF-1BCB-4C37-B8CE-73A66107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2118D1-8B6A-4FB2-91C7-8C0ED5D8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0F98B4F-0138-4E14-BFF1-9C758F93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F1CADF6-6901-4ED1-B020-5E4BD461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6AB812F-BF4F-4DB6-BF76-7654D19A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478E690-FB3C-4A92-B241-AAE95B6F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AA99CB1-C13A-4B19-AA22-154A0BC6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6234320-A1B6-4FB4-B616-747E8771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33D3E1B-6C2B-4DF2-A4A1-88B5603D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ACAC4B7-BEE6-47D8-8068-5E8137E8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8A76615-1653-4311-B317-CA27F259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5D0FD6E-9AE9-4DFD-B33F-71C82DE0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56F551B-CE91-48B9-8450-A9B5A870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F8120B7-AE82-43D6-997A-E094040B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90A87D3-6E47-4595-908C-30459296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B6EADAA-2ADF-475C-AC5A-06A5E007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5CBD32D1-14F3-4316-9FC0-A8046547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AE593B7-DEA2-4471-A8C7-B6E6D6D5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E763877-9A3A-4644-9758-F522C682B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090488C-D124-4DEE-9E3F-CF3324F6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3C94832-7356-4D28-B975-6160E871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B67554C-A33A-430E-BFE3-1768A4A2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875AC87F-94A9-4A53-91F7-61A515B4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6DE4BA0-EEA0-4EE2-A50D-E9361157F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0688231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DF7EAC01-EAA7-4738-BDC7-BAB29577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6235C8-3BEE-41BD-BACB-AED9544B4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AB8FEA-B29D-4845-91C1-D38C23A4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C50A8A-3F9F-4854-B670-96CDAE26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A1FA6-3C75-4D6C-A811-A5B1BAA3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fe3d3f174b401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FB840-428B-450E-B92C-E9512ED4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9240E-46FC-4EAC-BC81-8E8B7079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56005C-315B-4EF5-B4F9-FC7075D2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1C1296-9AA4-40FA-A153-AEDEF441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4D472-D244-4832-9AFE-88855861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11F7C4-04E4-4F64-A7C5-8C8B88F37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D9D361-8C75-486F-8EFE-B69ED5A21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9A018-7D35-4F5D-9F59-EE0AEF33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7FA4C2-3FD4-462C-925A-4F3D3F55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AC24F5-5B5F-4F42-81F8-358A133D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A6C6F5-5D9A-466A-B187-B027B5D3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D3FDCA-9379-4731-91E3-70179C13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F2A595-998A-42A1-82B2-58BF2E97F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6433B0-9FE4-415B-935A-55CF60CCD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A9204-5313-4821-827C-C1158F1F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1AEA2D-A025-40DC-AD3C-A5896B6E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458C39-B55C-4CEE-AFA2-336E87BFF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0C24B4-0351-4B45-BB49-39888175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B052BD-1749-4C9A-AA08-1E3AF052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7AB33D-8B17-4AEF-85F6-C5E24161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03884A-9777-4D6F-AAAD-DEEE24883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483B875-289F-49DE-AD79-B505665C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B1F928-D517-41FA-AFA7-28CF47EF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730D62-82A6-4DC9-A6DB-6998AE0F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FBCFF9-C16B-426C-A82F-294914D4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36C65C-9F38-4DA9-8769-47A323F3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8138B3-93C7-4448-80E4-46E42F938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AA0531-4973-4705-B4E0-62D7E982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1C34F4-2B1E-4D71-9685-84A556F98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958515-1104-48A8-9371-011EC088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41394E-E97E-4EBD-B77A-C3D683F6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2D3220-A1F6-41EE-BBEE-A89DC55B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0A8564-2B29-4A52-BCDD-DFE620D5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FAFCEA-73A8-42DF-8FDC-3CB7A622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8C1BB1-521A-4EBB-992B-62C53BC6E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4FD284-179D-426B-97F4-28C1FA92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ECFCB38-62CD-4BEC-B155-C07E5C086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C1AC99-7624-49A2-B921-93B48AC4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3DD4B-BE0E-4065-AD70-665B1AC0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4661AF4-92BC-40B4-9138-FDACCF45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4B6344C-5D20-4294-9784-F3AE7833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371CE03-3F96-4056-A969-E8B39576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360495-22A8-41EF-9C9F-3CB731A1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C9FB599-B426-48A9-9BED-E18D3ED0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3F4364C-DD74-45F5-B79D-EB9DF2BD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CED6EA-16CD-4258-9762-9844EA93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697CCC6-5196-484B-A4E3-6436D6C9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FF5D744-9FA3-4B3F-AD37-32A74BB4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AC47701-480A-4A7D-989C-0A042585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0D7C52D-F5CC-499D-80F1-BA4BCB87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384B546-FE5C-4768-B018-ECB14811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683DFFD-3D32-411B-A06D-9E00DC7D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EBBC0D8-9F0C-424A-80DE-77E9AA53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6503695-82E0-4D61-A7D3-CFA4379B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C145DDB-AD50-4108-92F3-D2256C8D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5B04314-16A1-42F0-9C48-3AD3077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5C1B434-188B-47B5-AED6-1D51D0FA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45BA12F-4949-48C0-93E8-50706E34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EEED382-0E37-4346-B23B-07F59F390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0F96FA4-29B1-48E1-8437-75831FF38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987AB5C-B8DB-4177-A71C-87052456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8FDEBE0-3396-496F-A842-FCC456F7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7113565-9619-4CD1-A83A-708873D03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B8B3FE1-BDC4-41E3-8C95-EE307ED4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4D5AF20-C0C0-4721-AAAA-C83BEDFE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D1E0EED-81CE-4276-BDAC-7E30B2C6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756EC99-7474-45B2-914B-EF89EBC3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D557823-6679-469B-81BB-009FFEED0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B66C900-2C1B-4791-B2CF-4FA8E51E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D897218-4799-4FB3-89F6-71412544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39DA160-B693-4C13-8F94-E1EBBA6A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E7170B2-A91B-4BAD-B271-092A7F42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A063E5B-0620-430A-BFCB-20B3CF81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3C9A41B-A339-466C-AA0E-1ABD9DF5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8258ED8-D451-47FC-9ED0-14F3C3F4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D622B4A-A97F-4E18-B2B4-F315D4BA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2499FA8-57A4-4083-996B-B7D3DA1D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5B44B64-CF03-4453-809F-E364D78B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75C0114-C457-4C3D-A5B7-B3256609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BFB1792-D845-4044-ACA1-F57F069D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08EDDF7-E672-491D-B0AD-5247D33F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EF08F9E-F063-413D-93F6-5C9096DB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392ABA1-09D9-461D-BB95-88064895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8268B3F-875D-403C-B944-87691638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236F333-8262-4BCD-A046-E18FCC92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CDD7EA8-94EA-478C-A242-A88AAD2B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15D8567-E402-4D90-BB29-BFA4A33F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628A570-2D7C-478B-B6A3-1B0C8337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F35A85F-149C-408B-8E50-2DFE19040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4B2DE4E-7B32-40E3-B733-48FCE51F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EED614C-5A8A-4671-8540-2083ED05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4333928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1864E64B-D8EE-4526-8366-A1E7F434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BD77D6-2F09-4BE5-B9F2-122CFF1E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96CCD-1EC2-4B4B-A8A1-FB8AC561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55AA2-F88C-4EAE-8CE7-D9F2C29D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DCA971-553A-406C-ABE1-E173624E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f133836349442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24E57-9DAA-43F2-9B9A-4D251777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47FF05-580F-4510-8D30-50EDF2C5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28CD7-8206-409C-93B2-769F7DF6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32CFB9-A252-45C8-BF2D-ECFFD1D81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703318-CCFC-4899-A097-699A84E7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0DBF2-25B7-4D13-A4EA-130D6356A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9A6B98-C1E2-491F-9CA0-31BD4263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027893-CA7F-424E-9FFD-5CE6C686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ECEDD-6D07-4C33-B4C8-87EB653F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6E26D9-C2F3-4978-A177-95A7E6DA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FB265B-C473-4D72-AC22-C3BA6497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9EC096-07E8-4C81-BBDA-6A3DCC8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95D06A-1889-4830-A703-D19D260A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D3F8C4-1052-4162-91EB-2D8D7E12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C981CF-7266-4C17-A3EB-1890875E2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FD76EB-86E4-4C4D-8CB8-C1BE8A63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308973-BF7E-46EE-AA6C-29738BD43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C818A-8ED8-4335-85E1-279DE6F4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DE7681-C038-4B51-BA38-F3E911A5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D5F76E-A599-4E5E-8ED1-690F1C51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A3F7CF-180D-40EC-AFAC-E4143D73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DECC49-4088-407B-AA22-42DA5E89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9F151B-C0EF-497D-B29A-09CCB279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55ADC3-2162-40E2-8530-D7FE46D9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38E8C4-637B-4485-8231-954836B82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A321E0-AFC7-4003-9F94-4F8487C0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10FAC2-67F5-461E-816C-C939BE6B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26C3B6-FC7D-4494-BFD3-5B1D4F05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7C8945-FB2D-4F74-9E27-CA6D2A95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AEA7DE-D533-41EC-9DC3-E7ADD2DA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B8B0C0E-C0F1-471A-8B95-BE6AB1DE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2F0D6E-2D83-4F5D-B44C-1F5CEC49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599E9F-2FBF-42A0-BE58-051E78A6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A9FBA6F-9766-4E8F-B3E0-B4BB01A6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06D66D-1E86-4FE4-93A6-58D236A5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BA76188-FF24-4E89-B808-D9B901F86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AA0570-F6BD-488B-818B-915EA779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C9ADB4-F89F-4ED1-AFD7-D188EF85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FABE4F2-99A6-44D4-A640-BCAD94B9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F217779-4407-4113-8F8C-63140421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57BBB4-9520-4729-A6E0-2CD89110B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61B0D66-C38E-43F0-A6AB-92BBA7BC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C1966B-1AFF-4FE8-B9F4-46C491B1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692E82-A899-4232-B119-7EDB9DAE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43B98E5-A936-47A2-94CD-928304C2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26198EB-AC5A-4FA4-A82B-A9C1FE69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8959ED7-317A-42F6-BA8E-C872C4C9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38DC11-43AB-4303-B3B1-B9910C47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D9F8A99-7343-4C99-9030-900BB07A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5D7709E-DCCD-4329-A0ED-C098C81C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D84771A-4D43-4EFE-9390-F86D5065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A8BD6C-36ED-40C2-A0FB-4401E3C2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D6D447F-5FF2-479E-9A24-E2004287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621BED2-00D4-4BAE-B9CA-134FD36C3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BAAF0F2-8D31-4D10-A137-C0CD46E5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B9736AD-35A3-42D0-9BBC-AC59009E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FFAF97A-803B-4E18-967A-EE3C8FEB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F148AC0-3A3F-446E-8F51-0D796D4F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739D7C5-7CF1-4F09-B217-CEA478B21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B48742-8684-4A0A-B371-BBC7E7F2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FC502D1-451E-4CC2-8C22-BF5A96100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1D57E36-8EB0-4278-8D1A-62471538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E6FB124-F59F-4299-B29A-421911E9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A3FEC1B-CFE1-42C5-8800-9AFEC21E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683C255-23EF-4209-900E-FA034A96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C31300C-0F9B-44EC-9503-C3AB970B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E414CC4-B35C-4537-B0B1-36B9C4D3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8440668-23B6-4139-9478-F1B0BCBD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4799638-842A-431E-BBE7-B732E2F6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7B46D20-BA33-4F02-B5B5-3DCF9281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7E40E2B-560B-4C3F-A86C-C6B91F04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CF5ECD4-BA1E-45C8-A5E6-E29B7C0B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CD6A8CC-AC2A-41DF-988E-D0D0CE41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0FA1D2B-A4E5-434D-B14F-5E52BD05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AF33B8C-FA99-41B3-A909-92582D56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6EDDAEB-2C4D-4FDC-A18D-ED6969C1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014CB5D-E665-4FAE-AA85-3132658B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8F0121C-8FF9-4FDC-9CA7-799513CA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A77DD0C-534C-4884-BB42-E45D56D0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95F86B5-1CBC-4722-8E5F-4A5E4974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1A7FF0B-4C60-40EF-875C-A644B002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AC622B5-2275-4F74-9DE8-C2CF6671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7B5BBB1-17EB-4AFB-B261-31AF2BEC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41CE5FD-7478-4490-A366-ED683DD1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3756F1C-57DC-42D5-9037-B8AA8906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400CC00-CAE4-420E-8D27-200A0D21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80E413A-D2EC-4132-8A9A-0F9C9B0B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FD8BECB-5501-47C8-AAC7-D8EA8DD0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49FB8B3-415B-43D0-9289-CE1D9011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AAF5CF0-C34E-4E7B-9005-C01A9B7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3D8E0F2-DEDF-4802-806A-80287540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DF7EC22-0D9A-4D53-927E-E6A35CA6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7F04C3D-3701-4DB1-B8D1-17E51653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1E54941-4957-4DDD-8CE0-61104B9B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F8DDCC7-472A-4969-BAF9-451F97A4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4572802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48C5026-A0A8-469F-B14A-46AE4FB8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998F24-B812-4EF8-9099-6E1A5677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AA31C-F81A-4716-9D72-6895A004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F1C06-B5E7-4081-B347-F2DBEB88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36D97-AD03-48F6-9BC3-B50E4FB8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1cf2e320e41f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6F50F-D628-4540-8B61-04408828D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376F52-BFD5-4057-90EF-E6CF2C759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79CC46-93BD-4ECB-830A-9D2422DC9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7D0347-D5BB-49B6-B357-F718D62F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56465E-1FF4-444D-A05C-5F0B4528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228F1-35CC-47D7-A855-0CE313BE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9EA577-EEFC-408F-B00C-A45B5E48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FB8674-1416-4647-8690-98CED320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1D6B5-6A63-4B6E-8D53-6C749078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24B0F3-CF0F-411F-AFE0-8FB3C4B5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396B32-8C82-474E-B6A7-2969BBCB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84B162-9719-4625-ABF5-810532439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27BE7E-052A-4292-BC91-77B623530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5F3BD3-1ACC-41B7-929A-E446F1F0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3C49CD-C5B1-4AE8-B32F-8BD5E9A3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FAF4E8-0425-4A1E-B13E-D4EF262A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2ADD51-2B24-4AA5-AEC3-2881ECC0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47719D-21FD-4E32-85AB-56441DCD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BA83CB-034D-44A6-B83C-B435AC6A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8FC711-3477-4A76-8DBB-9173E76B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69CFD4-3A26-4E38-B2C9-59549037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36206D-B5F6-4EFB-A0EF-C07417D96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B3EEFB-A186-4A40-BA89-A5C8B89D9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A0C5ED-772E-4A98-9D4C-63187A33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2694E7-D1F5-427E-B398-FE916DF4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E78BE1-3CEC-490C-B083-F50474C0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FF4C83-AB89-4527-939C-1C67A782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5A5C33-1DFA-47AF-B268-4B901236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39178D-B520-4D8D-849D-5F73BDE2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5FF7D8-7AC6-47D4-A89A-22870ECD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B30148-1C21-4D02-A184-6A243847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8D4E93-E24F-47F2-A336-7C1752B1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ED3831-0B9D-4203-84E6-F96E0930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E062D2-795F-4791-AB75-97E8990C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4E6326-720B-42D7-B57C-58EEC90B5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F865F0-8816-4E87-B4EC-41A8A2ED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038B0B-6011-4F6D-AEEB-443A8F39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D11B863-C8B3-4DB5-8A88-7176D8A4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E24075-4695-4D1E-9932-481DDC5F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F92A913-0326-4F9E-8A44-3EFEAF8CB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CA01CE-1CF1-4DA5-A868-2C462D6FD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67C6E25-47C0-47AA-A4A6-4CC1EE2B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57F19D-C82A-474F-9009-8515B596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BED925-09D9-4865-B128-3285168F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2E4E445-1D55-4307-9146-B5BCB4C3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09F1639-0DE6-4BF0-AF8A-9383E72E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1D3B01-CF89-44A8-B318-3D6AED22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416458D-0C46-4B3F-8CDD-EF9E5B4A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9F85BFD-B3B7-433A-92D4-CD440ED93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5F4FD4-5E4E-4374-88B9-8E419A657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4F8EB52-37BF-48E4-B2B3-D0019EC4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F28B3D-784F-45AA-9EE8-8A0A2F2D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1A8F55F-CD45-40D6-B221-3E1E9CC1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13729C-70BC-451A-882C-62B20643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CD35B16-C8D8-4515-A1AB-B8BA7412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1C21526-3389-4A41-8336-E00B68BC5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D3A3E4-EBE2-4064-8901-07F4C779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71F9E61-05D0-41CE-A8D6-D40A691E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62B0B69-7272-4274-9740-BDAAF7AF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EC1C9F1-ADAF-4E78-91D7-E0C01CA4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25BFAB-444F-4B49-A5A7-518168CC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D0F95B2-673C-4AA2-BE5F-6D07F0E55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B7904AE-0125-4F10-9871-75646689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27A3DA2-E19B-47A0-8A4C-61C35694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99AE67-2151-4263-85A4-ECC24A6A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1FC449E-A48C-442F-AF73-1475A391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13AEDD9-9F09-4FC0-8135-3DCE09AE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F989B26-422A-4E61-99FB-14769D69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B4F971F-D291-4D29-9FDA-F57FB528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CDFC11C-C50A-4708-A9DE-4B99AC28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8278440-7B44-4308-9839-4F443116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9B33924-2691-4479-9629-601070A8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C165EC0-B745-468F-B4D6-0D626820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12FA138-FCD1-445A-ADDD-F0EBF756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25E0485-D0AA-48A6-9121-C48F181BB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B7CAFB0-01B8-4D6B-A8E2-834121F2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D5A7451-C472-4E87-8AC1-B3349873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45C0425-9B48-4754-AEFB-371AA4E2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D665A4C-1F8E-465D-997D-D8238F34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99B8763-F8E5-4F56-A5BC-0C30F547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62EC2C3-11E9-41B0-9E67-DD3AD280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04CFE3F-7198-46C4-95B8-3C919BA3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903EC7E-699C-4CB8-8161-C6D854E1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1987D67-A271-422B-B9A4-E39B59F28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86602E7-C9D5-4E52-9D99-A42167F9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FBE06C7-35A9-44A6-AA4B-2794E5A7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064A7A2-878A-430F-B76C-E5E13195E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990A02B-8638-4D2A-8010-DAE1A70A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359301B-5238-4AAA-9920-05A324CB7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6950720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8CA3768D-9863-48B8-9D4C-D921DA4F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A0559-6E69-4FDB-9FC1-CAE67D5E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9B1E22-1C3E-40C4-AD7E-7DE49EE0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64F79-DC44-4AF6-A7E1-D393FD6D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126AD-79D9-4434-9D60-66B90500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58b475cad476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55F96-3392-42ED-A796-E2409BDC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4455E-ED7E-4BDE-BC7F-B2946059D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AC6525-038F-4D13-A6A9-733506C1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6867EF-571B-4F4D-9C15-1F6FB4B6A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0E4F9D-7255-4BCF-849D-082F2386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C6DA3-D375-4F16-A521-C1D77159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709263-9BA4-479D-8901-4A453DC0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94A953-CA67-4B09-B4AE-36C7407D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B94123-1CC0-4F36-9117-CE83E46A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9C7023-5CD0-4323-ACD6-E17141E5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D9FB64-9B8C-47CB-8FBC-CA3370C53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E6A091-BC45-4694-8F97-D2BDCDBC1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A39402-109B-4063-B9A4-5539FEF2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93F278-F844-44F6-9401-C7EBBA48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FFC16A-1C7C-4450-B19C-0E8AF2A7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A4E32F-9DF3-4657-AF7F-9510073C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A256D0-B832-4BF0-B2A8-57F13DB14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23275-AE91-42BE-8D61-F8C19218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E498F2-B5C6-4D69-874A-AE440BC76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150DC8-B349-47E3-B2CB-73C2D235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4CD4FB-7DAF-4160-9220-CC9818CA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84604A-DF37-4A5D-91EA-C703144F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38AB36-C63C-47C6-A10D-FC04E51D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9DB551-2B2A-4FCE-8757-44A65C51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8E2A762-EA7E-4E48-8656-C1ACE52F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E9B7EF-F525-4CA7-B88D-EB60FF88C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4F3D3F-2304-4798-86C8-176C508E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38CD0E-4267-40A5-8A02-A82A0CB9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0076F9-331B-48CE-A721-B38150FAF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2427C9-5052-4125-806B-7C60DB99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710B86-CE20-432E-AE2C-E7EAB246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EC4A29-624E-4308-BF58-A30EFD82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A755E9-5D36-43FC-92B0-1A47C1E08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4AE076-5496-4EE0-A922-243B6B60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D706B1-8CA8-4B84-B779-08E993E0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395BECC-FC99-4314-A16A-B90FD0ED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13ECB6-6E6D-43BB-8833-7A5E5DB5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E1D264E-78A1-434B-A5A0-94F958B40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9A4655-9967-4718-8C9A-A85DC90E9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B3AF497-31A9-4E01-B3DD-D4CE4102C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C7773C-A21D-4633-B1EC-6101BC67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6A939E-05CF-45D9-8137-59789E43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7C7FCA-B467-42F9-AACF-353A4779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0BD065-7B89-4637-9B0B-6C3FD94E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7D39D8-CE9A-4DF0-9B14-683D0647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712F26-E1CB-444D-B66B-E10409F6F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6D675E4-14EC-45C7-8E1E-09C1CDBE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D010365-3C33-44D5-A415-F6BC7602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A103A7D-79E4-4896-A01C-49BF7C3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8544696-CBE9-4F89-9B7F-DC691E0D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07350A4-4C0F-41C7-B9DD-1439738B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6A00EBA-11E9-4721-9232-FC68F77A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A5BAA82-ABC5-4F2D-A627-6994BF82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4EF5F2-AA4A-4AB4-8288-2C44F070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886498-EAF7-41A8-B3E0-46BC305C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49FBDB8-9C88-4E5F-9C7E-B17D7FEF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10EB6E4-6DEE-4F36-92AF-9BC03D9A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5CF0670-1735-4825-A9B8-780D3DA4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81C9AD2-3A4D-4BBA-A588-BA5A9F66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1E09B4-5EB1-4665-BAE2-632E6D33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DAF7352-F19F-42E2-9CC0-4E468471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3C94C7B-DACB-48C9-B6B6-7D0BBF26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03925D8-B2AD-49A0-8976-55F64A813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E97777-9309-4D4C-AF59-A2F1AC3B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2E429AC-A7B2-4E42-A544-9113290C5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8545C55-86C6-4AD5-B026-80A5DF5E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DB14D4E-CEC0-4C3F-9926-56E201AB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6F2ABE7-CC8A-431D-BFFB-3A4FA2CB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EA6576D-E57C-4726-9F64-D09DD854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1837C28-C2D9-4B2D-9FE8-6A7AFDE6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EF9CA48-89DE-43C4-A11D-9EA9E6CB1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C9D1FAF-81C2-46E5-81EF-3ADAF486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B44966E-AF62-4354-A0FF-30769C3B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21A34B-B501-4262-A39E-8E237D41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8518B64-5815-41BB-BDBF-23A21DE3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FC063A4-02C0-419D-A16F-E20D79FD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A4A852B-22E5-411A-AA38-02C3B7E3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96E9DB3-4B6A-403E-93A9-81D450D5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318AAED-C905-428C-89FE-675D7DD4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96E2E63-5FC4-4EBD-B376-3B49ABC9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642039C-2C6D-4A75-B42F-8D7C9F49E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9D704AA-1045-4C93-A5ED-4ECADE10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6A219BF-CB4D-4D32-A0B6-76B56B65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EF4C4E4-F956-4ABE-86F1-92267DE4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35FE395-F74E-45E7-AD5D-0A1C8E58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9566F69-7BB9-42F2-8630-F7F6D385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7EAA9B0-4A33-4D90-8BFB-2D3C698D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A699D8A-50E2-4015-870E-99BBAFAF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3FC85FA-32A7-4FDE-8F04-4D496E92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A5F6EE2-165E-49FA-B8F1-B1DFD014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F7A1536-6577-4D7B-860A-4CCEB807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B165476-DC89-496D-B2D6-D676341E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75FDAC3-2B1A-483C-B56B-61F3BE36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01AA130-E3AE-4A9E-B7BB-31C34D19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CFA25D3-46EB-423D-8109-3DE90CAD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E56C8CE-E4AD-40EC-A19C-C83887FB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2489603-1D86-4CF7-8ABE-FC2C17CB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49430EC-BD95-4DA4-83B5-20110446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9AE08EC-5CD1-4232-BD89-B6887176F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28834E4-5659-4A13-B800-6E153FD0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06FD004-E2E5-4C49-8D85-856CE98E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8039933-EA65-4853-B634-B5BD2940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07C17DE-D295-4822-AD0F-6D43CF39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6A6130F-3B42-4BCD-B5D1-7729E379C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EF62DBE2-3F40-4FA3-A754-15CD880A8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EA15319-31B8-42BD-A0A8-951F6BAC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4E3C799-69B1-42BC-B19F-AB0B3B17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9CDB168-7BA0-4615-811B-E05741F0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CC99B0E7-9994-4A6E-8B09-C7A1A0EE3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5246A2B-783B-4B8C-BB66-18368F14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CBDE212-06AD-4CA5-B791-7C7DE38C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0301C30-6F3F-46C7-A182-B3102DED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088F20E-9E86-4D8B-8343-19977BAF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407DB1C5-70C1-455C-BD90-FE014C4B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7DC7260-67C3-418F-95DB-BD3F0A9D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F1254AF-68CD-4ECA-B339-89386DAA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246757C-087A-45BB-98BA-A84A06C0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65D5BA3B-1ABD-4CF5-A1F5-233D89DA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1B9C0AC-EB8F-43A0-A73B-30127677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C2B2C17-9818-4B78-9BDF-53A357E3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7E8405C-FA10-4FC4-A626-9C0DE336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52A5500-3715-4CB0-A882-FCCC9F14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31CC185A-D573-4ACC-889B-AE9AFA904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4CB44216-ADF6-44B5-A449-47638571F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0E7EB1DA-A7ED-4BD2-B8E0-613D48E3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56E59F95-3E0E-4AB4-B3A5-7CF8E4D6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CCB2144A-79FE-443F-97B3-EFD506BD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64162A8-CB4A-4704-9C64-96B5FBDA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18650532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5DA0E7-A71D-4528-B12F-41E6849A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099BE-817C-4DD6-B8CF-26959493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ABD950-E63F-4EB9-B794-7C4F731C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69829-B949-4DF9-B31A-505756FF9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04f0991584cb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220ADF-CAE6-4171-BAB9-2D3BA65A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FA377-4661-41BF-A9CA-2BA1CEC3E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8922500fb46c5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55660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2026-08-15T00:04:02.0770000Z</dcterms:created>
  <dcterms:modified xsi:type="dcterms:W3CDTF">2026-08-15T00:04:02.0770000Z</dcterms:modified>
</coreProperties>
</file>