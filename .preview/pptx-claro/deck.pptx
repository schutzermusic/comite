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3a12b49b38490e" /><Relationship Type="http://schemas.openxmlformats.org/officeDocument/2006/relationships/extended-properties" Target="/docProps/app.xml" Id="R8e9a0fc8419c48c7" /><Relationship Type="http://schemas.openxmlformats.org/officeDocument/2006/relationships/officeDocument" Target="/ppt/presentation.xml" Id="R363113ee0a0d4c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b9991981fc48aa"/>
  </p:sldMasterIdLst>
  <p:notesMasterIdLst>
    <p:notesMasterId xmlns:r="http://schemas.openxmlformats.org/officeDocument/2006/relationships" r:id="R582e3e0f12c54b02"/>
  </p:notesMasterIdLst>
  <p:sldIdLst>
    <p:sldId xmlns:r="http://schemas.openxmlformats.org/officeDocument/2006/relationships" id="256" r:id="R03cd09528a6246a5"/>
    <p:sldId xmlns:r="http://schemas.openxmlformats.org/officeDocument/2006/relationships" id="257" r:id="R33cda349a6324c0a"/>
    <p:sldId xmlns:r="http://schemas.openxmlformats.org/officeDocument/2006/relationships" id="258" r:id="R4ff5d1a7c3084f24"/>
    <p:sldId xmlns:r="http://schemas.openxmlformats.org/officeDocument/2006/relationships" id="259" r:id="R527953b1a9e648e2"/>
    <p:sldId xmlns:r="http://schemas.openxmlformats.org/officeDocument/2006/relationships" id="260" r:id="R557a297bf4f24bb0"/>
    <p:sldId xmlns:r="http://schemas.openxmlformats.org/officeDocument/2006/relationships" id="261" r:id="R2908b09525cc4f6d"/>
    <p:sldId xmlns:r="http://schemas.openxmlformats.org/officeDocument/2006/relationships" id="262" r:id="R8e7bbc19f691445c"/>
    <p:sldId xmlns:r="http://schemas.openxmlformats.org/officeDocument/2006/relationships" id="263" r:id="R786969c58fff434f"/>
    <p:sldId xmlns:r="http://schemas.openxmlformats.org/officeDocument/2006/relationships" id="264" r:id="R1f697af54e364dda"/>
    <p:sldId xmlns:r="http://schemas.openxmlformats.org/officeDocument/2006/relationships" id="265" r:id="Re6cd0ce585864bc7"/>
    <p:sldId xmlns:r="http://schemas.openxmlformats.org/officeDocument/2006/relationships" id="266" r:id="R685d35e483914536"/>
    <p:sldId xmlns:r="http://schemas.openxmlformats.org/officeDocument/2006/relationships" id="267" r:id="Rf31dacc1eae24bd7"/>
    <p:sldId xmlns:r="http://schemas.openxmlformats.org/officeDocument/2006/relationships" id="268" r:id="R87a5740396b9427b"/>
    <p:sldId xmlns:r="http://schemas.openxmlformats.org/officeDocument/2006/relationships" id="269" r:id="Rf69e2ca4e5594721"/>
    <p:sldId xmlns:r="http://schemas.openxmlformats.org/officeDocument/2006/relationships" id="270" r:id="R166ebfddcf8b44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42756119bf4b3c" /><Relationship Type="http://schemas.openxmlformats.org/officeDocument/2006/relationships/slideMaster" Target="/ppt/slideMasters/slideMaster1.xml" Id="R99b9991981fc48aa" /><Relationship Type="http://schemas.openxmlformats.org/officeDocument/2006/relationships/notesMaster" Target="/ppt/notesMasters/notesMaster1.xml" Id="R582e3e0f12c54b02" /><Relationship Type="http://schemas.openxmlformats.org/officeDocument/2006/relationships/presProps" Target="/ppt/presProps.xml" Id="R9199a228cc294089" /><Relationship Type="http://schemas.openxmlformats.org/officeDocument/2006/relationships/tableStyles" Target="/ppt/tableStyles.xml" Id="R267d6a8ca1564e46" /><Relationship Type="http://schemas.openxmlformats.org/officeDocument/2006/relationships/slide" Target="/ppt/slides/slide1.xml" Id="R03cd09528a6246a5" /><Relationship Type="http://schemas.openxmlformats.org/officeDocument/2006/relationships/slide" Target="/ppt/slides/slide2.xml" Id="R33cda349a6324c0a" /><Relationship Type="http://schemas.openxmlformats.org/officeDocument/2006/relationships/slide" Target="/ppt/slides/slide3.xml" Id="R4ff5d1a7c3084f24" /><Relationship Type="http://schemas.openxmlformats.org/officeDocument/2006/relationships/slide" Target="/ppt/slides/slide4.xml" Id="R527953b1a9e648e2" /><Relationship Type="http://schemas.openxmlformats.org/officeDocument/2006/relationships/slide" Target="/ppt/slides/slide5.xml" Id="R557a297bf4f24bb0" /><Relationship Type="http://schemas.openxmlformats.org/officeDocument/2006/relationships/slide" Target="/ppt/slides/slide6.xml" Id="R2908b09525cc4f6d" /><Relationship Type="http://schemas.openxmlformats.org/officeDocument/2006/relationships/slide" Target="/ppt/slides/slide7.xml" Id="R8e7bbc19f691445c" /><Relationship Type="http://schemas.openxmlformats.org/officeDocument/2006/relationships/slide" Target="/ppt/slides/slide8.xml" Id="R786969c58fff434f" /><Relationship Type="http://schemas.openxmlformats.org/officeDocument/2006/relationships/slide" Target="/ppt/slides/slide9.xml" Id="R1f697af54e364dda" /><Relationship Type="http://schemas.openxmlformats.org/officeDocument/2006/relationships/slide" Target="/ppt/slides/slide10.xml" Id="Re6cd0ce585864bc7" /><Relationship Type="http://schemas.openxmlformats.org/officeDocument/2006/relationships/slide" Target="/ppt/slides/slide11.xml" Id="R685d35e483914536" /><Relationship Type="http://schemas.openxmlformats.org/officeDocument/2006/relationships/slide" Target="/ppt/slides/slide12.xml" Id="Rf31dacc1eae24bd7" /><Relationship Type="http://schemas.openxmlformats.org/officeDocument/2006/relationships/slide" Target="/ppt/slides/slide13.xml" Id="R87a5740396b9427b" /><Relationship Type="http://schemas.openxmlformats.org/officeDocument/2006/relationships/slide" Target="/ppt/slides/slide14.xml" Id="Rf69e2ca4e5594721" /><Relationship Type="http://schemas.openxmlformats.org/officeDocument/2006/relationships/slide" Target="/ppt/slides/slide15.xml" Id="R166ebfddcf8b44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2db747909e49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8133ce24be4edd" /><Relationship Type="http://schemas.openxmlformats.org/officeDocument/2006/relationships/notesMaster" Target="/ppt/notesMasters/notesMaster1.xml" Id="Rfecab2d720f64c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ba887d67a841c4" /><Relationship Type="http://schemas.openxmlformats.org/officeDocument/2006/relationships/notesMaster" Target="/ppt/notesMasters/notesMaster1.xml" Id="Rb106a37eb36142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2cc448e3ca44b5" /><Relationship Type="http://schemas.openxmlformats.org/officeDocument/2006/relationships/notesMaster" Target="/ppt/notesMasters/notesMaster1.xml" Id="R787c92bb3a2a40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6b40862568437f" /><Relationship Type="http://schemas.openxmlformats.org/officeDocument/2006/relationships/notesMaster" Target="/ppt/notesMasters/notesMaster1.xml" Id="Rdc06fd57c97848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d7a7b41afe47eb" /><Relationship Type="http://schemas.openxmlformats.org/officeDocument/2006/relationships/notesMaster" Target="/ppt/notesMasters/notesMaster1.xml" Id="R577189e5bb274b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6e163d89e14a85" /><Relationship Type="http://schemas.openxmlformats.org/officeDocument/2006/relationships/notesMaster" Target="/ppt/notesMasters/notesMaster1.xml" Id="R5f84f823c7aa4b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cef9579d344c8a" /><Relationship Type="http://schemas.openxmlformats.org/officeDocument/2006/relationships/notesMaster" Target="/ppt/notesMasters/notesMaster1.xml" Id="Rb1ce822489d24c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e0a6af6aa44de4" /><Relationship Type="http://schemas.openxmlformats.org/officeDocument/2006/relationships/notesMaster" Target="/ppt/notesMasters/notesMaster1.xml" Id="R8cc438f277b642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08d79d0c0d4e15" /><Relationship Type="http://schemas.openxmlformats.org/officeDocument/2006/relationships/notesMaster" Target="/ppt/notesMasters/notesMaster1.xml" Id="R53c149c4ed6846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d165c359cf49a6" /><Relationship Type="http://schemas.openxmlformats.org/officeDocument/2006/relationships/notesMaster" Target="/ppt/notesMasters/notesMaster1.xml" Id="R6e898d533d7a473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4ad25931667427b" /><Relationship Type="http://schemas.openxmlformats.org/officeDocument/2006/relationships/notesMaster" Target="/ppt/notesMasters/notesMaster1.xml" Id="R086a3552c06141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97085c7f34a4443" /><Relationship Type="http://schemas.openxmlformats.org/officeDocument/2006/relationships/notesMaster" Target="/ppt/notesMasters/notesMaster1.xml" Id="R8354a6c3ed234bc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02d68d72ed4b2f" /><Relationship Type="http://schemas.openxmlformats.org/officeDocument/2006/relationships/notesMaster" Target="/ppt/notesMasters/notesMaster1.xml" Id="Rc91c4e09b0494d9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3e80dd009af4b5f" /><Relationship Type="http://schemas.openxmlformats.org/officeDocument/2006/relationships/notesMaster" Target="/ppt/notesMasters/notesMaster1.xml" Id="Reaa116814b9148d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0cdf21915564ea7" /><Relationship Type="http://schemas.openxmlformats.org/officeDocument/2006/relationships/notesMaster" Target="/ppt/notesMasters/notesMaster1.xml" Id="R4ae40d1e415b40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87765311e240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f64537c2d146e3" /><Relationship Type="http://schemas.openxmlformats.org/officeDocument/2006/relationships/slideLayout" Target="/ppt/slideLayouts/slideLayout1.xml" Id="R0bd80351bb4748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d80351bb4748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2f7e256a64b01" /><Relationship Type="http://schemas.openxmlformats.org/officeDocument/2006/relationships/image" Target="/ppt/media/image.png" Id="R463f0ac745d44288" /><Relationship Type="http://schemas.openxmlformats.org/officeDocument/2006/relationships/image" Target="/ppt/media/image2.png" Id="Rd4df5a1c92a9456a" /><Relationship Type="http://schemas.openxmlformats.org/officeDocument/2006/relationships/notesSlide" Target="/ppt/notesSlides/notesSlide1.xml" Id="Ra4b60b75f9e444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7258fc6c19451c" /><Relationship Type="http://schemas.openxmlformats.org/officeDocument/2006/relationships/image" Target="/ppt/media/image3.png" Id="R16f10264bd8c4aae" /><Relationship Type="http://schemas.openxmlformats.org/officeDocument/2006/relationships/notesSlide" Target="/ppt/notesSlides/notesSlide2.xml" Id="R7f48c092c29d42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cdbeba32fe4b90" /><Relationship Type="http://schemas.openxmlformats.org/officeDocument/2006/relationships/image" Target="/ppt/media/image4.png" Id="R4c89b6560d4243c6" /><Relationship Type="http://schemas.openxmlformats.org/officeDocument/2006/relationships/image" Target="/ppt/media/image5.png" Id="R815866b20db34a38" /><Relationship Type="http://schemas.openxmlformats.org/officeDocument/2006/relationships/image" Target="/ppt/media/image.svg" Id="R5edb13a150684544" /><Relationship Type="http://schemas.openxmlformats.org/officeDocument/2006/relationships/notesSlide" Target="/ppt/notesSlides/notesSlide3.xml" Id="R49945edaaef440e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039c8115ae434c" /><Relationship Type="http://schemas.openxmlformats.org/officeDocument/2006/relationships/image" Target="/ppt/media/image6.png" Id="R9c9f67756a2b4e97" /><Relationship Type="http://schemas.openxmlformats.org/officeDocument/2006/relationships/image" Target="/ppt/media/image7.png" Id="R322fbc4b35824b36" /><Relationship Type="http://schemas.openxmlformats.org/officeDocument/2006/relationships/image" Target="/ppt/media/image2.svg" Id="Rfaaf797072a4419d" /><Relationship Type="http://schemas.openxmlformats.org/officeDocument/2006/relationships/notesSlide" Target="/ppt/notesSlides/notesSlide4.xml" Id="R05237ffd621b43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08ce20e9f4055" /><Relationship Type="http://schemas.openxmlformats.org/officeDocument/2006/relationships/image" Target="/ppt/media/image8.png" Id="R28d3f1cb64464b8b" /><Relationship Type="http://schemas.openxmlformats.org/officeDocument/2006/relationships/image" Target="/ppt/media/image9.png" Id="R692f4696ca5d4356" /><Relationship Type="http://schemas.openxmlformats.org/officeDocument/2006/relationships/image" Target="/ppt/media/image3.svg" Id="R16d392eb2c0d4ebf" /><Relationship Type="http://schemas.openxmlformats.org/officeDocument/2006/relationships/notesSlide" Target="/ppt/notesSlides/notesSlide5.xml" Id="R3bb10891b45146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69e03e67947d4" /><Relationship Type="http://schemas.openxmlformats.org/officeDocument/2006/relationships/image" Target="/ppt/media/image10.png" Id="R7931b030767c4370" /><Relationship Type="http://schemas.openxmlformats.org/officeDocument/2006/relationships/image" Target="/ppt/media/image11.png" Id="R47380089b45347e0" /><Relationship Type="http://schemas.openxmlformats.org/officeDocument/2006/relationships/image" Target="/ppt/media/image4.svg" Id="R53b1cb24942744fe" /><Relationship Type="http://schemas.openxmlformats.org/officeDocument/2006/relationships/notesSlide" Target="/ppt/notesSlides/notesSlide6.xml" Id="R91fb5b76258445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04dd5db5b0413e" /><Relationship Type="http://schemas.openxmlformats.org/officeDocument/2006/relationships/image" Target="/ppt/media/image12.png" Id="R516131ec6bcb4613" /><Relationship Type="http://schemas.openxmlformats.org/officeDocument/2006/relationships/image" Target="/ppt/media/image13.png" Id="Rb21a923274fb4d42" /><Relationship Type="http://schemas.openxmlformats.org/officeDocument/2006/relationships/image" Target="/ppt/media/image5.svg" Id="R2697bb84b2bc4636" /><Relationship Type="http://schemas.openxmlformats.org/officeDocument/2006/relationships/notesSlide" Target="/ppt/notesSlides/notesSlide7.xml" Id="R0b883ec9249649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6868cbacdd4f5e" /><Relationship Type="http://schemas.openxmlformats.org/officeDocument/2006/relationships/image" Target="/ppt/media/image14.png" Id="Rb0d706cac35c4e32" /><Relationship Type="http://schemas.openxmlformats.org/officeDocument/2006/relationships/image" Target="/ppt/media/image15.png" Id="Rd9609d6eaa5544f4" /><Relationship Type="http://schemas.openxmlformats.org/officeDocument/2006/relationships/image" Target="/ppt/media/image6.svg" Id="R4291d41a4bc145d5" /><Relationship Type="http://schemas.openxmlformats.org/officeDocument/2006/relationships/notesSlide" Target="/ppt/notesSlides/notesSlide8.xml" Id="R51e08be8d6b94b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52c305caf4834" /><Relationship Type="http://schemas.openxmlformats.org/officeDocument/2006/relationships/image" Target="/ppt/media/image16.png" Id="R09f7cffe95a64992" /><Relationship Type="http://schemas.openxmlformats.org/officeDocument/2006/relationships/notesSlide" Target="/ppt/notesSlides/notesSlide9.xml" Id="R6e053425897745a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524a078344c94" /><Relationship Type="http://schemas.openxmlformats.org/officeDocument/2006/relationships/image" Target="/ppt/media/image17.png" Id="R335de6c2761a40d9" /><Relationship Type="http://schemas.openxmlformats.org/officeDocument/2006/relationships/notesSlide" Target="/ppt/notesSlides/notesSlide10.xml" Id="Rc487b9cd382a4e3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9732a5c85a44ac" /><Relationship Type="http://schemas.openxmlformats.org/officeDocument/2006/relationships/image" Target="/ppt/media/image18.png" Id="R3b52442b9f144d74" /><Relationship Type="http://schemas.openxmlformats.org/officeDocument/2006/relationships/notesSlide" Target="/ppt/notesSlides/notesSlide11.xml" Id="R4818882f3b77420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b288cc51d4672" /><Relationship Type="http://schemas.openxmlformats.org/officeDocument/2006/relationships/image" Target="/ppt/media/image19.png" Id="R651b690dc256467b" /><Relationship Type="http://schemas.openxmlformats.org/officeDocument/2006/relationships/notesSlide" Target="/ppt/notesSlides/notesSlide12.xml" Id="Re919bd69c947470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3067f64ce743e5" /><Relationship Type="http://schemas.openxmlformats.org/officeDocument/2006/relationships/image" Target="/ppt/media/image20.png" Id="R973ce44843584326" /><Relationship Type="http://schemas.openxmlformats.org/officeDocument/2006/relationships/notesSlide" Target="/ppt/notesSlides/notesSlide13.xml" Id="Re31e8e01963f478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6d4989a48049e6" /><Relationship Type="http://schemas.openxmlformats.org/officeDocument/2006/relationships/image" Target="/ppt/media/image21.png" Id="R836de80c883f4d6e" /><Relationship Type="http://schemas.openxmlformats.org/officeDocument/2006/relationships/notesSlide" Target="/ppt/notesSlides/notesSlide14.xml" Id="R7be3bf5dbd2749c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90fff883047dd" /><Relationship Type="http://schemas.openxmlformats.org/officeDocument/2006/relationships/image" Target="/ppt/media/image22.png" Id="R6fb2a9812c47426e" /><Relationship Type="http://schemas.openxmlformats.org/officeDocument/2006/relationships/image" Target="/ppt/media/image23.png" Id="R22326723657c42fb" /><Relationship Type="http://schemas.openxmlformats.org/officeDocument/2006/relationships/notesSlide" Target="/ppt/notesSlides/notesSlide15.xml" Id="R98f95053c9f142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EBE702-A1C3-412F-9D85-381B0F40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FB4BDF-9F8C-4463-A84C-DF322B65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178FC-67DD-4AE4-A409-DDF7E971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3f0ac745d4428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B1247-F247-47E4-A467-D4C2F7C8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5EE241-FB8D-421F-A413-DE73E692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df5a1c92a9456a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F87599-B6D1-4A93-9D2E-DBCFC8CE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BF8F3-67FB-48B6-BF19-445BDEA8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B916C7-DDCB-4714-ACF9-302DB908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B3E49-82FF-4C4E-9274-EE173FA1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81493F-0F9A-4011-9185-72AAA946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DDF3A3-DA5A-4C0D-8CAB-F46381C9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D3675-D560-454E-A4F9-7F67E65C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412B70-ECD3-4712-BCE5-D14B6839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6B3718-1761-420C-B3A5-CCD854BD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2667029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CD4841-41EE-4AF9-B34D-4049837A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20891-95E0-4FA4-80CD-DA8BD9CB1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CE096-BAE3-48F7-9AE8-C28D8153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5E7B7-0040-4334-838C-A1FF1FA9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DB3039-4F62-454D-84A2-7CCA0390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f10264bd8c4aa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1B19EA-9D27-4D4B-B792-C1E59825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6ABD77-6EE2-4B39-B04E-888C1394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1BB6C2-02F6-4823-9108-57AC9912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A7E822-D12B-4E3C-A71B-4F0E8CAB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27E1F5-6523-4B99-8A60-5858947F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8E7D7C-3D7F-4365-BA09-48153FF2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0756D8-D8D3-4D00-9EF7-5B50067C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D87157-7040-435D-9701-E5BE9C9D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E286CC-6547-4453-8B07-B5990820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232947-7A57-47F3-B72A-7940858E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EC4D37-20A3-4D5D-B6D1-9C8C7E78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DBE1C6-E78F-4A9D-9AE1-AA6549BD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67EEA2-5F45-4286-A198-B6B309A5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36B33E-7759-4A94-B096-7B80858E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DCAF42-E6D4-47EE-9E9A-3C09D5C09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447834-BA1F-4C7F-95F3-ABD95580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4540F1-CC4F-4CE1-9679-F9C93E7D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F03EC0-CCA2-4378-976F-E3080A44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946D9D-C639-4C9E-8F63-31085575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E24BC4-9151-45E8-99FD-9C4802FA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D1E189-1D1C-4B5A-B68B-2DC9BC28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300E4F-872E-4639-9F3F-E9F326A4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05C94C-3AA8-46BC-A780-C549C3AC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E3B7D2-CB54-4FC2-8456-256302E5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97E9D3-9672-4E0F-A877-08DFD3A8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699D5C-9455-4B1D-AFA1-A1E8A022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2B56B1-80CB-4D64-9D8D-FFE0D1FE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D42EB9-D930-4F7E-AA35-726D91CF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B035F3-4342-4571-8A79-9EC49537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9AABFB-DEB2-49D3-ABBA-752E04D0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98A06E-EDA2-4DC0-A486-5F32D304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200DFD-210B-465D-AD12-4527C08A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BBCF1C0-A79B-4C22-8400-F4679689E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DD43E2-0470-4040-8DBD-0069DB52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B926E55-EFF7-4374-AB77-E3A4B6BE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3338414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7DC6F19-326F-4E13-8599-377B31A9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B0520B-59C1-4C42-93FF-7B47F50B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D0F7C9-A4E9-4834-BC7B-1F80D1D4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4A9830-F905-464B-B84D-8A00FF49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8C0757-3901-4024-B373-C084773F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89b6560d4243c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D01DA-3C77-43AB-ACAF-24499255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DD65D-5342-4D03-AA3F-503B18F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EAD3B2-4874-4A77-8AF5-2C4CFBE7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71EB17-B67A-492B-91AE-6F56997C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FAF6B6-1E8F-477D-9B3A-D9F79AA7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472D0E-C82F-4F64-BECA-524FB481F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E1B6E5-4991-4401-BAC4-79CAD141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5D5522-8BA0-4651-BC43-AAA26953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D70AFA-1672-40C5-A2C2-55AA84C7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999F4A-3D5A-4D54-82B9-D6A8B3A6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85CFE8-8F67-4453-B4FC-7085E9AF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C84485-0709-4EBD-B011-198282EB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111F29-58F5-40D4-A26C-612F5FCC8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B49111-892E-45CC-99A5-594AD255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9547EA-BD58-482D-88FE-7465AD19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128147-7A4B-454E-8437-1DB90E81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707E2D-39DC-4E6F-9F58-3140072A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52511D-33C8-4341-A1C7-31BC93A9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F608A6-208A-4096-AE91-D20DDEDE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C1F2A5-827D-461F-959B-3781FCBA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627D7C-C5BC-455A-A9D1-746BA9019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283481-C042-4343-B5AC-3B12B29B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6C9321-0C5D-43E4-8194-23994F63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79244E-2A34-44E3-9623-09DA451A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AE5A29-D7FF-43D2-9D3C-5E70D8F7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CFD426-30F2-4101-A18C-D474A9775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E9AFC8-9275-4363-B8C0-59A3A0C7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F59852-67CD-42D9-B109-EBA17ABA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567F5B-97FE-4AA2-AF6E-99108905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D713DFC-1C2C-40AD-853A-D4F116CB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401C8A-7323-4555-B763-E742AE8D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866b20db34a38">
            <a:extLst>
              <a:ext uri="{96DAC541-7B7A-43D3-8B79-37D633B846F1}">
                <asvg:svgBlip xmlns:asvg="http://schemas.microsoft.com/office/drawing/2016/SVG/main" r:embed="R5edb13a1506845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D2F35E1-8EAE-4469-B3E2-37B3D82C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20B149-8955-4364-AB8D-401CF589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C6DFD61-4542-4B97-96A3-BD04ABF2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17DDFA-77FC-42FF-9FB7-ABF3C651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8F35BA9-8DB9-45CB-9F0C-4B0EBE21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C2F2ECC-9E07-43DB-94A1-AD875CE4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0ED2879-83A5-4140-AEAC-D80FDE12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0CFC2D9-9947-4F79-ABF6-1C725B45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099AE6E-2ABB-4085-AE6A-0E7D0BE1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1D69715-23DA-469D-A6C8-2754C7D8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919105E-9F36-4F27-A0CA-31A4DB0D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E374A9A-4465-4D0D-938F-C7641BFE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86D9D1-1D09-4261-85F4-33EFA66F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1F6127-AC0A-469C-AC68-4BD9FE1B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D65C233-6A39-4621-8B43-F9CC6199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7DE36C-682D-436A-8965-64ABDE04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DF56EE9-8271-4F73-AE77-FFFB28F3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6D972E-1A14-453B-AE4A-E7014339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B4C5A0-9A89-49E7-8788-8F21306D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0A0EC98-6F58-4AE4-97BB-17DECFB2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8168E8C-63A1-4159-8200-EE1697F57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6FA6E2F-15C2-489E-8655-566EBEA0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138E03B-7201-48F0-81CA-E5E3ED6E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62E5174-563A-4661-A2E1-E381F36D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8CC7882-B8B5-4AE0-82C8-06C335B6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EC40B9B-E68A-4D57-ADC6-D43EA1E8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5217678-F8DA-486B-B017-ED0DDDDD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E723955-6B25-43C4-BC00-E451AA9B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E280847-6735-40A5-8ED7-FB17C61A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F9E54B1-D5BD-4338-8E36-CBDF67F8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0808F30-8284-4BA2-9702-0B1E8598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7F522F4-D9CD-46D1-9C8D-9C31C0A4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7524240-F2A0-41E4-9271-190D3442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168E478-B3E1-4A14-AEB4-A317F46C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8D52534-DE05-4FCA-9A66-9A4D7D59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5439A9E-1F0D-44C3-8768-6531D95EC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90C1FDC-A166-4372-97C8-98EE0B32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6724510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A2EBA3-DF01-469D-B7BC-DC389FEA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9E0ECF-B308-44F1-B31A-86D92395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CFD4F-848F-42F3-9F56-F5FF865F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CDBF85-F6F0-4858-A370-F95867DE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07902F-87C4-4E50-BEDF-ACFD19E8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9f67756a2b4e9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FEC424-FDE6-4B95-A116-49E70A14A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702416-6D2A-4D15-B544-A4FAD65A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28BDC-6989-4097-A8C9-7C4F4473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EF6282-1A66-416E-A807-C4D1EDC1D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CBCFBA-9532-445A-95F8-CF2CBC672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2fbc4b35824b36">
            <a:extLst>
              <a:ext uri="{96DAC541-7B7A-43D3-8B79-37D633B846F1}">
                <asvg:svgBlip xmlns:asvg="http://schemas.microsoft.com/office/drawing/2016/SVG/main" r:embed="Rfaaf797072a441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BAEE5C-23B4-4292-8D93-184B5FD2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583D23-D6B9-4CF7-9B53-5A233E71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8B7549-2FF2-4231-A8B4-AF49294B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96194C-983E-4898-B45A-CFF43771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81A018-30D6-4F72-A13C-E6F31CB3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F79839-1008-4B9D-8FE0-A242519C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FE18F0-E3F9-4C9B-B20F-B7738FBD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C3B441-EFCA-461A-919E-D2BF5A6B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FD0D63-5C50-4A8A-8234-CDFFFB87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96D585-FCD7-4631-84BC-4A439BB6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C86E5A-ECF4-4194-ADDD-6A810FA4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92D7E3-FC65-4A26-BFF2-E7B0D0DE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A5B7B2-6108-43FC-A91A-8524C410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D860EC-8D90-433A-A87C-A850F225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8FBFF7-9F11-40A3-BC5C-FEAE3088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0F4F58-90F6-4526-86E4-5F9E127A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18CACD-F82E-40EF-A87F-A7BB793A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9270214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EB4DD0-CA62-4C89-BA54-560390DC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82E206-14F0-4146-BC8F-D67337C7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BBEC24-10C1-4C97-AB75-1618F4A2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E0708C-8895-40CA-94C7-E505D7890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1EA75E-D06B-40F4-BE03-952F54E0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3f1cb64464b8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CB6AE-87EB-478F-903B-C791F706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1A9D06-E6A0-40F1-8B69-7E4A70A4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4F32AB-445F-4FF4-BBE9-CE091C13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4E335-777A-4B04-836A-0D86FF5F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B3D3A-7D4D-4385-8B84-2D0FB2D7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2f4696ca5d4356">
            <a:extLst>
              <a:ext uri="{96DAC541-7B7A-43D3-8B79-37D633B846F1}">
                <asvg:svgBlip xmlns:asvg="http://schemas.microsoft.com/office/drawing/2016/SVG/main" r:embed="R16d392eb2c0d4eb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C1668E-1B83-4BB3-B1DE-04C49AA0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000840-A51E-4D9A-978F-49D4216A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FC245-FB42-45C1-8D2A-793ABE89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E60E9-968E-41B4-9A22-88323123C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EC534B-F692-457A-89B2-AE48D4F8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7D6537-06C5-4BF0-90C3-E16CD2B4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635E80-6E2A-4AB3-B7B1-C74EC472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FCC7C1-29F8-414A-827D-EF56CE6F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4D7720-FF24-4283-92CB-97DEB60C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E97377-903D-4B05-A6E7-672C19F9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784D16-A1D0-42EB-84DC-2934AF7B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1BEACD-1D3B-44DC-B7EB-8216788E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BE0FB5-732F-42FC-9291-14D7F810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198423-7914-4A29-B723-AC2AA7480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A5A4EF-9F3B-4402-9A29-A4CB12F9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E1276F-38B4-436F-92B3-8B575536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137F59-3036-440B-9263-65E664E9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29EDDF-17C8-4A3B-8ED0-CE3A63E8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B9AB12-39EC-443A-8B78-6D03AA54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FF33F0-C6B8-41A1-ACF1-6507CD46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8039254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1602FD-9246-4332-8BFC-6D6C2440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95077-BDED-4E88-B38E-6737EA3D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FB2D9-E98F-4C2A-AD9A-36CC0FCA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8B8A20-2E51-4157-A7A7-E574020D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64258B-AF59-462E-A6E0-18ACBBE5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31b030767c437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839EC8-91A6-45FB-9D3D-83594CFA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8EF586-42F0-4F8E-B591-127369F5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9D8B03-4BC8-4E8F-9E7A-3E8F301F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703AC7-0B4D-470F-997F-00049841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CAD6D5-83F2-4802-AC89-7EBBFEA8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380089b45347e0">
            <a:extLst>
              <a:ext uri="{96DAC541-7B7A-43D3-8B79-37D633B846F1}">
                <asvg:svgBlip xmlns:asvg="http://schemas.microsoft.com/office/drawing/2016/SVG/main" r:embed="R53b1cb24942744f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145D0-5A74-484C-896E-0A8194D1C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18983E-0FF0-4061-A5EC-9513C07B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F3F73C-1354-4BFE-AE55-F51DD78A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9F5F1-A6EA-4FA9-B139-8850D867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265D45-E044-4B61-B145-0482815E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2D52D2-FEEC-4A24-A65D-AEC05B40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FDE354-84EE-49F7-BEE4-52E18AAA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9090B9-D5F0-4950-B80C-9593E12A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192A07-5D60-453E-AAF2-2FD23109B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5E899C-F7EA-4DBC-9363-16D401E9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1E41FC-2E4E-41B2-B705-BD99C6C7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D7388B-0D85-4138-BCE8-F90B9C2C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1F8E3D-1A9E-444A-ACE9-B96E5F6E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AC74EB-80C9-4886-8C0D-8D5A69C6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9606892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F491E6-BB34-4691-AAB8-C882716D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BF820-4A88-4C52-915C-FE27FBF5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E04B1B-D9F5-473D-8093-993250B3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D238AE-A3CE-4A5A-82FC-B9986A76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224A0E-6A78-43BD-8FCA-B759C575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6131ec6bcb461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140A38-0767-4DC2-9A87-6DD14CB9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70D792-4CFB-4660-81EE-EC1665DE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3F86D7-76D9-4428-9BC5-615D649A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AEB826-75E5-4102-81AE-3878FDB5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5A57C1-5413-4C0B-A900-D3C7FBE0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1a923274fb4d42">
            <a:extLst>
              <a:ext uri="{96DAC541-7B7A-43D3-8B79-37D633B846F1}">
                <asvg:svgBlip xmlns:asvg="http://schemas.microsoft.com/office/drawing/2016/SVG/main" r:embed="R2697bb84b2bc463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6E549F-5FC1-4AA7-9CC9-FA131F69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3E5394-0208-403C-A90F-5C6EF77B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5F4D8C-889B-48BF-A7FD-76A51E39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46A030-856B-4979-B402-0651D5F3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1F250-4F7D-4072-87F6-5CBE3F2D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0CA7FE-3105-4205-A7FC-242031BD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2F5A81-D4EC-4FEE-9BA3-4B6955F7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197499-E1F8-4630-BD1A-6DC4529E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77319A-E51F-4E16-A020-BE022AAD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7C3CC0-AC30-441B-A5F4-65872AA7F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8797B9-A765-4789-A024-A8B3109C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725098-07E5-4725-A0E8-AF5E73D9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5822C3-E5C1-4203-BE5F-26AAFD72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2561CA-53FC-499E-B4FB-2C70956B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8687391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A65114-D396-4D17-BA63-57686F90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9CE855-BE75-438E-A8EE-AC9C7F8E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8F8720-3F50-456B-9623-A4E5B024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D71C6D-550F-4F0F-89F9-202CBA18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D53F8B-CB98-4E07-B745-AF912F32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d706cac35c4e3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B54DCC-E421-4790-B335-E75BE67D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7CBF8-70EF-4D54-BE9E-19833A98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672D29-5C45-44DE-9904-B26D34B8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38DB1B-1265-4CFA-B5F3-73925882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0E4C4F-D70A-4E58-8D24-A5C0170E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609d6eaa5544f4">
            <a:extLst>
              <a:ext uri="{96DAC541-7B7A-43D3-8B79-37D633B846F1}">
                <asvg:svgBlip xmlns:asvg="http://schemas.microsoft.com/office/drawing/2016/SVG/main" r:embed="R4291d41a4bc145d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62C8B1-B02D-4074-9856-554F313D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1A8456-EF55-4F67-AE14-BB6E6E65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3C9733-6617-4946-9BD8-51994CC2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DAFC90-B36E-414C-B00F-DB8EDB8E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BE0558-2004-4F14-8102-23CC19D6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C02116-5E33-4DF0-A15F-7121747A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569303-5D06-40E2-A9F0-8A1ACB5B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04DFFF-E8CE-4CCC-9C9B-F82A76B1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0DD3EF-BDEE-4C62-ADF6-8AF6830C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5C1FCB-AE7F-4102-8D2D-14092155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6B18D5-52CA-4738-BB61-2088AD77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58C2CA-14D6-4827-B0C5-33DE08AB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7EDED5-7C19-4A43-ACD7-CCAEFE22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68BC0F-D905-4DDC-A3AC-AB2301CD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9EC1AD-C7AB-4949-922D-1CC4BCCE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37FB4A-670F-4A90-A656-1B943685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4BB99B-4977-4087-8634-0461D020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17435A-23A8-44B4-892D-090550D6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8F63FD-786C-472E-AE82-F7B82029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373771-0C0C-48A9-8F6E-D29EC5BB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717427-CD6D-4612-B368-7E6CF751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20590C-D1E2-48C3-B641-54E0937C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3497616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F0893F6-3790-4421-B8E0-10BED0C7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CABE8-B5DA-4C92-8C7A-0232E2DB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C2EF6-7F6B-496F-BA18-A1A1D4C6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D89D4D-89AF-47D4-9A9F-378D5874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D0E649-3C05-4D2D-B217-A4B5016D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f7cffe95a6499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85FC71-5EAC-4313-9583-2CF9F991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73202C-9363-4E1E-A919-078A3DCB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009DFE-4358-4E6D-A81B-9202B057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DA7E5D-8999-4A5D-B782-0521B662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C20955-94BC-41FE-82C7-74C14949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0C9A10-EFA6-423E-B53A-8449084B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DEC36F-148C-49A0-AA8F-B02B503F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463601-B7F4-45D0-933A-FAB6DE79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90F64C-37A2-446E-B317-C9725EDD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D3DF71-DBDF-45E8-B039-F7C6A6D2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28C55D-D075-428E-A4B2-BADDE6ED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2DFF0A-80BB-4F27-A447-B6A5C2B7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CBC2EF-32B9-4C63-B961-CF4FB466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D2C6EB-EB93-4A12-AB5A-29151822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7AE174-AFE2-41FD-8241-B3E5932C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F4E609-998C-42D1-9105-BB5CF072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67CC7B-FF8D-44D1-ABFA-6425CE9A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2BB15F-4F3B-4BD8-91AB-B48F1508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72567C-A60F-4263-BD8B-D4928A92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FA74C5-1431-459A-955D-FD0346A7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AB8E46-CBAB-4152-8B54-E3174FB6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62CBFA-5ED3-455B-8AF8-E714D902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6E8B4D-8E34-4BFE-9193-916CDD31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6149AC-4610-4A22-A9F9-F50D28A3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8E7CF2-8D7A-4718-9890-5F064692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9B26AF-8208-4B51-A2A1-7500AE01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C9C979-50AD-4030-8B1E-6AC3ADA4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5508D3-9C7F-4A53-9C85-BEA27B45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4E9764-1BA2-4A19-B033-60525E36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0DFFF2-84B2-42B0-874A-1CEE10A3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3658820-05EB-4643-BF2C-C47AD66C5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E2AED4-2648-478F-B522-E7F2570F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ED9A74-7265-459D-AA33-C8898A09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EDA16C-EFCB-4C5B-A5AD-EAF15011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18367C-D406-427C-B998-9270440D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7FEA8BE-0814-4FBC-8B29-AD06F1B6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554371-CA11-44A1-A153-D4D86BF9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45AC859-B6CB-4E56-B40D-A6D1AC08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42BDE32-6D63-4E28-914D-A8AE4CA8A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4AE2965-FC42-48E5-B68D-B36FD9A3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4BB1974-B409-4970-B1E2-846224EE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E50F5FA-621B-431C-AD2E-C98D1240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6282F4-D389-4E09-9AFC-1DE3A1B7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60DD736-859F-4AAD-8417-ED12A62E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1A0510-00E5-4D44-8990-CB5BFECE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6E3F5E6-6274-4CCE-BE21-49BAA2E70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4D58980-F03F-45FD-A6FF-4E5DAD44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8C15CF2-A34E-49C4-9616-80AF027D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F49F5B2-AC02-41AF-ABA8-B9C638F5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2EBE74F-1750-45A3-8BFF-53276F7B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82EF904-7F68-4054-A257-9370201E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0C87849-4510-4E8A-A377-B870CD9A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88296EE-79EE-407C-969F-638112AA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3990A1F-A4B5-493C-AEDA-6AF9EFCD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D8528BD-3880-4D49-A09E-3CF6325A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DBDEB50-BF90-4E38-BA37-8E7FEEBC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C7753A7-6389-46FD-88FF-2DF55E74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F0C44B-4570-43AC-B501-380DE93D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5796CE3-F0F7-4F53-ADA6-5B4E2E61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728759C-43EA-4456-9750-48AF1DF6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4910BF2-3C86-4485-B3FB-8FBF872E9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FE66C99-E7A7-4D4C-A69B-58DDFE62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064EDB1-1F6B-41E0-AC42-D291A324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92D2C7B-33FB-41D5-BCC0-63AA7139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6148176-80C4-499C-9FAE-72BE912D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5F1D56A-D954-488C-A19B-145286D4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458FBA3-01D8-4168-898F-31A523677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B3DDB52-0F6E-4C7A-895C-BF751502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0FBE293-095F-4DA6-B2BA-F25EB16C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669DA1E-1D7E-4E18-918B-FD72FCA9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9AE0B51-A9CB-4733-B593-4F3ED07E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F03A315-46AC-4C30-89EB-F32A8EA9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B2C26CE-CC26-400B-B565-92FA9E7F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F2398B6-C431-41D2-ABAA-CF22E9C8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CF0A33C-8AD6-442E-9451-69944D47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5EA677B-6FEC-41F6-93E9-26B37790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5770F60-0E9D-4997-A366-483C9F25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177F8A8-F77C-4079-A96D-71467631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AA07385-C08F-4C2D-8FE1-0BE109F1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DFA8388-4D6B-45C3-BB35-46C9ED9C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4F0C3E3-9B5F-4DEA-9870-FAB19384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BC7A039-D83A-4894-A5DC-1C252EA3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527BE15-8314-4A1F-BB32-E311E176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9063D4B-4CD8-4F91-814D-45D33049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2678447-51D5-47A2-9953-7B612ED3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1E8B18E-B249-4949-99EC-221EDC2B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C38B2A2-F6CC-44A9-A7D4-D84664D5E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CB72F0C-9EBB-434B-9934-DB868CCA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27D51A7-A7CA-4F07-8236-7D02830D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A546D8C-9B54-4D17-B5D6-EF9639F9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0D132AC-E121-45C2-9200-A7C3CA9C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EB43516-B051-49BB-B913-E120412D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B064F77-3506-47B3-8F60-CBC93ABD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34665E5-4465-42C6-A8A4-04D239D3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4C1EBC5-E6FE-4ADD-9099-533D04AD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2841656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ADFBD0C-D498-49C0-A588-74A0AA2F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29E8F5-A736-4518-A05C-687AC36F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98F02E-AC79-4A41-9F8D-61044F90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8C4727-E7AE-42F2-A70E-D3B0AE80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0CD85-2AD0-4037-8AE8-36B06E47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5de6c2761a40d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8EB2BB-4D3E-4822-87AD-0FBD0F55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1A7110-E6CE-4194-B10B-44667D2D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E653F-523A-424A-BC40-DE5C6899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F5ED1F-9DD4-4DC5-A589-AC30B94D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799F17-299A-429D-BC18-DE702343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0747A6-4667-4AE2-9978-E062DD2D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120F9C-7339-4F7B-B03C-F41F69CE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60521F-01E3-4C46-B825-769224DF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B384C5-46BC-4DAE-ABB3-4E8C7FBB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C79D93-FFCF-4C52-9D7C-30E36246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0E4BE6-0A88-4F56-9DC0-9F23E1EB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57E7CF-4FA6-4A52-8366-1B56CB87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1C2240-0E62-445A-8FBF-EC0C4D9C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C3846F-5E2D-4A72-9FC0-18B82498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CF283A-FAAA-4CAA-A66F-B250607A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E4CBD9-BE90-4087-BD6A-EE422CF3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6A6CB0-5AC1-4D9C-8191-853A3B1F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4D40F0-E83D-42EF-8842-F67CC2AF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0C8DF9-7881-4DF0-9B79-A588E9C3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560573-7A29-45D2-874D-7911DC75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E8289E-9BD7-4338-8003-48EF1207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72487C-0C6E-431F-936A-20B42440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1B3A5A-043F-4AFA-828F-02CAA895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419706-13B9-4BA2-970E-17C8E896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E7557F-B11F-47A6-875C-49DB22B4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FC96E69-E0B8-4BC1-B0C2-4808D3E8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693E2B-1661-4D57-897E-0E047788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ED3780-C115-4DBC-94D9-FBF855C4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86E2552-1DF0-4881-A522-2B2F359F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6F3525-DD57-4F10-A6F9-42931E3C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8422EB-7C84-4A2C-A7A1-D1041C3C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D4B0D8-66BA-4780-B810-C0408092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A4F8E49-4747-4CF7-83F4-F236CAFA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C3BF29-D39F-4D1F-A901-D7B73776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E0A090-C170-45A5-8E7D-9452884B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3900CA7-D87E-44CD-8A63-EE2AD2CF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5D3B80-06FC-4465-BA88-2F2D4EB2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B6524EF-6F06-4EF3-B259-1CF1E8EB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241B86D-A3DA-4689-B964-08659982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5B441F-CBCE-4C66-A81B-5DA58843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9BDFA80-F2B4-487B-9FA6-715F8F38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BC2FE6F-034C-4C4B-8AC8-F91F6331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1850EC-5CFC-4D2B-B6F7-33CBCF04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C64D1C-3624-46FD-AA9B-B2343A04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52CE0A-CF80-49A9-9DCF-3EA22674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2373E71-5976-4D01-9FC4-98E20358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6BE6C5A-2E93-4190-B09B-00B71CA1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7BD3036-3DBA-4BDA-B7BF-54959B2D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D143A7E-7DC0-4A2C-B3DE-A430FA7B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B6E68F-BB3A-4485-9998-91C77CF7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ACBF599-7DC3-4C2F-9696-A26E57C1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1CE096E-2B6C-4455-B1B9-4C84A6BE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2DE8B04-78BB-4DA8-9CCD-B086338B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F1EBC25-B661-4799-BB44-9C7D7F6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CDC340E-2C2F-4FC6-BCF4-B22339D7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EAFCFEB-3E3F-4694-8018-99799034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41074B9-1282-4925-B99C-A0275515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0A80BEA-99F8-48DD-B076-A45AF7D1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40DB483-7587-4F68-AD7D-8BC01505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093B92A-76EC-43BE-A426-E0D3D268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DABC39D-5904-4660-8A74-9B0E7002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5BEB837-2D55-4A76-B000-18A896FC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8258BC3-D9BA-44AB-A40E-877F6FC92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A3F9C9D-3A59-4D2B-A365-2B65EF7F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C46196E-9CF3-4858-842A-6BA11410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D63E89F-9CFC-4656-8FA9-4C1D88C6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FE7E242-F4B2-4636-A7E1-1B52B8D3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22C1426-D581-4BB7-9B0A-06874661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78A188A-C124-49FB-8F20-20A9AAE5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F46930E-BE91-4E7D-B61C-DBA007FC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AC43E0E-2FD9-43FC-AB6D-223C33E0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7B01B85-67C6-4C83-BAAF-4FFF63F9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8A885FA-38C3-4F58-9158-5A0EB628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12FC90B-EDA5-4139-ACC3-EE009BE4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944E596-96F0-440B-AB7F-CB8BC956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B123FB1-C721-4ED8-BD67-A5524252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F40532E-E9A4-4BA6-B42F-BF6A7092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A08798D-94BD-4E9A-9C01-B4411B4D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5211B3B-F50F-4620-8E59-301E329E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579DE3B-A1AF-4B8E-8793-146B8978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12C39F9-83BE-4D88-BC0C-3A969B7F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754B6E0-54B1-44CF-A3DD-1290BDA4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2D47BA3-BCDA-412A-80E9-4C1C7384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B0E8AFC-187F-432D-8062-1769A7A3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9BE4753-FE12-44FD-B85C-4538171C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83A24FC-9E6D-4A2A-96CE-673288AB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7421CC9-F738-4ADF-B72F-75E2BD28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898537E-8F73-4B9A-B70E-50563531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978DB92-2D7B-4006-BE7D-EBFEFA68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D4DE349-B4E7-4901-A3BE-EA3883AD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1ABCBA6-368D-418D-8098-1EE5B325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30908F2-394C-42F2-AC1B-00551FC8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FC3783F-0D49-4BAF-9CF9-E2F8CE89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9EB33C6-13E1-4E76-BF5A-AED66B2C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F84DCFF-2655-4DC7-9F04-AE9EDACA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A7A83C4-FC90-4006-9ED1-ECABF504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21009957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58A11E9-D2FC-4802-AB4A-00CC5166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35D92-1BDA-4930-88DD-0683425C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8F91C6-EF56-4889-B909-D49DB7A4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621C92-9D9F-4132-BA07-CA1057FE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AC619-CBD2-4B73-B17E-7432B2FC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52442b9f144d7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D4228A-95E8-4570-B847-35C2A62D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33E980-DAAA-42C0-98EF-1055FAF1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22B565-FD01-4270-AFE7-D8457116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AE8D55-B966-470A-85A8-A1D7DF12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313DF9-A570-4979-A784-A5BA78BF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45B96A-7E8E-4794-8882-B61A55AB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3CD452-DB4D-4DC2-8B90-EEDD6CFA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7A804-D2E0-4DCD-A83F-248EEAB9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6C19D0-8F58-495B-9FB4-E63493C8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953A71-AF54-491B-B7EB-5D6BD612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02B3DB-9413-4F2B-B884-22543C19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A3C22D-2A75-4787-95F9-E20765F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F8487A-8011-4CC6-A367-889BA4C3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4CB39D-75C6-4D21-B4FE-93A7F868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7D0358-9087-4CA6-B0AE-B9A30EE6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62F2D0-5909-45D8-B7DB-BB9BE6B8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64FE4B-9ADA-4B54-A99E-F00334DA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A99717-FFF2-4F9F-800C-B68EC71C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6BB25F-FF02-4D92-962F-CD118E5C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A6D299-6872-43D6-8D26-EB3FB7754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375875-4774-4D5F-8CCA-A24FC366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41515B-6D26-421E-91DB-7084591F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72CD09-A530-4B5F-886E-5D173405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7D629A-762D-4E3B-AB0E-1E3BF126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F6251A-FE3E-4D2B-B762-84D45140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100D3B-F93C-4B16-BC4F-40C0CE4E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3B662D-A1A5-4955-97B7-FD2E4A7D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B684FC-63A7-48FA-8FEE-5F67303B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53D096-E9E2-4082-AB1A-D27C8D26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D5551B-D7A6-453F-83AB-A506BAA0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F1D857-0550-46C8-B240-479840DE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98CF3DE-1C45-4824-9319-059C7F25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90A39B-1F82-47B1-9390-C9EE5F78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702E4F0-333A-440A-B32D-5F63F60A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43C1C1-D175-44EE-BDB6-2CBB1E35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83AA6F-8840-44C2-8CD3-092AF6FFE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BC7A881-324A-4C1E-9227-1266F6CD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21F443-9108-4C80-AF21-33BF37B5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C26BF6B-BD00-44BD-90A8-9CDE13DD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01CF0B-D1C4-4546-858E-145A1E14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5DF454-18C0-449C-875E-13E55E5D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6F1AFEC-9473-4A67-9221-4E5480FE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FB2D118-80DD-45F3-B7B7-4EF7292E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BE56CE4-53CC-4548-B24C-BA9EB674A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5E856EA-AEB3-4888-ADDB-4B6EBFE0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56A05EE-2048-4A0A-807B-E5487BE6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670FC84-D3C1-415F-93DC-3F55BDA9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09D54FF-069E-4520-8FC4-4A77BF4E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4C2A28E-9D5F-473F-8FDD-DDEA5918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81BE763-D3DF-494C-ACAC-E802D068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78DD830-9E0F-4D04-9497-4BC6B39C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13D2120-4128-43E4-9D4E-22792D0DE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4F9118A-58FB-44F8-B506-7260CACA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35F2F3A-EBB4-4B71-BC5D-A018FD1C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39B2333-F2A5-4035-B9DA-ED273EB6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547B715-5EDC-47AA-858C-227D9071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FD55C6E-3A7D-4AC5-BE5D-2CEE4F08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0ABF142-2712-449B-9620-7CCAA5A2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E1E8D96-C126-4F8A-963E-0BB11E16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804990B-CB9E-46E5-8292-E0C7BC69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1F8A315-5153-475A-8ACE-9C065BF8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FFCF5F3-4EFC-4731-B10E-4AB49EA7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2B04396-0126-4ACC-A7A3-A71B6ADF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2761B79-2EED-4204-86A9-7A68E562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98863A2-2E89-4593-9FD6-3150631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9B1884F-6770-477B-8BB8-3574FB36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35C6E0D-ED98-45A4-91C7-98D4AE1C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6158C3B-FF4F-4813-A40B-D227D696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0FC206A-097E-4DF2-8BB2-72000143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B9A9D49-1A18-4355-ABFF-5EACE200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1CD24D9-8811-4165-A67B-E61A0FBE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4DB5450-C71E-418F-8225-C7436BE8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3DF7F50-8BBC-45D0-B8AE-439C321D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16C0492-373D-4F93-8B56-280ED78E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8388204-41FB-45E2-88D4-BE440D9A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8158AEF-445C-44F5-A2A6-C68CA2B8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9A7A91D-466A-4206-86D1-8EF2D63C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F1C6DD2-F837-4889-8D86-96C70DC5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BC7BE31-F007-4CE3-9763-529C9F8A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7EA259E-7B79-4790-8867-FDA002C3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6FE7FC7-7776-4CE6-AF89-58B27366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A902279-0290-4373-AB56-9781564F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214D4D4-3EA0-4D43-82DC-3B6E9B92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4A6063F-36F8-4286-9AED-D967EEB0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648E5F6-FE61-4631-98E4-6AA2EE0F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7E9D936-55F0-4373-89E4-9A99AB14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B0ED972-404D-4913-8930-03619EBD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F74C343-54F0-4218-A2FA-5BFBE977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0877BCC-4423-42D4-8FDA-12E84709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82977DB-0E75-42F2-9E4E-B4701717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8CFEB18-5DD1-4675-8A68-DCDE6F63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202501953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31D5BE5-29D4-4C56-A607-985568E5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AA6B39-31DD-404D-BB80-DA08837D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0B11CD-A849-48B3-86AB-AD840C2B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9EF745-D4F1-4923-8016-0ABA3B9A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E32F87-C2C5-459E-AB6D-BB79D5B5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1b690dc256467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B0F806-7947-4319-AEB6-97C14A2E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3005C-4A12-4B4C-B30F-028A5CBD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682D78-C199-4BC7-97CA-03D8F42B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C9D775-CF6B-4747-A43F-E5901CEC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0A465D-66AF-419B-8DE6-54D52AAD3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761DD8-E3D7-41D6-B672-6BDB2E38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38A929-44F8-4380-97A9-671A0E00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55D44D-73B4-4407-8628-5D888B21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FDDD9E-DC1F-4575-B683-9319EAEC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A7C87B-7CE9-46E4-B7B0-F46209F4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678BB6-6221-4032-826C-AC0362C4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F479EE-2CB3-4317-8EE4-B67EE9C3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49F55B-9AC5-4BDD-8619-F0C0FABE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2AEF8D-2DD3-4E39-8A58-BD74AAE9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1F2538-C3E7-4151-8EE6-B7D51475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531FE7-5AAC-43E9-BEC0-AC48794C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D133E4-3B42-4886-926A-5118D2FF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449676-D440-42E6-845B-1F510F2D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476042-E98F-4D6F-8B78-763FC3019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38B483-1154-44B3-8646-2F38201C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1DCB5A-62BA-4FEA-B703-115E1E05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D49909-5E0F-4A34-BC0D-FDEC2007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801207-1A13-4459-A29F-46546E15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0D2C6E-A891-45BC-A0E9-66E40DE2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34C7B9-B75F-4751-8D15-A4465F27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516538-E5C5-4F53-B0CA-AF3AB2328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728E79-70FF-4088-BE4D-E0E4C98C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33D2487-17B2-4FCC-A793-33673B4C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45EC6C-B0D2-401A-BD3B-D26A653D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2E9CC1-CB47-4E8B-BD4F-4E481A50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F2DEF5-D45E-4DE3-9059-40B61BB2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F98E1FA-BBFC-4345-8667-FB24A159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AED92B-C4B0-4195-8636-0CE114A2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62639F6-D4D6-4F1F-989D-186B3C703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16C4D2-7BAB-4FD6-B05F-86BDE65E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6359135-DC51-4DED-9BC8-D0650AA1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E92AB9-2774-42C7-B75D-CBDB6C38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CD661BD-1923-4EB0-93E4-B14BD98E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67DCB3E-22F2-44DC-BAD8-85025C39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01834E2-2E27-47E2-8431-946B6F61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393849A-B321-404E-823A-DE7704B1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4B88692-2DA6-4580-BCA7-9D5ECFA1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9CA0383-A767-4ED8-A208-9C273ACB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3DFC6FD-F542-4370-8185-23ECECAF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729484C-C45C-48E7-8B58-8A80F6CA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2367DE1-0547-4EBA-BD68-80914C90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5A42122-8A4D-42A7-8567-D5E6D9FD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F800909-48E9-43BB-B15E-FD75589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9EBAE4D-EA9F-409A-89A8-56A5774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B0DA676-C47D-466B-8F4B-24302135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4BEA847-E9B3-4261-AEAC-C36434E0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C729455-AADC-421F-9099-A961F51D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F755B1C-52FE-4425-B794-8EEED924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48498DB-E2A6-427A-B27B-C4FB56AB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6236433-101F-4FD7-8B7A-7E3055CC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10BF8D7-D663-4432-B113-B93FC76D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937089E-8EA2-4E5A-8561-A51F6656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98E9473-C0C6-471F-8047-C2F5E7D9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0A46A37-C7B8-4972-A5E1-A48DDB22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790D732-9444-45ED-B0CA-C392EE89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6702D7D-DF3E-4D38-96F3-96D4AB0BE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51CA3C7-6192-495A-BC95-8714A5C1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3375039-4F40-468D-BB71-1027D4C6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3DD9F42-A05C-4DB0-B756-27233BEE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0BC4535-367D-491D-A07E-6B33346E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FADE856-7416-47C0-B29D-B870F35D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2CBD148-02B8-4B72-A012-FC1DF045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651EFC1-A253-48FF-8BCA-A6FD79D8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C4BADA1-9DAE-42C6-B8E3-8E3639A8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E9F001B-4ED9-4F16-8F25-938328CD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8FEB215-750A-4BFF-A91D-C0D02CF5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F0CFCFC-2B59-4AF8-AB01-B74231C3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11818DB-813A-4CD1-98C3-B25EDFE9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7E8007F-BD04-436F-8AE9-DC40F9D3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35D2E3B-D4D6-4B10-B7FB-15285F0A0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D042833-4ED8-4AD6-BE64-D6BC5CE3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5BC296D-880A-4B50-BEFE-0FFD943B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68DA52C-85A8-47BA-A2C7-1B8A097C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890A4AF-5A8F-42F6-AA3A-01238F6A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ACD8D76-0F16-47C2-BD12-7182F54F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353D4FB-4650-43AE-B5FB-D37417CB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3584E9E-CD3D-476F-A37F-BC40DEEA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6A03CCB-814A-4FF3-8C74-F61175D5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8ECE7B5-9B4A-47AC-948B-95EC033D1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789A5C6-BB3D-48F3-8F2A-5391F2D9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0A54973-0C1F-45E6-A8B7-896C21DA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2E76993-812F-4035-A345-077B949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043A2D5-1FE4-47C9-BE00-ED507345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3E82FBA-B0C1-4C41-9B5A-E96C680E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F7B1C84-683E-4727-B912-8BB9C93F8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0AAC5E5-3FEE-4EFB-BA97-086A546F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492DFEE-7608-4FA6-9C70-2C5513C7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A30B8E4-E2BD-46DD-B009-93560FB9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79DD8ED-B65F-4698-AF1D-65049AED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0CCE297-0369-42B8-8A36-CD5E90DC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9768447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1919F72-A5D6-4DD9-804D-4CB36E50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B99433-DCA6-4FEE-BF10-7D1CBF08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EBF61C-F233-4592-A35C-615E9B29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E50AA1-AA57-486D-8269-915D575A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3F1308-3309-43D1-A92F-11F6EE03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3ce4484358432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384089-6BF0-4A35-8DA9-39B6A5A7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2243DF-3144-4357-A688-2A9CFB5F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4DE7EE-24C6-42E6-B71B-9FBBB674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E2558-ACC7-464E-BC43-4A46AD8E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2D2792-59CB-44DE-9630-93B2C772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404E95-31AC-44A4-BAFB-C2AC977B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3C0A5B-FF68-4FE3-BC70-870CA328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D04F8E-BC83-4757-8EC2-1504D540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A8DE13-BDD6-4AA1-901C-0C754067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565DA8-9BC9-408F-BA19-2A20064A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D6C9CA-ED94-4345-AB02-372A66FE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18C9D-6D44-456D-A104-58DEA386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B133F5-D40C-430F-B734-89EF8250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021FEC-9068-4A4F-BB7A-DA526292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6780C5-8C03-474D-A600-2B25C8A3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1BAA00-799D-44D0-8AE9-08156360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3793D8-59EF-4234-8100-4A57CD4D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A4F4AD-E179-4757-9B88-0C30B5E5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3CFDDE-CA0A-428A-A220-E62E2BFB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98F678-35EF-497E-863C-9B590E1D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6B3D04-8D0C-41E2-BD05-BAE963B5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337F99-5E10-4412-B46A-036D1AC2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6DB610-8289-47D1-9F39-6A2A42F4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C4B318-9C4F-4101-83CC-77850711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E97856-C16B-4500-88AA-64969F22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7E8692-F1E1-4F6B-B69C-BA2E1DD8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3A1BD1-3FF2-42AA-8945-FAB5B782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24FB88-5C8E-4A6B-B916-B6C32C5C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01BE7D-55AD-4CFF-93FF-D7BCFBD7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263D05-FACE-45C9-949C-F33A5CD7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DB5784-B4B9-4D45-BCA6-2D391C13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CE2C4D3-54C4-49A4-AADB-848CCCB4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32CA38B-95FC-4864-BA6F-A7DAD0E6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48F6FB-CBDA-48AC-A2F6-C3E4C59D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09A91BC-569E-46B8-8F90-51624B00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42A86CD-D233-4AD3-9BFE-BCACF22A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11B811-8248-45E0-92B2-F6FE461D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875F78-A520-4437-A233-69C682F0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E0A6FC9-406F-4144-8E0F-37EB4512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8D6A9-8078-42DD-9376-FE27E776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A08E192-B564-42EF-A998-92AEF787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5C2BB4D-554A-4A4D-B036-5E4CB5F2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2D3345D-30BB-46CD-88DE-F554FA43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76242FA-C15C-4CDB-8EB7-58F33FD6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957371D-4C95-4AAD-A1F0-6630661E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58E7F68-84D8-4DE9-88AB-9818E729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8EE80B8-80A6-4D98-BA31-939BB5F2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D315649-1624-4410-A600-E64CD9A50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314F5D2-C940-448E-8AAF-B9AADA94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A8100EE-827C-40B2-A529-7B14AA32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FAF3DCB-ACCE-456A-86DE-28DB1F6B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CF73E02-112E-4047-8CB5-C99AA4A0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2D63D85-0AFD-4AB4-A251-E69D9731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D52A353-5D7C-421D-B71A-F3571EBF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0097992-43B9-4501-BE42-AD4402F6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0C34EE3-1E7B-4B4D-9769-851C94A6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175FDBA-6A34-4D0D-B2A4-CA62C9AD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925A5A1-337E-4680-92EF-B3564EFF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84B047E-ACAC-470A-8057-233ADE38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DC827D2-A5E0-42A8-8471-9FA785BF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B453E3-A48F-44C4-A179-4AE55431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6B1A17B-1F46-441F-81A2-C6231D647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FDA55D2-FB2F-4397-9EF8-4F251D2E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FA20185-711B-46E5-B73E-D9E580DF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907D64D-59C7-4B46-A5BC-30F3B287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C457C7D-3996-44C4-9B51-BDDE999E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9615877-D448-4D98-A190-6A16E984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238E324-7EFC-4A65-B60C-D6EF0C0B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3A12719-CC88-41F6-B87F-9F059E6F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55D4A6F-010F-4B31-800B-D837C981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A41F7B4-1DE4-4F00-999B-64DF582F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64B9EEC-D0C7-4EA2-877D-F7ADD333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422D9CF-6402-4BFA-8CBC-A10C52F7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16F5AC0-234B-47BB-BEE9-B4A0B132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AD6AE47-EDDB-4E20-AFB2-473A0535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BDB4A83-3FA1-4C94-AA0D-7469B994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D22F411-5D3A-415B-A14F-CD611FC7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ECA6B8D-7ECC-456E-A179-E8670FA4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0AF1509-62DD-42C7-8D2A-157280C1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6830B48-5061-4D73-BF45-1C1A0F50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772625B-B02E-4B48-AA24-492DCD1F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626D3F4-439D-4079-9FA6-02959AA2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21B71C4-3598-40D0-B1F5-1B714275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D643070-D32F-4B32-BE73-C8FBA76B8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5FCF6C6-96E3-45F6-9CE5-948835A2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A89E8EC-229A-46A9-910C-13ADF6B1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73E9AF8-7CCC-4419-A1FE-E7E6C1F5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0DFD4AC-3562-4270-8017-C049B97C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21BC9CD-F8CF-4CF2-8355-BC352948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20238553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23CD643-C6C3-4E77-B6A1-2209206A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2E7CFC-C1C0-43E0-84E4-7628A5EB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E8C3E-6958-4959-9ACB-14CD1D98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C2CB84-A1D8-4657-8332-5BD9B104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07401-0EC1-4B31-8AF6-0DBEECFF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6de80c883f4d6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3F33D3-07D0-4CBE-A7E1-68931F73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2F11D-BD15-4D52-8C6B-F26F16D0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6B239F-F62B-406F-95FC-38C4643B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578587-31CE-41A3-9396-B25D5C59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963F82-E0E6-4491-ABC1-F7BC13DD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E1AFDB-672E-4F93-8B2D-66BB9E20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370206-A62F-4D43-BA68-A25ECE2C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B08CB8-6019-49DE-84A3-915DF854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92ACF0-1A5C-4E5B-9FC8-87CB302C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BD4D8C-75EB-4B88-9FF1-5C0D2EFC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08429F-7CE1-48A0-9FF7-FAB97728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EFED05-1EC6-4F71-BED8-048C8436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265B42-C76B-46FD-B352-8CE598D3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FEB788-0DF2-4F97-BF58-9EBAEEAD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452DD8-E8C3-4EDE-84A6-0ABD4F2B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25B3E7-C482-4AA5-9BF9-9C1DC806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E4D992-3CB0-488E-B475-A354C551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0DB75E-8344-452E-952A-0841FA4B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E04428-2797-4C5C-AFCB-F5837DC9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52B30D-3286-4D00-8364-54F764C1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BD02EF-284E-4D16-A6D8-531BF133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0F3869-CF74-4A05-98AD-C463F312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A2033C-007D-4F9C-8E30-9FA2D027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AA9252-C1B5-4B0C-8672-71E56F4C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6396E9-83AD-4E82-A125-A1830E92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7655C1-8E2F-405D-9419-23C2E7BA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4EF94A-D612-41F9-B314-FF50F0BA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CD82C8-1B63-453D-9FE5-41EEE26F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662891-02B2-4F0D-8609-5E0BFFA0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5B2F05-7AED-4D33-86C1-7C2B2A83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85C980-63D6-4103-9529-05E4E1FB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90FA8C-AC9F-4126-B0CF-2253B846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37C27C-6771-4ADD-92F8-ED271C87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78F1CF-ADE4-4B23-9CEA-1E0D70E6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D77656-528A-42BA-A28F-89B74D55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688C3DA-0D1E-45C0-8424-1C0746B3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23BE50-4795-4934-AD06-21F66081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94A5B3A-7E1C-43D4-A4A8-3C19B3AE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9338C80-3668-4BFC-9FAE-8F9CF0CD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0168C63-5D67-4523-B98C-79BC0175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050516-BFFF-465E-A474-91838B05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C61399F-7A3D-4635-BF98-D15E7C8F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30DCE84-0171-4DE8-8AFA-C20B70B5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5F2AE5-8808-45A5-92A3-0B848BD8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9C24795-7A30-44CA-8CDB-586A5EDE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728FD03-6EA5-4464-88D8-82922028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79FF412-BC2D-4151-AF16-5961DBB2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9795A03-7CA6-4DA7-8BA0-BF934348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FA08576-A337-4CB2-8ACE-53D50E4E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6BDEBD2-B3E8-4890-B980-0F868EBB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7D45B03-6BE5-4F25-87C3-3A47202B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AB6E2B3-9620-4826-919A-EAB4C85F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89EEF3A-74BC-44EF-A12C-3BF91EBCB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14FB16D-A222-4A0F-9162-A6F51D2E9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4A0EC65-EBFA-4B33-A831-BE952AED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D5BBF92-49BB-4309-BDD3-3D9760952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F71754C-2B78-442B-A890-8AC1DEE4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DBE4C2C-0310-42ED-AAAE-FAA3159C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D682508-7B2C-463D-8C6A-3FCF400A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3FF22E3-BAAC-4373-98FE-72D2ED74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5BFE19C-33F6-43D4-B050-0EDDDB12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F522B52-37F0-48C1-82FE-A1AF6819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7A870A6-357D-435D-A222-19F9913F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3EEBA22-C6F9-4949-B1ED-E937BA62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BEA973B-AE7A-422F-9738-618FF83A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F85450F-D637-457D-BD77-8553BD34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01CB476-A07B-49A2-ABB1-A192A290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EB934CB-B08A-44B1-B250-59B32DAF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AE4264E-D2DD-4A6A-BAF3-7EB28C53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6E25F5C-A031-4EB2-98E3-38EDF4EB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3201B14-1D8A-4827-89DB-0EB861E9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4683461-9181-4C1D-ABD9-9E2C3C17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4E5E367-5CB7-49EB-BA33-C8C56E3D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8AFEDE1-2410-4FFC-9F2B-955BADBC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655FCB3-5AE5-4728-B46E-FEAD0349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104CF0D-7F53-4C13-B7CD-8C707A60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8E4F1CF-193E-4BEA-9B24-AEC7B9DD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129A6EC-9632-4F99-8C5A-8B017B2D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4C49D2C-998E-4603-947D-D2E4EE65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FD1E361-68AB-44C1-93D0-A8680911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9F15F48-69BA-4235-9C26-04208E28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2EC39F0-7EC1-4B16-91D4-12C7B162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47E6929-CE18-497C-8A2C-C3074321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30A93FB-44FE-49B7-BCEC-23A9BFB3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8D21631-A423-43CD-A374-A56B5CD5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AFAEF1E-4A68-4E23-84F8-19E3C0E1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D7CC881-03B9-4822-AE12-2F47E88E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DBB445E-1052-46C0-8D32-B07B8100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786ACEC-A2BD-4825-BDEF-33E9D2059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E779524-F0F4-45AC-97BC-070AB577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0F91921-181A-49FC-B2EA-B50BBDB7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60EDADC-3CC7-4539-A2EA-E17D4827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2874A3E-B862-4F3E-998C-755BA07D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043A9C5-EF3F-49B0-BA01-7F22E412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3411273-5012-4E46-A9EF-C7DB2CAD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EB91B09-3444-4C26-825C-D9E898B0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32612E5-A593-47CB-9951-DC4FE91D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708CA34-CFE4-4CC5-AFA8-18A798DD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5110492-569F-4CEE-80D3-17C6FFE0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DBD5D209-1675-4750-A45B-EA9EF79E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5A8EEB9-0D09-4337-87AA-65D94686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D9329E52-5881-43D1-80CC-E6239606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B7339AC-A072-458A-BEB8-1316229C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49ABE745-E882-4FA6-83D4-A89C3BFC2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EF9C117-697E-4510-A37D-1BDA8E3B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FCC85C36-B687-4434-A9A4-DC89D433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68D8BA8-6EFA-40FD-AA44-772C5E34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F3D3C41-061E-436A-83E2-046692D1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720A07C8-AC27-49D6-8CCC-003346F8F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411E694F-4B9D-4CC4-B66F-18EABA51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D58741DD-CE3F-46DE-9503-31913FE5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C81A4C1D-EE54-42DB-89A7-FF3BC9BB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D00904D-BFDA-4478-8C8F-68294B51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2DA8DD3-473D-4630-87E9-49F424B6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B889C4D-FC49-4D45-A8AB-36D8538D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140308D-3657-4EC8-85DE-240FE2D1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EAD9150-8740-45DC-A6DF-CE4B675C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9A5FB4F9-74CF-40A0-A1AF-78E37DA3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86B4EAA4-9217-46E4-B357-AD61C505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3146ED5-77E1-4A48-B44B-04932383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53EE078-D4AF-473F-ABC1-FF9C6035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ECDEEA5-26C6-4C39-B744-BA785B53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CEB09AD0-6452-4D71-A899-733542DA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0EFDAEB4-752E-464E-9610-D9A5E04B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99BB60D-7F36-444C-A326-E7C46AB5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969BAB4-D1DF-4ACA-B1EF-A1427BE4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C8411560-F08C-45F9-86A5-8EF5D065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E208BCEA-ACBE-45FC-98D0-6D68DBB9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15529230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967A38-7499-48D1-8266-05CD27F6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D58062-1B7E-40A6-9FC1-BF19AB1B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FD932-FE10-400F-859F-DBAA4FBA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91F7F1-75D3-4703-AEAC-0F8C50C4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2a9812c47426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677479-2685-44CB-8147-6EC1C6E6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E24417-57AD-4A49-AC96-6D87E622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326723657c42fb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5534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2026-09-04T22:50:04.7160000Z</dcterms:created>
  <dcterms:modified xsi:type="dcterms:W3CDTF">2026-09-04T22:50:04.7160000Z</dcterms:modified>
</coreProperties>
</file>