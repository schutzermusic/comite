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89eccb8c884151" /><Relationship Type="http://schemas.openxmlformats.org/officeDocument/2006/relationships/extended-properties" Target="/docProps/app.xml" Id="Rd5e81bf02c7b4024" /><Relationship Type="http://schemas.openxmlformats.org/officeDocument/2006/relationships/officeDocument" Target="/ppt/presentation.xml" Id="Rbdae76be20614b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eb9629e46e47d5"/>
  </p:sldMasterIdLst>
  <p:notesMasterIdLst>
    <p:notesMasterId xmlns:r="http://schemas.openxmlformats.org/officeDocument/2006/relationships" r:id="R2a9490b630d649db"/>
  </p:notesMasterIdLst>
  <p:sldIdLst>
    <p:sldId xmlns:r="http://schemas.openxmlformats.org/officeDocument/2006/relationships" id="256" r:id="R20d6f55b474a4614"/>
    <p:sldId xmlns:r="http://schemas.openxmlformats.org/officeDocument/2006/relationships" id="257" r:id="R3c8da05270f64215"/>
    <p:sldId xmlns:r="http://schemas.openxmlformats.org/officeDocument/2006/relationships" id="258" r:id="R973352ccb44842d4"/>
    <p:sldId xmlns:r="http://schemas.openxmlformats.org/officeDocument/2006/relationships" id="259" r:id="R59eaf5c4168d4d18"/>
    <p:sldId xmlns:r="http://schemas.openxmlformats.org/officeDocument/2006/relationships" id="260" r:id="R657bbfaa8c5f45d7"/>
    <p:sldId xmlns:r="http://schemas.openxmlformats.org/officeDocument/2006/relationships" id="261" r:id="Rdab5ab6849ba4524"/>
    <p:sldId xmlns:r="http://schemas.openxmlformats.org/officeDocument/2006/relationships" id="262" r:id="R08fd2226abf042a9"/>
    <p:sldId xmlns:r="http://schemas.openxmlformats.org/officeDocument/2006/relationships" id="263" r:id="Rcfc088c3cd3c4201"/>
    <p:sldId xmlns:r="http://schemas.openxmlformats.org/officeDocument/2006/relationships" id="264" r:id="R5f30374612024ca6"/>
    <p:sldId xmlns:r="http://schemas.openxmlformats.org/officeDocument/2006/relationships" id="265" r:id="R06dde12659ef4b21"/>
    <p:sldId xmlns:r="http://schemas.openxmlformats.org/officeDocument/2006/relationships" id="266" r:id="R50c9d89fbb5945da"/>
    <p:sldId xmlns:r="http://schemas.openxmlformats.org/officeDocument/2006/relationships" id="267" r:id="R84c82f7e250042fd"/>
    <p:sldId xmlns:r="http://schemas.openxmlformats.org/officeDocument/2006/relationships" id="268" r:id="Rdea07737f47344b7"/>
    <p:sldId xmlns:r="http://schemas.openxmlformats.org/officeDocument/2006/relationships" id="269" r:id="R3a888f65145d4eeb"/>
    <p:sldId xmlns:r="http://schemas.openxmlformats.org/officeDocument/2006/relationships" id="270" r:id="R9067f38e68794f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b28cce9b2046b5" /><Relationship Type="http://schemas.openxmlformats.org/officeDocument/2006/relationships/slideMaster" Target="/ppt/slideMasters/slideMaster1.xml" Id="R4beb9629e46e47d5" /><Relationship Type="http://schemas.openxmlformats.org/officeDocument/2006/relationships/notesMaster" Target="/ppt/notesMasters/notesMaster1.xml" Id="R2a9490b630d649db" /><Relationship Type="http://schemas.openxmlformats.org/officeDocument/2006/relationships/presProps" Target="/ppt/presProps.xml" Id="Radb4f6fbaf914b17" /><Relationship Type="http://schemas.openxmlformats.org/officeDocument/2006/relationships/tableStyles" Target="/ppt/tableStyles.xml" Id="Rb3587373c7214784" /><Relationship Type="http://schemas.openxmlformats.org/officeDocument/2006/relationships/slide" Target="/ppt/slides/slide1.xml" Id="R20d6f55b474a4614" /><Relationship Type="http://schemas.openxmlformats.org/officeDocument/2006/relationships/slide" Target="/ppt/slides/slide2.xml" Id="R3c8da05270f64215" /><Relationship Type="http://schemas.openxmlformats.org/officeDocument/2006/relationships/slide" Target="/ppt/slides/slide3.xml" Id="R973352ccb44842d4" /><Relationship Type="http://schemas.openxmlformats.org/officeDocument/2006/relationships/slide" Target="/ppt/slides/slide4.xml" Id="R59eaf5c4168d4d18" /><Relationship Type="http://schemas.openxmlformats.org/officeDocument/2006/relationships/slide" Target="/ppt/slides/slide5.xml" Id="R657bbfaa8c5f45d7" /><Relationship Type="http://schemas.openxmlformats.org/officeDocument/2006/relationships/slide" Target="/ppt/slides/slide6.xml" Id="Rdab5ab6849ba4524" /><Relationship Type="http://schemas.openxmlformats.org/officeDocument/2006/relationships/slide" Target="/ppt/slides/slide7.xml" Id="R08fd2226abf042a9" /><Relationship Type="http://schemas.openxmlformats.org/officeDocument/2006/relationships/slide" Target="/ppt/slides/slide8.xml" Id="Rcfc088c3cd3c4201" /><Relationship Type="http://schemas.openxmlformats.org/officeDocument/2006/relationships/slide" Target="/ppt/slides/slide9.xml" Id="R5f30374612024ca6" /><Relationship Type="http://schemas.openxmlformats.org/officeDocument/2006/relationships/slide" Target="/ppt/slides/slide10.xml" Id="R06dde12659ef4b21" /><Relationship Type="http://schemas.openxmlformats.org/officeDocument/2006/relationships/slide" Target="/ppt/slides/slide11.xml" Id="R50c9d89fbb5945da" /><Relationship Type="http://schemas.openxmlformats.org/officeDocument/2006/relationships/slide" Target="/ppt/slides/slide12.xml" Id="R84c82f7e250042fd" /><Relationship Type="http://schemas.openxmlformats.org/officeDocument/2006/relationships/slide" Target="/ppt/slides/slide13.xml" Id="Rdea07737f47344b7" /><Relationship Type="http://schemas.openxmlformats.org/officeDocument/2006/relationships/slide" Target="/ppt/slides/slide14.xml" Id="R3a888f65145d4eeb" /><Relationship Type="http://schemas.openxmlformats.org/officeDocument/2006/relationships/slide" Target="/ppt/slides/slide15.xml" Id="R9067f38e68794f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e1426184e541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dca10e1c7e4f75" /><Relationship Type="http://schemas.openxmlformats.org/officeDocument/2006/relationships/notesMaster" Target="/ppt/notesMasters/notesMaster1.xml" Id="R4da02c30636649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f4b687920440b6" /><Relationship Type="http://schemas.openxmlformats.org/officeDocument/2006/relationships/notesMaster" Target="/ppt/notesMasters/notesMaster1.xml" Id="R77173e6b0f4648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850d0ee69d4f40" /><Relationship Type="http://schemas.openxmlformats.org/officeDocument/2006/relationships/notesMaster" Target="/ppt/notesMasters/notesMaster1.xml" Id="Rf793c7740f7343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42d9c6c6964a85" /><Relationship Type="http://schemas.openxmlformats.org/officeDocument/2006/relationships/notesMaster" Target="/ppt/notesMasters/notesMaster1.xml" Id="R8b26529e1af44c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b7ae6be7574746" /><Relationship Type="http://schemas.openxmlformats.org/officeDocument/2006/relationships/notesMaster" Target="/ppt/notesMasters/notesMaster1.xml" Id="R55cafe88bd0a46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98adc12fb94563" /><Relationship Type="http://schemas.openxmlformats.org/officeDocument/2006/relationships/notesMaster" Target="/ppt/notesMasters/notesMaster1.xml" Id="Rdb8e3e0d65a140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9530167dc44b30" /><Relationship Type="http://schemas.openxmlformats.org/officeDocument/2006/relationships/notesMaster" Target="/ppt/notesMasters/notesMaster1.xml" Id="Ra183772f28c046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8687da65854e58" /><Relationship Type="http://schemas.openxmlformats.org/officeDocument/2006/relationships/notesMaster" Target="/ppt/notesMasters/notesMaster1.xml" Id="Rd6310d007e394e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4d12403ed044ad" /><Relationship Type="http://schemas.openxmlformats.org/officeDocument/2006/relationships/notesMaster" Target="/ppt/notesMasters/notesMaster1.xml" Id="R676d906a05464c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811c568c4a46eb" /><Relationship Type="http://schemas.openxmlformats.org/officeDocument/2006/relationships/notesMaster" Target="/ppt/notesMasters/notesMaster1.xml" Id="Rbf6e7c92bfe54a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65a62d2ca34893" /><Relationship Type="http://schemas.openxmlformats.org/officeDocument/2006/relationships/notesMaster" Target="/ppt/notesMasters/notesMaster1.xml" Id="R5b6ef65bd02a41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97bcd466f3431a" /><Relationship Type="http://schemas.openxmlformats.org/officeDocument/2006/relationships/notesMaster" Target="/ppt/notesMasters/notesMaster1.xml" Id="R6b9c45cc5e4a41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140fecc4b9459e" /><Relationship Type="http://schemas.openxmlformats.org/officeDocument/2006/relationships/notesMaster" Target="/ppt/notesMasters/notesMaster1.xml" Id="R6c1bc1c31c254d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3338d521d24f89" /><Relationship Type="http://schemas.openxmlformats.org/officeDocument/2006/relationships/notesMaster" Target="/ppt/notesMasters/notesMaster1.xml" Id="R4d949365f3e948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f0fc873d9f45c3" /><Relationship Type="http://schemas.openxmlformats.org/officeDocument/2006/relationships/notesMaster" Target="/ppt/notesMasters/notesMaster1.xml" Id="R6ea9ed43b82e4b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271aa996040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5916f5180847da" /><Relationship Type="http://schemas.openxmlformats.org/officeDocument/2006/relationships/slideLayout" Target="/ppt/slideLayouts/slideLayout1.xml" Id="Re94a1c784c2b42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4a1c784c2b42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3f78bbb924450" /><Relationship Type="http://schemas.openxmlformats.org/officeDocument/2006/relationships/image" Target="/ppt/media/image.png" Id="R9a2f987b1638427a" /><Relationship Type="http://schemas.openxmlformats.org/officeDocument/2006/relationships/image" Target="/ppt/media/image2.png" Id="R7262884e9b284768" /><Relationship Type="http://schemas.openxmlformats.org/officeDocument/2006/relationships/notesSlide" Target="/ppt/notesSlides/notesSlide1.xml" Id="Rc79b563c20e44f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aece087f54c5d" /><Relationship Type="http://schemas.openxmlformats.org/officeDocument/2006/relationships/image" Target="/ppt/media/image3.png" Id="R2a661a2e38c44105" /><Relationship Type="http://schemas.openxmlformats.org/officeDocument/2006/relationships/notesSlide" Target="/ppt/notesSlides/notesSlide2.xml" Id="Rda54d27774aa46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f0816e8d14e62" /><Relationship Type="http://schemas.openxmlformats.org/officeDocument/2006/relationships/image" Target="/ppt/media/image4.png" Id="R740216b5c5b04def" /><Relationship Type="http://schemas.openxmlformats.org/officeDocument/2006/relationships/image" Target="/ppt/media/image5.png" Id="R7363afd216294076" /><Relationship Type="http://schemas.openxmlformats.org/officeDocument/2006/relationships/image" Target="/ppt/media/image.svg" Id="R54fc1a56cc794f79" /><Relationship Type="http://schemas.openxmlformats.org/officeDocument/2006/relationships/notesSlide" Target="/ppt/notesSlides/notesSlide3.xml" Id="R5dd74856e30947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2eea269a743bf" /><Relationship Type="http://schemas.openxmlformats.org/officeDocument/2006/relationships/image" Target="/ppt/media/image6.png" Id="R042e59625f4c4c14" /><Relationship Type="http://schemas.openxmlformats.org/officeDocument/2006/relationships/image" Target="/ppt/media/image7.png" Id="R73e8f931bbb549c3" /><Relationship Type="http://schemas.openxmlformats.org/officeDocument/2006/relationships/image" Target="/ppt/media/image2.svg" Id="Rd51a1001772549af" /><Relationship Type="http://schemas.openxmlformats.org/officeDocument/2006/relationships/notesSlide" Target="/ppt/notesSlides/notesSlide4.xml" Id="Ra1aaa9eae4074b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b45f19cef4d3b" /><Relationship Type="http://schemas.openxmlformats.org/officeDocument/2006/relationships/image" Target="/ppt/media/image8.png" Id="R5908e7b81cd34eb6" /><Relationship Type="http://schemas.openxmlformats.org/officeDocument/2006/relationships/image" Target="/ppt/media/image9.png" Id="R0011026fe2134a40" /><Relationship Type="http://schemas.openxmlformats.org/officeDocument/2006/relationships/image" Target="/ppt/media/image3.svg" Id="Rce680ec2a1bd490b" /><Relationship Type="http://schemas.openxmlformats.org/officeDocument/2006/relationships/notesSlide" Target="/ppt/notesSlides/notesSlide5.xml" Id="Raafcd03074644c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7fa4e13c9460e" /><Relationship Type="http://schemas.openxmlformats.org/officeDocument/2006/relationships/image" Target="/ppt/media/image10.png" Id="R1ed67c5c561e474d" /><Relationship Type="http://schemas.openxmlformats.org/officeDocument/2006/relationships/image" Target="/ppt/media/image11.png" Id="R623e0085bda84ee1" /><Relationship Type="http://schemas.openxmlformats.org/officeDocument/2006/relationships/image" Target="/ppt/media/image4.svg" Id="R678b6cfc785d4081" /><Relationship Type="http://schemas.openxmlformats.org/officeDocument/2006/relationships/notesSlide" Target="/ppt/notesSlides/notesSlide6.xml" Id="Rf70d4f96dc5146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5a34fecb645cb" /><Relationship Type="http://schemas.openxmlformats.org/officeDocument/2006/relationships/image" Target="/ppt/media/image12.png" Id="R137d03b65d4e4856" /><Relationship Type="http://schemas.openxmlformats.org/officeDocument/2006/relationships/image" Target="/ppt/media/image13.png" Id="Rf998c0f11b0a4f21" /><Relationship Type="http://schemas.openxmlformats.org/officeDocument/2006/relationships/image" Target="/ppt/media/image5.svg" Id="R417db0fad3884349" /><Relationship Type="http://schemas.openxmlformats.org/officeDocument/2006/relationships/notesSlide" Target="/ppt/notesSlides/notesSlide7.xml" Id="R666449e8f4ff46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ea0401b264765" /><Relationship Type="http://schemas.openxmlformats.org/officeDocument/2006/relationships/image" Target="/ppt/media/image14.png" Id="R75f3f63bd86f4d9c" /><Relationship Type="http://schemas.openxmlformats.org/officeDocument/2006/relationships/image" Target="/ppt/media/image15.png" Id="Rfb264f9b946348dc" /><Relationship Type="http://schemas.openxmlformats.org/officeDocument/2006/relationships/image" Target="/ppt/media/image6.svg" Id="R4f1ec85f8a8a4273" /><Relationship Type="http://schemas.openxmlformats.org/officeDocument/2006/relationships/notesSlide" Target="/ppt/notesSlides/notesSlide8.xml" Id="Re2c75688626346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e33062af441ba" /><Relationship Type="http://schemas.openxmlformats.org/officeDocument/2006/relationships/image" Target="/ppt/media/image16.png" Id="R06b64c3e11dd4a85" /><Relationship Type="http://schemas.openxmlformats.org/officeDocument/2006/relationships/notesSlide" Target="/ppt/notesSlides/notesSlide9.xml" Id="Rcdeb03eb0f134e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c4eb4d18a4a3e" /><Relationship Type="http://schemas.openxmlformats.org/officeDocument/2006/relationships/image" Target="/ppt/media/image17.png" Id="Ra838f771521c4df9" /><Relationship Type="http://schemas.openxmlformats.org/officeDocument/2006/relationships/notesSlide" Target="/ppt/notesSlides/notesSlide10.xml" Id="Rdb2f18bf59144b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4ee1f4c1e419d" /><Relationship Type="http://schemas.openxmlformats.org/officeDocument/2006/relationships/image" Target="/ppt/media/image18.png" Id="Rf7e25614e467455b" /><Relationship Type="http://schemas.openxmlformats.org/officeDocument/2006/relationships/notesSlide" Target="/ppt/notesSlides/notesSlide11.xml" Id="R8dee8543369747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fbcf058244420" /><Relationship Type="http://schemas.openxmlformats.org/officeDocument/2006/relationships/image" Target="/ppt/media/image19.png" Id="Rdcdfaeb981b1423a" /><Relationship Type="http://schemas.openxmlformats.org/officeDocument/2006/relationships/notesSlide" Target="/ppt/notesSlides/notesSlide12.xml" Id="Rd712dba20d214e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1c0a93cf5439b" /><Relationship Type="http://schemas.openxmlformats.org/officeDocument/2006/relationships/image" Target="/ppt/media/image20.png" Id="R4c0b11020e684bab" /><Relationship Type="http://schemas.openxmlformats.org/officeDocument/2006/relationships/notesSlide" Target="/ppt/notesSlides/notesSlide13.xml" Id="R0f7323895cca46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7fa4fc1914a8d" /><Relationship Type="http://schemas.openxmlformats.org/officeDocument/2006/relationships/image" Target="/ppt/media/image21.png" Id="R6b31a04d4a23489a" /><Relationship Type="http://schemas.openxmlformats.org/officeDocument/2006/relationships/notesSlide" Target="/ppt/notesSlides/notesSlide14.xml" Id="Rdd46825cc6bf45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b0e18594541b7" /><Relationship Type="http://schemas.openxmlformats.org/officeDocument/2006/relationships/image" Target="/ppt/media/image22.png" Id="Reb5a8a7dad9e4e81" /><Relationship Type="http://schemas.openxmlformats.org/officeDocument/2006/relationships/image" Target="/ppt/media/image23.png" Id="R5270ca56eec342c1" /><Relationship Type="http://schemas.openxmlformats.org/officeDocument/2006/relationships/notesSlide" Target="/ppt/notesSlides/notesSlide15.xml" Id="Re11e0ba7d06e41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39078B-B045-494A-8443-5661CE5E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A5FB4-A431-4EB6-AFB5-439C9893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3343F-22AC-44D9-9F93-255F92A8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f987b1638427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A33CB-938E-438E-A720-747024F0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32D0CA-DE42-477A-8B97-BFEFFCF0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2884e9b284768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53129-E456-48C7-AE4A-1E4F7D76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1187C-34B9-4A5B-9C6B-C522ED66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138C4-21E6-4FA0-9E92-08573305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B2826-9143-4D12-9D18-5AD924A5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62919-2414-4AF4-9F3E-42817DF4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A56A6-5365-4F05-A8DF-9812B097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DA2EA-E2DB-4ED0-B525-FC1000F0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64D61-1A4C-40BD-B735-11F69CFC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408E3-6F7B-4078-BD3A-8D71E014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2433788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DE9954-CCE1-41BD-ADF5-F4755FEE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AAC42-EC67-409E-A603-067C5F20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57DC1-8D8C-4E5B-BA87-D7AB4C87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D2000-8DB3-4B44-A542-CE8169BC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7162D-191E-48DA-9FF4-2725B850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61a2e38c4410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DF1D8-53E3-475A-BDF1-CAB0364E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34A365-67D5-461E-9018-46D604CC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9A711-61E1-4143-B324-5A149B5E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85BF1-379A-48F2-B314-13225996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18E64-439B-40C6-9DCE-8980FEF3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96864-0707-4213-93E8-2D948F26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1B0C0-56D1-4B44-B0AC-19E6FFD9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C5EF8-DBF9-4AE2-9E76-C58DB978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388A0-4071-43EB-850F-90833E14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45706-B997-436A-8F7B-25978514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8B334-45BE-4A52-BDA1-12033BEC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FDCA3-6724-40CE-9FC1-E78906E1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B0F9AF-1D21-4DB5-AD95-D82388D0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DBB5C4-C36F-4858-98A6-FA195F1C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951B23-C1FF-466E-BA4C-E62933B0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9E090D-BFB5-4B7B-8ECA-15706CFF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22CDDB-EFFB-4661-A49C-BC0888C5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F071B5-9587-4BE2-86B3-9A1D8CE3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C36FEF-7782-4867-AFB0-82C23CE3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65D8B-64DE-4DA5-868C-904ACF90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111C7F-B460-4D4A-8E78-BDE8F226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51FD7C-3C57-44F2-891F-F6FAE042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0A875-0F49-496C-8EF8-0CAB576D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51D15D-8B23-44EE-BDD8-900E01E5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41AC72-9C14-4C9A-B434-1BFFD77C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CB7F27-E2D7-4BF4-AD1A-95323925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D3D0C3-EC68-4B87-ABF9-7BB6AEDE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C589A7-8F65-4C64-914F-A1B91D80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AEC490-09DC-47F1-9B42-4041DDC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786D9-B288-4FDF-BE10-D8A06FF3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99A7DC-F3A6-4B3C-AEED-C33066A8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70607E-5463-4632-9B7C-9619ADF8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50C249-7792-4DC5-A806-533EFD99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AAC5A5-A322-446F-99B2-67DF9D3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C4CBD3-540F-4C8A-ABB1-4B72E09B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8378003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438CF-9679-45E1-8115-1583B3F3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E080C-2ABF-49DF-BEBE-1BE64DC7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7D3B0-CE5B-4295-A59B-4B83413D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D4FFD-C4A7-4AF6-AAC2-EC8E7BB9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9864A-40E3-4457-93E4-0AFC608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216b5c5b04de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02B1E-4D1A-47C1-97D9-ADB20D75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7A5E84-4387-4058-BAB1-84338935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15B93-9027-455D-9796-934A11E4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BFC5D-FD7B-4EBB-868B-E39935E1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B3235-2108-4117-92E8-9F7861C3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696454-E9AE-44C7-91A4-2C722B77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42DF2-9D4B-4947-B457-9473E28B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B0267-9A77-425B-979B-99959A07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6A51FC-40E3-40D0-A22E-5D50440F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CC3F6-6F29-4334-AB85-8906BD83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04516A-E5C4-4732-A6AB-C0C7E18E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544DCF-B3F8-4E8C-BE39-6DA52D03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6CAFA-C13E-4A42-BDE2-D6857B71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DCBC8-CD82-4993-9742-5804FF3E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D0148-31E7-4208-9B0E-195B8EC3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ECE85-B115-4418-9F3B-2D06C24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716C-7E21-4AA7-AAEA-DAC49625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EA2A2-FEF0-4C3B-9D36-5266A5CB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63B946-3B50-4242-B05B-3E0F2B12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C831C2-7C27-4BBD-B34F-3AB4BEB4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4D61EC-B165-4137-A1B0-7EA90B5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5FF307-FA6C-486B-891E-76CD9109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3CA3D8-1E5A-4550-81D5-55375650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4DF7B-7CB4-4978-B828-89D7A503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F4D0AC-F6C3-4DB7-9E42-34E2C159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ED7BC6-0E87-4EF1-B234-41528A43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942CAD-A608-4A20-8439-C915AF99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6B8C86-F240-4D0A-B2FA-87B5EB36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2B275B-AC4B-42A7-8420-FC4A41B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5FC147-CF6A-4C69-9A22-BAE355D7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69FF35-FFE8-4BD1-B959-75495916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3afd216294076">
            <a:extLst>
              <a:ext uri="{96DAC541-7B7A-43D3-8B79-37D633B846F1}">
                <asvg:svgBlip xmlns:asvg="http://schemas.microsoft.com/office/drawing/2016/SVG/main" r:embed="R54fc1a56cc794f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B5D8B3-D3AC-44A6-889B-A20B4C20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BC2229-53B9-4F2E-9734-EA99D6E1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EEDA12-CB15-40DF-ADCE-0C15658D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CF01EF-E761-4B08-B2DE-3DB8800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550735-A6D7-40C7-9B98-ED7FCB0C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DDB619-AF40-4E2D-9B86-23431A3F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735996-B466-4C2B-B6D9-37344823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209E8F-8707-479E-900B-060AAA37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41841E-71E7-4E16-B2E4-486FB1D6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F066CF-C2D9-40FE-BB0A-62934BF5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51816D-DAD9-47CD-A4F7-6D34741C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D313987-8C0B-4D6B-A1A0-7E95E423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00C34D-A882-4261-A3AC-22BBBCA1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657AAC2-D93E-4A33-8415-B6615EEA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BCD0F0-F461-4E6A-A8A1-926553DB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1F97F8-A560-4285-ABF5-A938913F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52FA29-6B20-4A77-A698-F173347C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30828E3-F3EB-4BDB-B75E-C6050543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FBAF0D6-2E89-47A4-AA21-2C90CD95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02C05A-DE70-4257-AC66-F3514389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0481DFB-8E18-48CF-905E-478C7ACE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B78CB4D-2A9F-4CB2-B8C6-6447A337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9F8EA9-2C19-46FE-8DE4-37BD55BC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D14C365-08F1-4342-8632-9E5BD4D8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ACC982A-78AC-4F65-A4E9-BB2C32AB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677B82B-8959-4B39-8E2E-3058C657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5707E28-C8E4-4898-AFA8-365F2B2B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E04BE4-6262-4B02-A9C6-93FCFA45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3642B8-C7C8-4963-B2D3-B0789631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47D1577-A8CF-43D4-8633-BCE0037A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3FD4E3B-7BB5-4610-BC62-CAB3952F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0AD95CF-B620-4CDD-9C59-9F40C47E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E3BC721-740F-49EA-B0DC-2B1F170F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466C9D2-55B2-453A-A11B-96130474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0CA8341-3123-4F8E-A3C7-AE97124E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4E87DE1-52D3-434F-B373-50BC88C9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3F26EB-5C24-4A67-8A77-088A2F4F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9143960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E2238D-4BE7-48FE-890D-8DA3839C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BEC80-ACCE-41CD-AD09-908C204D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F8F28-07FD-4980-B1AF-4DDCEE2E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7FF81-570A-4495-A905-9E1DD246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619D0-0447-4856-A0CE-8DAEF1DD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e59625f4c4c1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01DC80-47D9-402D-8C49-6BA42BB0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EDF5D-0CAC-40C7-B29B-0F64A5A9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C7E2F-035A-4624-ABE3-EF0C9058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C5FF3-4618-4BB0-8FAC-C0D10CF2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45F8C-F6BE-4058-AF3E-B228F6E5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8f931bbb549c3">
            <a:extLst>
              <a:ext uri="{96DAC541-7B7A-43D3-8B79-37D633B846F1}">
                <asvg:svgBlip xmlns:asvg="http://schemas.microsoft.com/office/drawing/2016/SVG/main" r:embed="Rd51a1001772549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D4F02-8441-4CEA-8F77-56B67845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D1D16A-AE57-48E7-B39D-5EEA8BD3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E1E0D-A639-4910-AC87-67D9998F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890656-98EE-4A21-8F33-0E616FF7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CE856-AB1D-4447-BA7A-5944BC9E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5A2C7-BBF3-4BB8-9549-0C6930F1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71D43-0614-49A6-966B-58E7EF6E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0BA6BB-8753-45C4-938C-92A4A863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F2DB51-2895-4E19-A80C-748DAFBF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1E31FD-FA5F-433D-8200-593CF032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37F10C-0B1D-4B32-AC47-D93F71A6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C9FECC-2AA0-44F0-844D-EF53C627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4A2F02-31FA-416F-B70D-E8C48F03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28CDA4-3473-415A-B8C9-0ED50D75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C88F1C-E66C-4A02-9581-471F75D7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001AE0-763A-4A23-99A4-9722CF4C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4A5978-AADC-4784-874F-35B42D1A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6380176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8F089D-BDE5-492B-A9B4-AFB0C5F1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A5C48-9B48-4591-ADC6-B625CF07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FE8FD-5C11-4F5E-A1DE-BEBA1F0D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48787-40F0-489F-9196-B1C306A4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37AA4-1E52-4E15-ABCA-C7EF068D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8e7b81cd34eb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561A4-3A34-4C54-A086-C6F0E18B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D35224-2335-4554-8489-146656C4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703BE-9AA4-4FCA-AC13-1D16288B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64915-C2EC-446A-8FC9-2897F0BC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DDA2F-636C-45A8-82B8-F6B0EB5D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1026fe2134a40">
            <a:extLst>
              <a:ext uri="{96DAC541-7B7A-43D3-8B79-37D633B846F1}">
                <asvg:svgBlip xmlns:asvg="http://schemas.microsoft.com/office/drawing/2016/SVG/main" r:embed="Rce680ec2a1bd49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3B8A81-DA8C-4CBE-A43F-87B38236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0AD4F-26BD-4B83-B750-B47C88AA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7E90F-91A3-4036-BA39-0C68B73E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C429E-6B37-4F06-A7B4-D0CF864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ECA2E-C4EE-4453-912C-5CF41045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03F66-5AB3-4C3D-B85E-2F9ED041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DF17E2-C705-4A9C-9A10-2492252B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913AD-DB92-4038-8C21-14421E73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FF3BE-03C8-4351-8474-8C7B60BC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C28F41-E875-43B8-ACC8-F0F9F610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36C66A-728E-47EB-AB7D-3B95F103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7A8133-BAFF-4E10-9475-0992BF2F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106083-BB00-4E53-8ECB-03FFB0A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BC931A-04BF-4D56-8463-F341E66F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F1CF70-0411-425C-93F1-BDB4A488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27388D-553F-44E4-A9A1-9D09876A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55861-AD02-4D8F-8D1B-A8D48627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0A2F25-B650-42D6-88DC-827C01FE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8070D4-E9D3-4D1D-91E6-B4F73729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BE879C-9362-4248-B6E9-F6859483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424457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6F7F86-4F80-4631-A058-A412E64B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FD269-3C7B-4B74-AD59-B95DA79A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AB1E8-4C58-4AEE-97F0-2EB4D714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CD504-219E-41F8-8D87-C2A2D9D9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52C36-8BFC-435B-B031-8C0646D6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67c5c561e474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F2052-FD19-41F0-8BDE-D3E94D89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5082D-ACE3-4643-9030-C303CC4D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AA790-4363-40CD-8779-DFD27585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F4594-A7FC-4864-A905-73DE49C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EFFFF-EFE9-40F2-837B-560EE587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e0085bda84ee1">
            <a:extLst>
              <a:ext uri="{96DAC541-7B7A-43D3-8B79-37D633B846F1}">
                <asvg:svgBlip xmlns:asvg="http://schemas.microsoft.com/office/drawing/2016/SVG/main" r:embed="R678b6cfc785d40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B9077-5337-46B6-A79A-BBC7FE30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F3F92-84A9-4C64-A3D5-C5CF7DD8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917435-F32F-4155-B1DE-9CA41AFE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6FF89-F5B4-4B36-8BD5-CBB598CD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39367-63AC-4ABB-B2FA-5D81D990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53E00-4D1E-46A7-B294-B35878BD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F4114B-9599-4BB4-AD22-D9794728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0E470B-FA14-46E7-B04D-1C909947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4AC922-6304-4058-9215-4BECAF1E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32AB8-ABFB-4A22-8F1A-815D899C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2A3CC3-BC31-4277-A2BF-9D9794D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CAAD24-2126-40D2-B9B1-954EA455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1F9902-7794-404A-A26D-5710C9C4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3F16D4-B37D-4E19-BD62-A6539C1E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409635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1C13A8-03D9-4CDC-9230-9A263103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43A10-DAF2-48AE-994F-98DA08C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1B7A1-8305-4E9A-96DA-2C46959A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C3AF6-CB82-46CA-AC9B-092A6F27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5ED4D-73AC-43CA-957D-CCCC3055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7d03b65d4e485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D2063-121B-4552-9208-4FAB07AF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C27AF-8F63-4D0A-82AB-C1FACE5E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005CD-A69B-45D2-B1B7-8DAEBA7B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26339-D8A2-4F9A-9DDC-79A1EB2D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81BA1-9AE9-4354-84E6-66BFF2EC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8c0f11b0a4f21">
            <a:extLst>
              <a:ext uri="{96DAC541-7B7A-43D3-8B79-37D633B846F1}">
                <asvg:svgBlip xmlns:asvg="http://schemas.microsoft.com/office/drawing/2016/SVG/main" r:embed="R417db0fad38843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56934-AE12-499E-B3D2-BCDE54D1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A9143-F978-4657-A031-7A40B0CA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E06A0-90EF-4500-A60E-E642D7E1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73108-85C0-42F2-BF8C-98DBB4B1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E0CD5B-C24E-43D6-936A-D965F66E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8C98D6-9A97-4A28-8BCD-7DD30C1D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B33E4-DFCA-4D31-9C54-3DEF052C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03AFAE-4C20-4050-B098-369CDD97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66FFCD-EA50-495F-B5E8-8634D910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EE98CD-37F6-40E1-A856-CCCAACD5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AD80F0-6902-4EE4-A466-5CC70A85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B23FDB-6A33-435F-B346-9EB95690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2BD6C5-BE25-44D5-8B14-4B643884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25CF2C-D080-4710-9347-D0673C54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587848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F6B5AB-D3BD-48A4-9B3F-717281AD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B42F8-4024-4875-8C32-D610DC8B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6D4E1-9377-4E11-B8A6-DC5DD1EC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D826E-6A53-4E2C-9A2B-CA19C8E0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5FF9D-566C-4AF8-9872-856C7215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3f63bd86f4d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6127A-50A0-4886-A9DB-ADC0229B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C2F72-9A95-435B-9EA2-CBE25E3A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8DA1F-3D0A-4A91-81BC-0FD6B9BB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F9BF3-34B4-4A2B-943A-F266101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420D7-B221-439E-A6B8-57CBEC90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64f9b946348dc">
            <a:extLst>
              <a:ext uri="{96DAC541-7B7A-43D3-8B79-37D633B846F1}">
                <asvg:svgBlip xmlns:asvg="http://schemas.microsoft.com/office/drawing/2016/SVG/main" r:embed="R4f1ec85f8a8a42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DA83F-2F1D-42BB-9A92-558B29FA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F38F2-CF24-453E-A1FD-61874FD8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783D8-4142-4711-BBA4-CFC29A56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33531-9F9F-474E-B5A5-1677A2AC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477E6F-DEAF-482F-86A2-85B2A7CE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5314F7-6C3F-4E84-83AA-61006799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1965E-6CF9-40C3-B1BE-695AF5ED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FAC0A-2A38-4036-8251-B29F1A24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808095-3D2E-4035-A796-E90063B2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C2784-33A8-4624-820A-6CB2B30C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E43086-72C0-4F27-B106-B569D6F3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4182D0-C764-40F5-86FE-16322863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A284B8-ECF3-450E-9F1A-99A79EF8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F73863-253B-41F2-9A99-147B2401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BE70BC-6F40-403E-B084-74DF3B43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2F9500-6F71-4EFC-B2FF-04EF632D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630F41-073D-484E-9AA2-3A15F9FA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761F04-DE78-4C82-B2B8-70710DEC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CF25BC-D437-4B3B-8AC3-5942696E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6DA4D8-975C-47E1-ACB5-16F830DA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EECE7E-F52A-4DB2-8450-76D907C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7B876E-9C80-4603-9FC0-C614C024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24050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0E96AAB-81AC-4F9F-849B-58BC11D7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D5952-4ED7-4D21-8F28-84D251B3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1EA97-A900-49B7-B587-D440AC20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6500D-62BC-41D4-95CE-92FD35CF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86E03-694C-4AAE-A933-81613B4D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64c3e11dd4a8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7469E-60EA-43B8-A874-397A8BDB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FD4797-64C3-487A-8559-70211046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4412F-F2FE-4E25-99BE-3DD5ED3F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D0A48-0C39-4CF5-A297-9098B435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AA236C-680E-4E06-8C82-E63DBC8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9B8E8-C2F5-4805-8BAF-A33EDB0A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5ABCC-116E-4800-B9F7-40E5D06E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65E90-8072-4723-87E6-A595326F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DC8821-B87B-4E5D-A47B-9D3EEE45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485205-DF58-44AD-A963-9B7F2676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389D01-6FF5-43F2-9F09-29ACE02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5CEAB-B021-47DE-BE9F-C48FEA64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827907-A3AD-40CD-ADD9-C9F98775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B3200-4C80-4836-AC98-908412B2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303277-0FE1-432A-8964-D3B98A34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BD9685-F295-484B-93A8-7194DEA7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25B31D-94F4-409A-8EF9-BCFEF73A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A3FFBD-F4E4-456B-8F4B-9CE39684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C3B74E-2AED-42F6-A190-C1AC41CD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576BBC-EBE8-4B61-AF88-B5D4816B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C43E21-ED31-4C3E-8F71-7EF837C1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82FD00-BB15-42C1-A90C-849D8877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23ABE4-AD6B-405A-94A9-DAE2C450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594707-7B6E-470C-BA80-578A8A18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A78253-720C-4AB7-A599-7309B17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6CE2E8-E019-4105-89F2-6D27966F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244677-692F-4E4E-8119-C19BB5E1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D142FB-A513-4093-A05A-C4022B22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512CE-0FB3-4A74-AB67-2DB556B4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F4D7B3-294F-4535-8B7C-10C8AAB5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14285C-79EA-4A86-A082-A0DD6386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A0FA20-60A0-491F-9513-51067288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9D6E79-8AEA-463B-9BCA-76FA07B5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723CE4-5D5F-46AD-8D87-44A0448B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EB0160-DF3A-4559-9073-922F97AF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BBDFEE-26E3-4C7E-94E6-C827BE65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3BF2E8-0D43-4ABE-8608-83975EE1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14C3A5-D3D4-4B27-B387-304C8112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C344B1-DAE4-4FC6-8F80-2A774076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54D1B7-6482-497E-AD6B-9FDC4FFE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34A7F-8C48-4394-900E-2065377B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EFD8EB-A787-4BED-A434-4A217D9F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08885B-0B13-4C68-A176-36585C08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6FF738-8636-4D05-A465-66356FB2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DC0CD3-833E-4A9B-8451-33B44B2E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71957F-2EA4-4803-8598-FCCC6231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A4CEF0-0C11-4B13-A643-A283A9A5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BE4BF9-F93E-43BA-B9AF-ABA2529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3A52F41-ED48-4DE1-ADAE-CB9E2ACD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B65465-F6C1-421A-9C74-A1935532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837FFF-F6B0-4A4F-A9D1-D45EDF21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D20488-DDB3-4F21-9FC7-B1578008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77E8B87-BA3B-4C41-9C56-38D39623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FE644D-EEB5-4627-BDA0-654BAC08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E9C6CE-370B-4C92-AA27-56200B5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D5678B9-438B-46E5-9EFB-B66AFC14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36E169-BAD7-4DD1-AD4A-4A35D1DD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61354B-6746-45B5-8C54-2AC2A6BD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8725179-9B89-4F8D-BB7C-03236E34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B1A5DD5-BDD3-44E2-A630-73A40B61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31BFD8C-EAF7-4025-B1D9-A851D76C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93AFA4A-63A0-4DD5-A578-1DA72CAB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DD481A5-8E34-4BD7-85F5-5429F9EF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1DDD136-2636-4422-A60A-D06F4C52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C7530F-BA32-488F-8E03-858BB4D1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8A51F0D-688D-4F41-82FB-39B340E9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314DD4D-9853-4130-8CAC-FCCCF01E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23E1D83-9A5C-4BCC-9698-2AE9DAB0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C87AFC0-6824-480E-BF2F-00D3B303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062729-1E4E-4197-9D75-0FFE4609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AF0B477-BBBC-4070-A4F3-1D10FFD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166D1A2-DDFF-4105-BDA7-ECE045CA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B242D70-542A-4705-9953-B56FA4BC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DF7937D-E2B9-4459-9BA2-E98F3448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3AEA1D-0A01-45F3-8FB4-069A6C60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139BF2C-5004-47D7-AB72-4A03F10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A281DCE-0449-45D9-A856-BB4AA48C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0256477-A843-44BA-8DDF-B69486FC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ED7916E-69AA-4E17-A7C6-AE2F8CB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9E56DA5-E9A2-4DC3-96EC-62446DCB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90BD9EE-4378-4220-8132-13B801BC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0CE82CA-62CF-4627-ACDA-2C1ED5A2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4CF7BA4-B7FF-4BA2-880C-B0A4D881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BED508F-A0EF-4C9E-84AA-9C43534E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4ABC81C-225A-4B08-8E95-3E7960B7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829F4D-B4A5-4532-9572-FE770186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FA84EE7-B9DB-4611-9C09-1A4F13DD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FD37960-365E-4431-9FBC-301AAE25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12318E7-CC86-4EF7-90E6-FD99E22A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65B7B59-45A6-4FEF-B1BE-F597FBD1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9A3316A-4761-4C0C-8358-657AE58B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26AAE07-AB58-4CF5-B2BC-103F02A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006D8B5-D3D1-4807-BD09-333017A0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C21F368-4289-4547-B874-35D8A40D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2499574-C676-4DBE-AAAB-24B9597D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1201847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3AE3ACD-D47E-4721-B55D-7D90047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B921F-E7F4-433F-A68D-1C8C25DC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79F8D-3F09-4937-9C0F-EDEE4D6D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DDC83-EA55-4780-87F8-9B2B97C9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0859E-2F49-4480-B9F3-7A137437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38f771521c4d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6ADBE-1D6B-4D13-9795-CB6F50BB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B5C71-1757-4428-A97B-75268052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E753F-BD22-49EA-B5B3-ADF27037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3A92E-5EBE-4980-AA12-E2333919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DAC8E-87F0-4F0D-B520-488483C9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D229D-8669-447B-AAC9-58765BE2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E12D53-2AEC-404A-A388-CED57FF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53AF09-DA0B-43A8-BB8B-963430C8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E7124C-98C1-4EE3-A27F-325D0D2B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359F48-E7C6-4B7A-934D-0AC7944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8C8455-7BC6-4358-816F-8926931F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4607C-F2D3-436D-B3D8-47EFE6C5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DAA63-EAF7-4CE0-979F-81676032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8128F7-3217-4DE7-AAA0-50CC79A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32D8E-5656-48C7-A201-BE034BA5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7FFCC0-A42A-4ADD-8CC5-AFE9D214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108110-097A-4C41-9507-1504171B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FCA9E7-6BE5-4F02-A92F-0A9A72BE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40893-8308-497E-845E-1009728F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7B1DC5-2D69-4694-93A7-7FBB64B3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F1DDAB-86B2-4609-A734-7DA2F0AE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54D75D-DA29-48FA-8F87-37F4EC16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A68112-033E-4204-A4D0-19A8E147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45D97-155E-4468-9DE7-43643FD2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5F40A3-5F2E-4D64-8011-5A380412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B89030-264D-45A4-B0E7-4D1794AD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6042B3-D632-4FB8-984F-3E1D56A7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850EEF-6F2B-45FB-B125-0C9C233E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6B49EC-4F54-4BD1-BEA4-D86AE604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F96E88-386D-408D-B4C9-523E42AD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ABF1C8-30C3-422A-8864-42A6F0C2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86FA24-0CCA-43E5-A199-B54B7BBB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DEB19E-0840-4799-848E-B668016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30F831-8782-4425-8CE9-36A191BC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99373B-E2D2-4B02-ADF1-AF56E6DF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1E67BA-670A-45DC-BEEE-A46F51B3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F90F60-AA40-4206-8FA1-D1B94A50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CFF3C-ACD3-45DA-B636-97DB84C6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358069-D1D8-4BDD-936A-655BBCAA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1CDC2B-55C3-49D1-A15A-18F9C11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073993-73FA-45EC-8727-6513F80C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2320EE-8124-46BB-9BB3-80BB0F37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F62E45F-1CE4-48CD-829C-462389B8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EC6123-273A-47B9-9B5B-2B9D6CC9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C87DB2A-46BC-4748-8598-1E10CC34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78134F-C93A-4422-9E4B-9C60F45B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60E875C-7D3B-4266-AF6D-4DFCE06D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782CA4-22EC-452F-A48E-C2B222D3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7F15AD-FD86-449D-AE5E-6FB5FB33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AC7017D-2E74-45F2-B7D7-24640B72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CB5300E-90B4-4951-8256-E94F44A6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E400E4-134A-4044-BC31-E721AB39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F1357B-195E-4B16-A09C-E598CAFB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8428D2-AE81-4FEC-B637-BF4CCDEC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05F098-66FA-41A7-BA46-F0D04192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879E96-F03E-402F-95B8-81A4E598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1B25FD-B347-41F2-8E94-1BBF6743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953993-2C99-435C-89D9-C96142EF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6397A99-6CB2-4B03-A233-31DC8147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D372BC9-0CCD-4071-9042-E17FA922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A5E424-5D51-440C-9934-40841225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60D4A72-6BD4-4492-9D63-54F6649C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C4CC899-FE21-4905-B150-0F7741F3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EA2DDEB-202D-4439-BA83-5CFA7CCA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4CDBCF0-8EE3-4683-AFBE-9E66D9DA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C38C90C-A673-487B-8CBE-A6E19EC8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D8E46DD-83DC-4919-B68F-5355E955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FF51869-32CA-477A-B0AC-8183AE32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013D0F1-185E-405E-B9E9-57B3C13B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BE10171-2F75-42EF-B599-DCC4023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83B9A2-17F5-4944-911A-B5823C3A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104C0E6-D12B-4C93-AFE1-391F6D5D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E36C48C-DCCB-4B73-958C-FBEB6F25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3ABF23D-F263-4445-B0C4-E50E8B4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B085A42-1ED2-45F4-9063-5566A038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89C8B27-3DEE-44C8-A7DD-0FFB9D6D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235E1FD-6C0E-48FD-8CCB-386EFA74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FA4E3E9-C5E7-4E14-B150-98DAF055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D1A6CD9-7F6A-4934-865A-B061B992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69A76DC-75B1-4496-BE49-F776BA22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09F13D1-FF9D-464C-9FBF-BA9FE47E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0F4BBF8-AB24-44BD-B40B-A4851056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C99CA89-3A5B-4896-8878-3778623F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7F73690-10FF-4E75-AEDD-0D3576A9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A579D4C-7CB0-4726-883F-3293199E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A061B7F-2D3C-46D0-88FB-3955442D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CCFD035-AF06-4E33-A6ED-3CDB1BE5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B21096F-E9B4-436D-AEDD-3174C934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07DA07D-5B7D-4269-9525-B1C15B8E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8497556-1DA6-4FC8-837E-11CF024C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9ED7E74-9C9F-4469-97EA-C9B3541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FBE0E7C-14CC-4BFB-A813-C2AE858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190345F-CD3C-49DE-8630-DFB26177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4359B5E-9ED4-42A7-A7E3-417C2998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47A6322-812E-4DA6-A522-902627B8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EEF55CF-BA7C-4236-B805-85E4716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7499694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6E3493B-031D-48EF-9656-29D7D6DC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0F611-D631-45B4-93A9-5C6A5816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13312-B3C9-4D25-A08C-E19240D1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E7DB2-D168-4A2F-8551-19D4C8CE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7038F-0304-4E5A-9DAE-4D5046B2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25614e467455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4A6E7-9BF6-498E-818B-4BBD369A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01867C-36AD-4958-BCB7-DA35501A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804B4-A763-4FA8-9222-E3D884C3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5304B8-2039-4B74-90CF-59ED0EDA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D144F-8D22-489B-BE9B-7DB1B8EC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69215-9EFE-440A-84A3-492255D9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3E083-76CC-4F1D-A6CB-4D8CDB79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1D246-9D1A-416F-817C-0DFB904B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8EB0B-5B37-4D18-BD74-5902A9B0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A0817-82CD-4862-893E-DEE68298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8BADDD-8BF7-44C8-9000-3C717205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85430-C85C-41FD-9A82-7409B840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CC8060-AB19-4210-B236-8639987B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EF668-A851-4620-BCDF-2A9B9D95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EEF746-6CA9-476C-A33B-A1A8410D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12569E-3A34-466A-8213-6156DD57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F7650C-B681-4063-A804-58BC7F42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561375-DCF7-437D-BF94-D13D43BA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FE418D-677F-48F2-99D4-083FFEED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FD1EF0-1552-4B4F-9581-C0B46C60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900733-38DC-4ACC-8AFC-96A52D1A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2683C9-F299-42E7-B554-07EC6E40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2AD3A-B66F-4E46-BF2A-70E6AB6F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8CA95-F381-4F69-83AC-B716DF06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17F245-E6FA-426F-807E-C214DA33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B7C4A0-B039-4090-8B67-4AAA2229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BBF4DF-7D16-4E1D-B6F9-F67EE587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AE1A02-AFB8-4132-88CB-84FC9F9F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4572CC-898E-4D38-A130-56A31781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21D59A-4BE5-43C5-9F8E-AAF73E17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D2165C-8E64-4055-8260-71CC46AF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D6327F-D171-4A73-928D-7243B52B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90EE4D-728E-4665-ADA9-FFB8E4D4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AA39C2-8137-4D3C-945B-8A39522B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D01121-F37E-4FB2-9102-BEF30D45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885729-0747-405D-B7F5-1014FCD0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776823-6D4A-4849-ACA7-CCB684BB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4A5660-77A6-486F-AD94-D4AB492C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0ECD1E-B5F8-4B9B-81AB-A31EEBF6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74789D-5887-45EA-B1B5-4745B172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89457C-3383-4FC4-88D1-3E3432DE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D51EC1B-E196-4ADB-B375-FD134086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FE4B493-802E-4D1E-B7E8-ED8AF686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91BC5-84D3-4408-9A6E-E6EFDED1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B78ED5-12A0-4821-B151-84C39E0A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754B98-66B8-4F9C-96DC-BDB31E37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0407F45-CCBD-42DF-92AA-C526AFE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A74A18-0DA1-4F1F-AF0E-BA3C0499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DDD8DE9-4170-42E5-B684-ED5642D3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B339D22-C3AF-4DF6-8B36-A8CFA115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CE82538-68FC-4F4F-8123-D245666C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FFFFE8-1F51-4771-B36E-39DFCAB2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6EC2DA-8C50-44C2-B7E5-C8A6331C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EB8D12B-2595-4BA9-9975-DCFA2371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1A18595-6D17-4B0B-AD58-D72586C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531884-6517-46F4-81F1-E5B33FD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0345CE-7CD9-4C67-91F5-283B9AFE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89B64E-CC3B-4233-9E73-E8E3039F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6DDF7F4-DEE6-4C2B-B15B-842C354B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7123040-23BA-4457-A8BF-6A024BE2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A31983-2EC1-417E-9D90-156F2277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B30A1B5-27D5-4EBF-BBA7-53FB7AF5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B11CF23-81E6-4377-A08E-6888ABC4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E8B1AC3-524C-439C-80E1-35F7691E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B9F4369-14C9-4B28-A935-1329749A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DA75D62-493C-49F1-B1C2-9A6DDD8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B48889-5298-4CCA-BBE9-F78904FB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6ED37BB-4358-46E2-A050-9633DBBB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E31E3FA-6E44-41D9-B732-792E7922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57411DB-10AF-4EDD-99B0-1FEF3AA9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C27A1C-E931-4FC5-9B0C-14ED57AF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30089BF-8343-4B8E-A988-02F5EED2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52D57-EF01-43F2-B473-3E63718A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6651700-D62A-41E3-8334-C6A58CEA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479177B-D09F-480A-868C-9BB50653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6F8A372-7A22-462A-88F6-A9436E24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32A9D54-EC71-4005-8EBF-3144238C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362D1C6-F614-436D-851C-5F25FD30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5DC6947-4AC6-43D9-868B-D6B7F00D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06C2202-3F73-4FEE-AF7F-F98C115C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8966883-B8ED-4F8C-BBFC-76E14AF3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06D7BE-5D90-41C2-9B0B-F895A4D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90A17CC-5F91-4AAB-9636-E5D843D7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A2F7A04-7FFC-4F61-89D8-721F2449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96005B1-38CE-46FE-8639-33F4073A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FDE8750-D6D0-4748-8810-6802DB65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0BEC4EA-0C93-4354-8EA2-0BBBAD6F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E94C3A2-76BC-4618-8288-ACD5F1A0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877F2FA-78EE-4A65-A19A-C2E246CA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AF92D3D-8CB3-4DF7-80AA-F04280C7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14BB326-4D75-4315-976F-1648A8A6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4097311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E802396-5DFF-4788-A298-4D3F1E36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D0917-6A55-440B-AA94-A961B3E9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A61D1-C7EC-42DB-A8FA-45570233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56EAC-743F-4FFB-BC5B-44222B82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18C1-AFAB-43F8-BDC8-70853631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faeb981b1423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0062E-7FAE-43CC-A431-4281CE96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85AA1-A2AF-49AF-9F6D-6B96B923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CDF9B-E04B-4B92-B012-F4D588A3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53239-96D3-48D3-A4C7-188213BA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AFF97-F88D-4FFB-B5B2-61F7367F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86BC43-5416-4C13-AF15-2F8878AA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C6B9C-6A7F-4340-A7A6-321998B9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BBE7D-A215-420B-99BA-49BCB574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675486-924A-439F-988C-0BDE36BC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F05C8-32FF-493F-96FD-96B6E0B4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E9428-700D-493B-AB0C-40B51088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6D896-CCB2-48E9-A6BA-6C8B417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BEB5C-C582-4712-8D3B-EF82CD14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BB401-A2C5-440C-9087-FE0454F3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742AF7-D23F-48BC-A86B-A6D0E15D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93AE2C-ABF8-4D7E-BE00-AE5C5DA2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AD880-825E-420D-9C05-8FF035AF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78CC2-10A6-4437-B827-9FBE6100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D51AC5-891F-42AF-A6A2-E82E864E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6771B0-5F85-4258-81DD-4590D35D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FD2FA5-0011-47B8-B982-D95631F6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CE4F6C-E75A-48DF-BD69-F7CA095A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190C82-2B93-4427-903B-12613F88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FB94F0-A026-491E-9D89-AA2BFC8D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FDE614-F95D-4268-87AB-E91A1D90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D53881-4AEA-408D-87BD-A8C4356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1FF41F-6ED1-4654-8EE5-CBBF44E0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3FAA4F-01ED-4FEF-9BFD-0A559F97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00F469-78F5-48F4-9027-8C03E8BB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329D01-B1E4-42DF-9D5E-1621D539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092C44-28F9-463A-99A6-418AE98E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161F96-9010-4DC6-9FAA-863234CF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C25896-22ED-4B54-AF06-1C896693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DCEAEA-CD97-49EF-96DA-D61D9CE2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16A867-EBF2-47C3-9D82-3426AA74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9ADBBE-0F54-461B-8EBB-67F4FA6D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06D646-59ED-4B3A-A5D5-AE3E49F9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039A8B-FDED-49C8-861C-9A209AAC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E553721-1360-446E-8A2D-4E0BA1F7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262666-1E7E-4BF8-86B0-D4B510A0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A983DD-508F-4664-A7B8-4513D415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6E47C5-3E7F-4AA7-AB22-C87BBD6E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90B9D6-830F-4A36-841A-911E1EA7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0CCE8B-05F8-4809-9DDF-4C98F927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211D3D-5243-489A-BBAA-28D0CA55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3D2816-3423-436D-8A0B-EE79371C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C1CC2CA-AC8E-4ECD-9B1C-AA2B29C4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5FDC1E-1090-4574-80BF-1D2EEDB0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CBF7C3-DDD9-49DC-9A39-9CB06680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4BE9F9B-D9D9-4C10-98FC-445F002C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94CC68F-CE58-4720-9086-1E457223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A4D001-77BC-4787-B2A4-B2C6A245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644894-E17F-4800-9A51-E09534C5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14EC5E-E8AC-45EA-AE7B-12527B9E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E8EF72-F024-4681-ACCF-905744FA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E5E381E-93E6-4CFB-B9BD-EBFA19E8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66DA986-D579-4ED0-BECB-F4F05049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142E512-E6B2-40CA-A45E-4A17BE3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7089B11-4CE7-4F29-8625-A8B3893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84DF4CA-4420-4E3B-8025-30B947BA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EE3921A-6C15-447C-98C8-11BC94F0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84DBD8-6FBE-41EF-A627-0800A4A4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DA478D2-FB81-4F92-9072-D55DF9DC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173C277-E5D9-4EE0-AE82-BD429897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322881D-7285-449C-B20B-50A3FDEE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0005518-BE91-4B55-853D-79419DCE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0422EC6-BC01-4B9C-BD4D-1577F172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030065-196E-4547-BA94-ADCDDB2D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8D966F7-F2FC-4B88-AC59-13C156D5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A3DEB70-6AD6-41F9-A14C-5795CB6F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192B914-FC80-4D11-BEFB-A59B5E36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3FDEEBC-5362-4373-B99A-DD76809C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928EDA-AC3B-4AAB-9CC8-8A911BF0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8198705-FAFD-4278-90E8-9DB7E512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C9D27CC-0C7A-4978-8FC9-442E129C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A8FA4FC-9635-45C8-AED3-A9259059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0AA8ABA-93F4-4934-A147-30981F4D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2ABFD02-FC15-4739-9D1E-07A85489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1839FE2-46C0-48F1-B209-9A84867F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DF5DE6D-5799-4EBC-B02C-51973FBF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3A2A743-8775-4BA3-AA8F-472FD4CC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6835935-D7D3-41F3-9849-5A7770E7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87C2E1C-BD9F-42CF-9CC3-1ADE9D8D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ABF9811-C90C-4DCA-9E1A-C46DB9E7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F51FAE8-DEDE-4A93-ADB3-6BC870FA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F4B509-5AA7-41CD-A5E1-4B658E7C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55458D1-DCDA-4FBC-AC88-57D955DF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AEBF1C1-4650-4073-93C2-411EF89B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019B4E5-33CF-4656-96AE-B94DED1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E1BE671-324B-4E03-8A1D-AF8EE2CA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3D4914D-AEE4-457C-BFA3-FC8F9BAE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BAD7EF0-FFF7-4663-A022-AD4D7309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B5D9673-33D1-4150-B4C2-3AC19EB6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68E4061-3AC8-48B4-824D-132D0D73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CEE9227-1B84-4277-98A9-22ACFCF4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0040834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3B6BFBC-9483-4FFD-9739-57FEBDAC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83ACF-FE2D-48CC-90AF-1B113F18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6206F-2E90-4A2E-8266-E2E37BE1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2A682-CDBC-40F9-ACE3-CEDCC3E6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DBC90-AD56-41DB-8493-5DF9943F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b11020e684ba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73F08-D5E2-4B7F-BD8B-4874EE46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F049C3-CF7C-4DC1-A88C-18663E68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02591-D66D-424E-97F9-1CE54481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94F0B-A4DE-4B8B-8CAB-5C85B7DF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694C-6B44-44CC-B0CD-C5CEB728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08CB6-6555-4843-B1E1-4477D3BD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5850F-1303-4263-BEF8-E71329A7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9448D-0A94-4F3B-A872-6D50FE0B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83083-E3D9-46D9-B6C9-1347BB87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C4B4A-A7E5-4540-A859-453518F8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680920-9050-4B63-8D6F-3DCA79F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44678-DB46-4323-8955-45371B5F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F85981-E6EE-4179-B9C8-3536D39C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1EABE-0AF5-4FD5-86C2-6E9861DD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F83FAF-698F-4913-8CD2-B0C6D6AE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DD35E-8E4D-45DA-BAD8-4F4499B8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BCBF7-468D-48C0-B65D-5A0FD583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ABFE70-54A1-4BCF-8B85-4FA793C8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957916-50E1-41C5-821A-17A03092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F99CE3-1851-41AF-B9BE-AE5EF925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33EE2-D9AD-4B88-83AC-6982DDFB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F8BA8A-1EE8-466F-89D2-A53AF48F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D5A32D-029F-4645-8A8A-545BF307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5DBF00-8B57-4109-BCD9-F9B9979B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FB8595-25F9-45BF-AF4D-A25AEF64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119BBF-B713-4A74-8038-D55A9BEE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3535D4-AD88-4AB0-A0C6-F8A54ABC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B8704C-9335-45B4-82D1-4E1AFFF5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859348-D9FD-483B-8C00-32C7186F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64EDF7-6191-42D5-B545-CAE6478E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7F6638-EAEE-49A6-9BAE-2C3FA69F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9381B0-6299-4ADE-BA06-8EE01023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27E277-62AB-4B8C-B57F-6B7EFA3B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149887-B21A-48C7-9C61-ADEA7DB8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32F51C-8346-487D-AE8E-66474F90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EF94B4-2C46-49BB-9AC6-8C189EFC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3CFF7C-9595-4182-8CF5-C91A94C6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ABD92B-105D-4758-8FBD-B9FB48AB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47CE9B-4105-4058-AF33-085D665A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98125C-231F-46FF-AB94-7A48F2C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613F0D-AEAD-4F4A-BF49-BEE6B40C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45B3B7-D543-47F4-8E62-C952C27C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D3904B-1F8B-4B61-8EBF-E7B2CEAF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2FAFDE-0F65-4994-A69B-F0BF8DC7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546B5F-B098-4DB4-8CA8-5781E7C2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D4C83D-20C4-483A-9D7C-0E595103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808564D-976D-4903-B4E8-66FB208B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C2EF09-0AB8-4795-A05B-11341190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F2E017E-08F3-4440-B960-9B7F3208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5729E7-2DFC-426D-B63B-382544DD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9610898-B173-4C0A-A818-D629E7D8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F089258-E6FE-4765-9824-CDC57546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A12CE40-12DB-4E2C-AABE-BB5CDB1F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18FD2C8-E963-4F31-90B3-A5B01641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00813A-6632-45F3-9BA7-BBD2A712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F8B6FA-6984-4E31-98EA-8606EBAE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65CA4B8-CB78-4DD7-8121-D9BE7B2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A473BDA-9560-4DE4-8BCE-CDC3C443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F2B70B0-5758-4260-B0CB-8E707BC3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FD37AF8-9F24-4825-81FB-204A48ED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49592D-8976-437C-B76E-62A515B2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8044B09-3EAF-4922-B3C5-B6AB456A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4685D54-049B-4433-ABC3-5FB235A8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25247F9-E3AC-4466-AAC5-B97FF408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9449C90-05DB-4C52-90AC-4407701D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1119771-99DE-4E99-B88D-C9095520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AF56288-B27D-4AD5-AE94-65C43243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967FABA-700E-4AF3-B94C-4461A9C5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4AA805E-19AC-429C-A2C4-1168A6D3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25132C5-5A5D-4978-BB23-D76BBBEF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96E4F44-F91D-4DA3-B004-5B6A26B5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C935469-7AA5-4F54-8AEE-40E02EA0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DC85F79-1FFF-4097-A5A2-AFC48A4F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2C02316-1BB4-44F7-AB63-974858DF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7E27E28-80D5-4DD0-A382-EFDE7692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D600C8C-7707-4698-A602-588B7051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8A859F1-52EB-49B6-8180-50F339D5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E963D5F-D928-4980-85D9-51B1D4B7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859AC68-ABE5-46FC-96F1-9EC89BDF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AE2F7C6-78D5-495D-AF03-3930068D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8C5CA37-7BDC-4875-ACAA-90CE8DAE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FCC4B52-0EF9-4A33-A6F9-B0A1C869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ED82CBA-0358-4821-BB74-DA68035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1786FD4-9FA7-4EA0-96FC-7CB86352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8FBDCAF-BBD3-4A94-BFA8-F8BF7FE1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9B8C611-93BD-4F00-8C95-0D045EDE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D9EFE0-726A-4165-8F54-56CAEFEA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8F0000A-1691-4D7B-ADB3-330C4548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F8CAAFB-544C-4EDA-BBFE-0BEDD161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2148764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CAB3CB5-2F27-4FBD-A3FB-9980FB32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8A421-26C0-4E66-8943-55999D70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59683-EBC7-4766-91E2-58FFE2F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8FB45-703E-4139-873C-8B23A4C7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178AAD-DC8D-43E2-B165-1D1DAB58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1a04d4a23489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3EC2F6-71BD-4918-B348-A56C5502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B0085-935F-4D85-91E3-FE3EE1BA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6BFFBA-9698-4725-858C-43AAEAFA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2CE98-400E-4000-A351-C975D8EA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3AF02-E2A0-4A5D-B603-78863103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B3A7C-8B17-48CE-BE07-44364279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A435D6-CEA5-4CF6-9ED7-63A18481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B8585-BDA3-4A64-B080-6667DD71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8196D-99C8-4282-9079-715E9BAC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B94C26-EAE0-4631-9781-4DB72836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8A778-D390-4502-826B-0491E7D3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6196DD-53B2-4ED4-88B0-63A1FC4E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9D25B7-B0D9-4563-B299-833FBF0E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7F182B-C11A-4195-880E-BE738E64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015CB0-A60B-45E1-AE33-82B76615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915F61-BAA2-4363-A1FE-F77050B6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5FBD9B-F1F1-4553-A8A5-5618AAE9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F7EF41-E29B-4F9F-8AC1-A650C2AA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77538-316B-4D1D-8F54-07BE2312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B9575C-DE8C-45CB-946B-5DE75C45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0363E3-DC00-4D61-B755-9A41A3B9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9ADF2D-6B79-4A46-A6E7-29D25E47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54D367-96AB-41E9-B828-F6E6F55A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3F63D7-A5F7-46DE-B0BA-2367A54D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05BEC9-9481-4C91-9A20-9EF2E056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502269-6AC8-4532-8082-6F471691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3F0CE3-2A92-4BCC-9C49-30ACEDFB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34B13C-08D0-4722-9A1D-8163E84B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B50E28-7B49-41A6-A385-68D2376E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045BF5-E038-42B1-BAAE-AC0F4C22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12CCEA-FFF4-45AC-9531-2AE40177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5952A8-DF1F-46CA-A392-241FE303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4DC0E0-18CC-456F-906D-65A0971E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7EE619-2ED0-460A-BC48-7F417295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E3268B-665F-4FD2-9D93-938D2DDC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B1CE7C-3BC1-4B34-8E64-988FBB98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687CB1-7A2A-46CC-9264-5C6026DB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9848B4-3771-4887-8872-CC00A941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F22995-8FF4-47F4-BD28-381E5F96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968FBF-A000-4586-996F-BD7756CB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F78FBA-D478-4E9A-BCB4-8F1EC2B2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2D134F-AFE2-4538-97C1-AAB753A4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62B98F-29D0-4A53-A100-5692419D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96B641-227B-45FA-9E27-DE5773A8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D4585F-218C-430C-A1C2-351B973F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B344632-0C05-429C-8C20-1FE2B9FA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84EC4F-00BD-40E2-B16C-F2F3460C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39779C-E88D-4D55-A438-2C856BAE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6CBBCFA-B2AA-4423-8826-AE15C9EB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8911E5-3BBE-47B5-B39A-2D2A73E6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B26BB10-0C3D-4906-8C43-FE38DC61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7E07084-363C-4604-967F-5A725B37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0D670B-0CDB-4AA2-BD57-787D7607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B5D9DC-2347-409F-8C78-202C180D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EB0C2B2-31F6-4930-BBAD-4731D9EE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888256-5A9A-44B8-8217-678307A2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67866FE-B2FE-49B0-B275-363BA863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75F778-7AEA-4169-86A6-01B453A3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1EA57B2-53DC-428F-B197-E35DA81A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8D96B3E-48B3-4C77-838F-EB6C0D58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A90398D-700C-4A24-A4C3-050F2EDC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A7FCAF0-FD69-426B-8B1A-5A6D8C65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5BDFB87-27BF-4E52-96AE-8DC661EF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ED728B2-1250-40F8-A2D7-F933E8D9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E83235-DC68-49A9-8603-74647981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F6271BD-36AA-4454-8034-6E793794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9D96C1D-84B2-428F-8EF4-988430D9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BE29BC6-08EB-47AC-9220-CFD487BF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CBD33FB-0E1C-4DEF-B712-F7C92CC7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50BE5AC-88A3-4BE2-A1F5-1EBE9016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06D25A-99EB-4679-B2E1-4D6C4A21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AE0063E-CBC7-4EE5-89EA-627C2EDE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3ED246-A6F3-4331-AEEC-494D8075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428EBEA-DFFA-4EDA-8492-A8EA916A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A70CC35-B816-4F34-B585-DFCEF2B5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D1A230F-03C4-48C7-A348-CE1FF7B1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02DF213-62A1-41CA-8768-7F95851C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B69EC13-04C8-449D-8586-D9A2A9A6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D96DC70-899B-4411-A8F6-35A665B0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4F10E74-6487-4A18-AB82-F3A76F30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56B3787-7F96-49D6-B5CD-C99C3717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39531D1-DCCF-4538-8679-DF520122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DF97F6C-7F4C-40A3-AAAB-90228B92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60927AE-26C2-4969-A5EA-9B29DAFC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8D8CF38-91B9-410E-93D5-06EE703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528237-B7AD-489C-8DE8-99E9D8A4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0C7E71A-05E2-4734-9D6F-107D21E5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65FF67F-4B1C-4781-9CD7-45B94422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120E44F-CA95-4FD3-A44A-D9D53898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34F8AA0-62A0-46B6-8AF3-104D5CCD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03A7BA1-77AA-4D1C-AA4E-A6DA4B74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75DBD3D-D691-4F1E-BFAA-C4286B7F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BB43F0A-D2B1-4047-BE30-3BE7370E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CE86CD3-9FBC-4C8F-9429-E6531F33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EF34585-26E8-4C24-A01C-0480D040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FACB0C1-D41B-4E89-9BC4-B740F107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45E0494-E68D-4494-8A23-DE7D71D2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C73D638-0BA7-4B75-B816-D90D88E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7A10058-EC41-48A2-A311-2C9144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1546D5C-C6FC-4CF8-8D3F-1A842225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833D813-FEB5-4F5C-996F-1AEFB116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A06D108-0747-42D1-B962-9A0B8580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3C022A2-89E1-4255-B158-94A98F35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621C381-575D-4434-A5FC-ED8934FC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BA8D0C7-06FB-49F5-8B6D-B02F3591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0C87EA0-B287-4D51-901A-00710C28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0317659-0B0B-4D04-A26D-97DB4A3F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FA8A268-8810-4400-AEB8-ED848D51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9840C55-0EF7-433F-B09B-8F700C7D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F119AEA-7778-4A6B-9D22-81643926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AF8ABB3-D5C4-42ED-AB94-E08C5D4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FF8B71C-570D-4EA3-BD25-B467940C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1C3D7EC-9185-45CF-930C-3FE0BAA9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8358FF3-A946-4D3A-993E-DC9341B4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081C19D-6E82-48A4-BC36-D17DC531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3FBF8DD-28E6-4F94-8E4F-CBA4AEBF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530D19A-EF84-4BDF-A9BE-8CA7C491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4275D3D-1282-409E-8DC5-ACA6B601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D2DCBC0-AF53-41F4-BE03-82DB0F97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3E56275-C9C6-4824-A3CD-4C810F08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1195CE1-0999-4E49-AFAD-A991CA1A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32E16C3-4A3C-4F14-A242-9D940B18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52BB157-D2C1-4015-98AB-9E35AAE2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E85B14C-0942-4A28-9096-87F9A008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69BE2CD-1699-46C3-B2B0-BC26F3BB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29A094D-1075-471A-B140-B38346CB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0896AB8-2072-487C-BDF6-8A77F229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E495F43-328F-4A5D-9F54-2276B667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20287159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29FADD-4E93-45BA-9C91-51DBA938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4E51B-5ED9-4B9A-9EC5-C2257344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E1DAE-A8F5-48F5-938D-79E3A76C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A6862-289D-42A6-BA2A-1FD9FE5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a8a7dad9e4e8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68F8E-FAB5-4A74-AAB6-629EA262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60476-5B88-47D2-8735-4119198D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0ca56eec342c1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3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2026-08-26T03:36:34.1560000Z</dcterms:created>
  <dcterms:modified xsi:type="dcterms:W3CDTF">2026-08-26T03:36:34.1560000Z</dcterms:modified>
</coreProperties>
</file>