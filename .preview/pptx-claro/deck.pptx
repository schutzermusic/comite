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ef329e97e94e52" /><Relationship Type="http://schemas.openxmlformats.org/officeDocument/2006/relationships/extended-properties" Target="/docProps/app.xml" Id="Rdd8871233c3e46af" /><Relationship Type="http://schemas.openxmlformats.org/officeDocument/2006/relationships/officeDocument" Target="/ppt/presentation.xml" Id="R7cf8502e8f834f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0c9a183ef24179"/>
  </p:sldMasterIdLst>
  <p:notesMasterIdLst>
    <p:notesMasterId xmlns:r="http://schemas.openxmlformats.org/officeDocument/2006/relationships" r:id="R4e9d6af1f2be4f8e"/>
  </p:notesMasterIdLst>
  <p:sldIdLst>
    <p:sldId xmlns:r="http://schemas.openxmlformats.org/officeDocument/2006/relationships" id="256" r:id="Rda02093fd3ce4d86"/>
    <p:sldId xmlns:r="http://schemas.openxmlformats.org/officeDocument/2006/relationships" id="257" r:id="Rc517bfb592734260"/>
    <p:sldId xmlns:r="http://schemas.openxmlformats.org/officeDocument/2006/relationships" id="258" r:id="Rd3401158c1024187"/>
    <p:sldId xmlns:r="http://schemas.openxmlformats.org/officeDocument/2006/relationships" id="259" r:id="R708310c17b314374"/>
    <p:sldId xmlns:r="http://schemas.openxmlformats.org/officeDocument/2006/relationships" id="260" r:id="Rb37b4a703024482e"/>
    <p:sldId xmlns:r="http://schemas.openxmlformats.org/officeDocument/2006/relationships" id="261" r:id="R5828b7cc55a74a6b"/>
    <p:sldId xmlns:r="http://schemas.openxmlformats.org/officeDocument/2006/relationships" id="262" r:id="Rb53e6d0d81234027"/>
    <p:sldId xmlns:r="http://schemas.openxmlformats.org/officeDocument/2006/relationships" id="263" r:id="R6a0af0e5dc2d4f1d"/>
    <p:sldId xmlns:r="http://schemas.openxmlformats.org/officeDocument/2006/relationships" id="264" r:id="R565f944d0fbc4d43"/>
    <p:sldId xmlns:r="http://schemas.openxmlformats.org/officeDocument/2006/relationships" id="265" r:id="R3b891bf5139c4ce0"/>
    <p:sldId xmlns:r="http://schemas.openxmlformats.org/officeDocument/2006/relationships" id="266" r:id="R724a81d9e01e4e93"/>
    <p:sldId xmlns:r="http://schemas.openxmlformats.org/officeDocument/2006/relationships" id="267" r:id="R3c5aca5491974813"/>
    <p:sldId xmlns:r="http://schemas.openxmlformats.org/officeDocument/2006/relationships" id="268" r:id="R66ba943c256c4e4a"/>
    <p:sldId xmlns:r="http://schemas.openxmlformats.org/officeDocument/2006/relationships" id="269" r:id="R62044973393149fd"/>
    <p:sldId xmlns:r="http://schemas.openxmlformats.org/officeDocument/2006/relationships" id="270" r:id="Rdfc505847c9a49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b6a0e4684f475f" /><Relationship Type="http://schemas.openxmlformats.org/officeDocument/2006/relationships/slideMaster" Target="/ppt/slideMasters/slideMaster1.xml" Id="Rf20c9a183ef24179" /><Relationship Type="http://schemas.openxmlformats.org/officeDocument/2006/relationships/notesMaster" Target="/ppt/notesMasters/notesMaster1.xml" Id="R4e9d6af1f2be4f8e" /><Relationship Type="http://schemas.openxmlformats.org/officeDocument/2006/relationships/presProps" Target="/ppt/presProps.xml" Id="Rec4dfd28c32d4da6" /><Relationship Type="http://schemas.openxmlformats.org/officeDocument/2006/relationships/tableStyles" Target="/ppt/tableStyles.xml" Id="Rb619b7e8e9794c66" /><Relationship Type="http://schemas.openxmlformats.org/officeDocument/2006/relationships/slide" Target="/ppt/slides/slide1.xml" Id="Rda02093fd3ce4d86" /><Relationship Type="http://schemas.openxmlformats.org/officeDocument/2006/relationships/slide" Target="/ppt/slides/slide2.xml" Id="Rc517bfb592734260" /><Relationship Type="http://schemas.openxmlformats.org/officeDocument/2006/relationships/slide" Target="/ppt/slides/slide3.xml" Id="Rd3401158c1024187" /><Relationship Type="http://schemas.openxmlformats.org/officeDocument/2006/relationships/slide" Target="/ppt/slides/slide4.xml" Id="R708310c17b314374" /><Relationship Type="http://schemas.openxmlformats.org/officeDocument/2006/relationships/slide" Target="/ppt/slides/slide5.xml" Id="Rb37b4a703024482e" /><Relationship Type="http://schemas.openxmlformats.org/officeDocument/2006/relationships/slide" Target="/ppt/slides/slide6.xml" Id="R5828b7cc55a74a6b" /><Relationship Type="http://schemas.openxmlformats.org/officeDocument/2006/relationships/slide" Target="/ppt/slides/slide7.xml" Id="Rb53e6d0d81234027" /><Relationship Type="http://schemas.openxmlformats.org/officeDocument/2006/relationships/slide" Target="/ppt/slides/slide8.xml" Id="R6a0af0e5dc2d4f1d" /><Relationship Type="http://schemas.openxmlformats.org/officeDocument/2006/relationships/slide" Target="/ppt/slides/slide9.xml" Id="R565f944d0fbc4d43" /><Relationship Type="http://schemas.openxmlformats.org/officeDocument/2006/relationships/slide" Target="/ppt/slides/slide10.xml" Id="R3b891bf5139c4ce0" /><Relationship Type="http://schemas.openxmlformats.org/officeDocument/2006/relationships/slide" Target="/ppt/slides/slide11.xml" Id="R724a81d9e01e4e93" /><Relationship Type="http://schemas.openxmlformats.org/officeDocument/2006/relationships/slide" Target="/ppt/slides/slide12.xml" Id="R3c5aca5491974813" /><Relationship Type="http://schemas.openxmlformats.org/officeDocument/2006/relationships/slide" Target="/ppt/slides/slide13.xml" Id="R66ba943c256c4e4a" /><Relationship Type="http://schemas.openxmlformats.org/officeDocument/2006/relationships/slide" Target="/ppt/slides/slide14.xml" Id="R62044973393149fd" /><Relationship Type="http://schemas.openxmlformats.org/officeDocument/2006/relationships/slide" Target="/ppt/slides/slide15.xml" Id="Rdfc505847c9a49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f5949dc18949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663173a9464f12" /><Relationship Type="http://schemas.openxmlformats.org/officeDocument/2006/relationships/notesMaster" Target="/ppt/notesMasters/notesMaster1.xml" Id="R10d24e6d51fd41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a8a87149034f0a" /><Relationship Type="http://schemas.openxmlformats.org/officeDocument/2006/relationships/notesMaster" Target="/ppt/notesMasters/notesMaster1.xml" Id="R6678d21357b042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b0ad39e97549d4" /><Relationship Type="http://schemas.openxmlformats.org/officeDocument/2006/relationships/notesMaster" Target="/ppt/notesMasters/notesMaster1.xml" Id="Rf22da6d1132c46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c0ebac13c54f80" /><Relationship Type="http://schemas.openxmlformats.org/officeDocument/2006/relationships/notesMaster" Target="/ppt/notesMasters/notesMaster1.xml" Id="R48cee6b775bf41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2798316eb04002" /><Relationship Type="http://schemas.openxmlformats.org/officeDocument/2006/relationships/notesMaster" Target="/ppt/notesMasters/notesMaster1.xml" Id="R49bdf0dc3efd42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b27f776ad843dc" /><Relationship Type="http://schemas.openxmlformats.org/officeDocument/2006/relationships/notesMaster" Target="/ppt/notesMasters/notesMaster1.xml" Id="Rc7ae16c1d46e47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6a8070282047af" /><Relationship Type="http://schemas.openxmlformats.org/officeDocument/2006/relationships/notesMaster" Target="/ppt/notesMasters/notesMaster1.xml" Id="R67c8f719b5614b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3989ddb16545a1" /><Relationship Type="http://schemas.openxmlformats.org/officeDocument/2006/relationships/notesMaster" Target="/ppt/notesMasters/notesMaster1.xml" Id="R192a43a2cedd48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75e26929904b8f" /><Relationship Type="http://schemas.openxmlformats.org/officeDocument/2006/relationships/notesMaster" Target="/ppt/notesMasters/notesMaster1.xml" Id="R31b3076ef9e346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874132b3394407" /><Relationship Type="http://schemas.openxmlformats.org/officeDocument/2006/relationships/notesMaster" Target="/ppt/notesMasters/notesMaster1.xml" Id="R5575746b46954e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fb26f85faa404d" /><Relationship Type="http://schemas.openxmlformats.org/officeDocument/2006/relationships/notesMaster" Target="/ppt/notesMasters/notesMaster1.xml" Id="Rdf674ad828cc4e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9effe54a42428f" /><Relationship Type="http://schemas.openxmlformats.org/officeDocument/2006/relationships/notesMaster" Target="/ppt/notesMasters/notesMaster1.xml" Id="R79e98f76410546d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868b4286c447b2" /><Relationship Type="http://schemas.openxmlformats.org/officeDocument/2006/relationships/notesMaster" Target="/ppt/notesMasters/notesMaster1.xml" Id="R3a0815c71577470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cc55d78dd94094" /><Relationship Type="http://schemas.openxmlformats.org/officeDocument/2006/relationships/notesMaster" Target="/ppt/notesMasters/notesMaster1.xml" Id="Rfa26b762d1d045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f2de44bab94d56" /><Relationship Type="http://schemas.openxmlformats.org/officeDocument/2006/relationships/notesMaster" Target="/ppt/notesMasters/notesMaster1.xml" Id="R0270209eedfd4f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f76a9683448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c46223051440a2" /><Relationship Type="http://schemas.openxmlformats.org/officeDocument/2006/relationships/slideLayout" Target="/ppt/slideLayouts/slideLayout1.xml" Id="R3788b82bd98140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88b82bd98140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f29132fbf54a59" /><Relationship Type="http://schemas.openxmlformats.org/officeDocument/2006/relationships/image" Target="/ppt/media/image.png" Id="R6c6e67112d3e46f2" /><Relationship Type="http://schemas.openxmlformats.org/officeDocument/2006/relationships/image" Target="/ppt/media/image2.png" Id="R37ce208ba1c146f2" /><Relationship Type="http://schemas.openxmlformats.org/officeDocument/2006/relationships/notesSlide" Target="/ppt/notesSlides/notesSlide1.xml" Id="R22e34d90066e43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0239516e3457c" /><Relationship Type="http://schemas.openxmlformats.org/officeDocument/2006/relationships/image" Target="/ppt/media/image3.png" Id="R41997526c4654873" /><Relationship Type="http://schemas.openxmlformats.org/officeDocument/2006/relationships/notesSlide" Target="/ppt/notesSlides/notesSlide2.xml" Id="Rdb05b52bdab34a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3de50ea7a4835" /><Relationship Type="http://schemas.openxmlformats.org/officeDocument/2006/relationships/image" Target="/ppt/media/image4.png" Id="R7a97611ac5824a20" /><Relationship Type="http://schemas.openxmlformats.org/officeDocument/2006/relationships/image" Target="/ppt/media/image5.png" Id="R75a615180bf34f8f" /><Relationship Type="http://schemas.openxmlformats.org/officeDocument/2006/relationships/image" Target="/ppt/media/image.svg" Id="Rca62c6035ec54d2c" /><Relationship Type="http://schemas.openxmlformats.org/officeDocument/2006/relationships/notesSlide" Target="/ppt/notesSlides/notesSlide3.xml" Id="R69f7608e534f4c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0731d52864389" /><Relationship Type="http://schemas.openxmlformats.org/officeDocument/2006/relationships/image" Target="/ppt/media/image6.png" Id="R0defd8b149964c84" /><Relationship Type="http://schemas.openxmlformats.org/officeDocument/2006/relationships/image" Target="/ppt/media/image7.png" Id="Rab491aa2e6a042a4" /><Relationship Type="http://schemas.openxmlformats.org/officeDocument/2006/relationships/image" Target="/ppt/media/image2.svg" Id="Rdcc260b92b1d409b" /><Relationship Type="http://schemas.openxmlformats.org/officeDocument/2006/relationships/notesSlide" Target="/ppt/notesSlides/notesSlide4.xml" Id="Rb960560c91564b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492bc3f934de1" /><Relationship Type="http://schemas.openxmlformats.org/officeDocument/2006/relationships/image" Target="/ppt/media/image8.png" Id="Re95a1cd224ff47c7" /><Relationship Type="http://schemas.openxmlformats.org/officeDocument/2006/relationships/image" Target="/ppt/media/image9.png" Id="R18137045c6fd43f6" /><Relationship Type="http://schemas.openxmlformats.org/officeDocument/2006/relationships/image" Target="/ppt/media/image3.svg" Id="R1f6bb7733a2743a2" /><Relationship Type="http://schemas.openxmlformats.org/officeDocument/2006/relationships/notesSlide" Target="/ppt/notesSlides/notesSlide5.xml" Id="Re6b8b30c8d034a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2975e967a45f6" /><Relationship Type="http://schemas.openxmlformats.org/officeDocument/2006/relationships/image" Target="/ppt/media/image10.png" Id="R93dbdf7a018141aa" /><Relationship Type="http://schemas.openxmlformats.org/officeDocument/2006/relationships/image" Target="/ppt/media/image11.png" Id="R5ecf81f199834e6a" /><Relationship Type="http://schemas.openxmlformats.org/officeDocument/2006/relationships/image" Target="/ppt/media/image4.svg" Id="R2da63a96c08d46a8" /><Relationship Type="http://schemas.openxmlformats.org/officeDocument/2006/relationships/notesSlide" Target="/ppt/notesSlides/notesSlide6.xml" Id="R0340b061b3164a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6b3f7c06d4119" /><Relationship Type="http://schemas.openxmlformats.org/officeDocument/2006/relationships/image" Target="/ppt/media/image12.png" Id="Rc0daa43f59ae4e08" /><Relationship Type="http://schemas.openxmlformats.org/officeDocument/2006/relationships/image" Target="/ppt/media/image13.png" Id="R2d71f3db52404043" /><Relationship Type="http://schemas.openxmlformats.org/officeDocument/2006/relationships/image" Target="/ppt/media/image5.svg" Id="Rc7b104422aec4fe0" /><Relationship Type="http://schemas.openxmlformats.org/officeDocument/2006/relationships/notesSlide" Target="/ppt/notesSlides/notesSlide7.xml" Id="Re93425f4069649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a3375fbea4a9e" /><Relationship Type="http://schemas.openxmlformats.org/officeDocument/2006/relationships/image" Target="/ppt/media/image14.png" Id="R80993cadf5dc49be" /><Relationship Type="http://schemas.openxmlformats.org/officeDocument/2006/relationships/image" Target="/ppt/media/image15.png" Id="R4ffb4ec6d33d4a45" /><Relationship Type="http://schemas.openxmlformats.org/officeDocument/2006/relationships/image" Target="/ppt/media/image6.svg" Id="Rc6cb0801e2b74080" /><Relationship Type="http://schemas.openxmlformats.org/officeDocument/2006/relationships/notesSlide" Target="/ppt/notesSlides/notesSlide8.xml" Id="R2d64f60cdb7b45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37dd75bf84d15" /><Relationship Type="http://schemas.openxmlformats.org/officeDocument/2006/relationships/image" Target="/ppt/media/image16.png" Id="R768a3751562a4f19" /><Relationship Type="http://schemas.openxmlformats.org/officeDocument/2006/relationships/notesSlide" Target="/ppt/notesSlides/notesSlide9.xml" Id="R3823884672e749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ca9683baa4463" /><Relationship Type="http://schemas.openxmlformats.org/officeDocument/2006/relationships/image" Target="/ppt/media/image17.png" Id="Rf260588ed459466f" /><Relationship Type="http://schemas.openxmlformats.org/officeDocument/2006/relationships/notesSlide" Target="/ppt/notesSlides/notesSlide10.xml" Id="R808d58d1d5254e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35fddbd554ad2" /><Relationship Type="http://schemas.openxmlformats.org/officeDocument/2006/relationships/image" Target="/ppt/media/image18.png" Id="Rcd5aae8f826f46d8" /><Relationship Type="http://schemas.openxmlformats.org/officeDocument/2006/relationships/notesSlide" Target="/ppt/notesSlides/notesSlide11.xml" Id="R1da5a45e59b34d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9819e45704b99" /><Relationship Type="http://schemas.openxmlformats.org/officeDocument/2006/relationships/image" Target="/ppt/media/image19.png" Id="Rc782a2e4e2194112" /><Relationship Type="http://schemas.openxmlformats.org/officeDocument/2006/relationships/notesSlide" Target="/ppt/notesSlides/notesSlide12.xml" Id="Ra772a187d67f469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2dfce62cfa4d91" /><Relationship Type="http://schemas.openxmlformats.org/officeDocument/2006/relationships/image" Target="/ppt/media/image20.png" Id="Rb0cd2e2545a04d44" /><Relationship Type="http://schemas.openxmlformats.org/officeDocument/2006/relationships/notesSlide" Target="/ppt/notesSlides/notesSlide13.xml" Id="Rd596c1d35c8646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33c5224584277" /><Relationship Type="http://schemas.openxmlformats.org/officeDocument/2006/relationships/image" Target="/ppt/media/image21.png" Id="Rb967e9c1fd814c39" /><Relationship Type="http://schemas.openxmlformats.org/officeDocument/2006/relationships/notesSlide" Target="/ppt/notesSlides/notesSlide14.xml" Id="Rfb6a3928a0f348a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9cce5011c4460" /><Relationship Type="http://schemas.openxmlformats.org/officeDocument/2006/relationships/image" Target="/ppt/media/image22.png" Id="Rb8fd7d5b21da49b9" /><Relationship Type="http://schemas.openxmlformats.org/officeDocument/2006/relationships/image" Target="/ppt/media/image23.png" Id="R0e7e1fce3b4542b1" /><Relationship Type="http://schemas.openxmlformats.org/officeDocument/2006/relationships/notesSlide" Target="/ppt/notesSlides/notesSlide15.xml" Id="Rf84bd718c9de45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A11889-7CA1-492A-A180-1F3FCE74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04F87-C832-4EE1-B1D3-57BE50B6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09BF4-5D47-4BBE-ADD5-2BDE9C9D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e67112d3e46f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7FF6D-0974-4540-BC98-29520C07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201A8-00A0-4C0B-9963-50A7E6DC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e208ba1c146f2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D7FD7-9C02-4B5A-ADB3-E4885C75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03838-2280-4DC7-8579-4242A894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159CF-0B99-4D3D-9E30-6BAEB757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0474F-7A62-44E6-8FC0-42867280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35B51-DD14-4CE3-ADE8-EC167C88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B282D-B2A5-485D-8967-542EB792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A5236-FCB5-407C-9D93-FC5BDB7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FFF37-775D-4EAA-8A6E-9EF0CF66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261E37-3A42-4172-ADB1-6AB9E8CD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115692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E5FAF7C-C9DF-43EA-93F0-A36F229C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9881B-DD91-4683-A1D5-36D2998D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64571-A5D4-44C1-88C6-C778CD94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12257-9D7A-455C-8560-6EC19635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2CAF8D-63A9-4447-8D0E-F0FFCCA4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997526c465487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45E0D-9BD3-4B5E-872F-BAD2BB96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B632B-27C2-4F5B-B1C2-1DAD9E01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E8E0D-53F8-4B1D-8828-95B0FCE7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3468E-6851-43EE-9CBA-CFC0C83A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4EAA12-CB53-4EBD-9EC7-9CF9D7A3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65EAA-818A-407D-8BDB-CFD80898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3A0C5-C6AA-43C2-A1DC-2BED9B80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5935A-1275-450F-8406-784930F0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8C528-0DE1-4DC5-8B0B-7633E340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F0947-6B03-45EE-AAE8-28ED6C45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CA9F6-FD97-45F1-ACE5-1F7196F4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42F6C3-1169-4255-905D-B51E0929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E631B-531D-4646-82EE-7E942F66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C8E2A7-0A3B-450E-9187-68E8238A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599748-BC00-4528-9CE3-9B832103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8D6D5-4E25-47A5-B4C4-9F8D7315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C7B3D-C54A-488B-B13A-C67E2945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7AB488-45F7-4216-BF4A-091F3C3D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AFBEE1-EF9F-4DF0-A3D8-5E1248BB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353B58-ECC2-4B06-90FF-D9A76F9D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967624-FE42-43F1-B1D3-8977FF5E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A22ACF-F755-47B7-82D8-F324E429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AEDEB0-15E1-4E74-A467-51928DA0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6F8912-8B7F-452A-A4B3-9C900EA1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56625C-CF7C-4892-80DD-11AB170E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154CE2-A645-4100-9613-FF69EB04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0C4B4B-2EB8-4A18-A162-1474A18A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35D8C5-624D-4ED4-9338-D000E635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44937B-2E6E-413C-B843-F5495A0D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764323-319F-4D77-8960-098238A8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293DE1-B4A6-486B-9B6E-E10532F6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02DE4F-F944-4F5A-A211-8F309ECE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8F8518-8D9F-42A1-87AB-EE107329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D7D56B-C940-41C4-9B37-7CE966C0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FA577E-1026-4818-BA34-5A985C88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6305283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FFCE521-F7DB-4B7F-8D41-9E8D8310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40526-296F-4047-B9AC-D0604FC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53DAF-75A0-4A59-9D83-A6774263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01EB0-FD0C-4081-896D-F6D55D17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83173-5DF1-4F21-AFE7-F7DA5A33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7611ac5824a2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C2993-D55C-4C7B-A2F3-3F6A1801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17B03-09BD-47EA-9423-B5D1E45C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4080E-154E-4EB8-996D-35E6E78C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27A3A-03AB-4592-9174-A92828EF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E5AC4-040C-4C32-B7F2-61739EAD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81AB7-DF14-49E7-A030-265F205A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4D2B8E-41BC-417F-8007-433D7643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808DA5-AABB-4924-BF88-337D8588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87E1E1-4D22-453F-AD06-4763CA6F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56E53-6ED4-4B7D-A41D-89FD909A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F26BCB-E0FD-4533-8092-15F0F9FC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BFA417-E15C-4FDA-9A2E-EABCE1A5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3CE3BF-9FE5-47F7-8D16-F1613215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94EA5-72E3-441D-8D4C-0795C12D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FB7F05-E00F-47E6-BD8C-78BF34FA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2C268E-37BC-41A2-AB86-4BFA9019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C1B8D6-CE88-483A-B7C2-176EA6E6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6C7EB4-82BF-49F4-BC3A-951E1A78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C25CC9-A380-46DC-95AD-C089A322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07DBFC-8495-49EA-B6F3-DE11B2A4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F8514-8BD1-41F0-B8BF-78521BE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86239A-BC80-4B21-BEED-B70335C4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B62B4A-7A41-43E4-A109-013A5572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D60275-97EE-4DB6-A024-F403A3C8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D6AFAE-AFCF-40AA-8B53-43B8E964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859DC9-B46B-47F6-BC41-F295091E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0AEF8A-1EA0-47E3-99E9-D1E64E90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BA0A0D-9A5F-44CF-B070-930DFE32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A36B60-0C27-4FAF-8630-4F66A2BB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B66394-A506-45A0-9BDD-DE04F2FA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391C69-6CDF-45E4-8D06-BE69ADC3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615180bf34f8f">
            <a:extLst>
              <a:ext uri="{96DAC541-7B7A-43D3-8B79-37D633B846F1}">
                <asvg:svgBlip xmlns:asvg="http://schemas.microsoft.com/office/drawing/2016/SVG/main" r:embed="Rca62c6035ec54d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E16F42-CDFB-42F8-A2CF-6D18E872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961E2A-E677-491E-A0D0-5AE538BD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DAA997-498A-4D5E-A492-07874BE6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B133D2-00B7-4F19-872D-67F6E62B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3F1463-A2DC-4D68-9A4B-90E867CE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5D04F4-77F6-4073-ACF4-98454524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F2D305-1F21-4E83-894A-26182CAA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FC3010-BCBB-4390-BEDF-C5315142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67A708-1B94-49DF-8188-3CA9D7CF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C5D59E-24D4-44B4-9D80-C2F06CB2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4973DE-58B2-403E-B68B-A806F365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C14550-AA74-4BF2-91B0-95ED6EB5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F98381-0E1E-4423-BB97-8FFBA716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AE12121-4A12-46A7-8867-2466EBEA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8DB07C-BAAA-42A7-BC03-81224104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01D7A6-5206-4324-BEF9-2D360F09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3C5CE3-1942-4654-B0E9-C2DD48A3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9281FC3-76C7-4822-B841-A6EC801F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6610421-6157-46FB-93C3-89E1C214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7BBE-D1AA-4069-8046-9F0AF766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15C6F62-436A-457C-8E64-F4EDCE93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8E52C07-439D-4FC6-A9F5-E3D4C12E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CA2520-9171-427D-85B3-3B5B69FB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0DD0D7F-17BF-4D6B-8C53-C3AFA0B6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F962BEF-F3B4-4687-9501-DABC8532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3CEA95D-2DB1-4819-84E0-7A399A40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8EA55DC-6538-4E84-822E-7F2AD91A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10B7659-3484-4760-8550-FB873D9F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A35790-0CA1-4557-B72D-B86FE4C5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B6AEA1F-1181-4041-9A42-562A74E4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EF629B3-40B7-4C31-A28B-098F7FEB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B025236-8BE6-4760-9B30-AFA994EF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4FFCDCD-CA5D-4ED9-B9D5-3E92B812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770851B-9EE0-47FD-A908-932FA2D7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8A91241-5EC6-4FB2-89D9-D69D4364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D99761D-9171-4AB5-9870-4B1601B6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650223B-DC35-44A7-B3AE-469D5EBF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012676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7153C8-62FC-4630-A171-4B95F46F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65134-C2A8-42F5-AFB9-44DDC6B7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AF7C6-1B87-43B6-8736-B44FF183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7B935-89A7-4E4B-A3B0-C86606E7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ABBCD-C956-4935-96A8-144813EE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fd8b149964c8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5D7DE-1039-4CB5-8B0F-4102CB72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D27809-687B-4CBB-8701-5C956689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974BE4-9DCB-43F3-B2F8-5E9EC4A3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F8626-6ABB-4053-809C-188DCF9C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4C6CA-537E-4623-9744-787F863E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491aa2e6a042a4">
            <a:extLst>
              <a:ext uri="{96DAC541-7B7A-43D3-8B79-37D633B846F1}">
                <asvg:svgBlip xmlns:asvg="http://schemas.microsoft.com/office/drawing/2016/SVG/main" r:embed="Rdcc260b92b1d40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67A61C-7D47-4DCE-B24D-12073E24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69279-9220-4D51-948B-24E61761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CE5FD-7D51-49EF-B5F4-1042A8D3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0E0AB-526D-4CD6-A8FE-7BBDE833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D0AA9E-33DD-4153-8469-98237380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D4023-773A-43B4-B44F-FD779BC8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28E3A3-E839-4ED4-96A8-8EC011B4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BAA85-5338-4DEC-9CDB-C8D7723B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822452-5093-4815-8D13-9538DAED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013E2E-87DB-46E8-BC72-87FD2001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C2B19E-49ED-4A7C-9E2E-3C209B1C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351AD5-D9BB-4F7A-98CC-36DC80FF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7DEC33-425D-4C77-AF0B-F2243C62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4F713C-F60B-417F-8270-B17D4899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1C6398-400C-4DEA-B8FF-88F8A62B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803BAB-0E82-4380-B688-8E9741CF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649D07-1F86-47D7-8171-D2DE8D74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04191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2A1B8D-51E8-43CF-9B58-18359FDC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55E11-1750-4407-8738-38FB667F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DEFF1-E2D5-4A55-9668-B3525D0D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3DC2AB-3E4D-4DAA-800C-E92C27AE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10674-4D7B-4A57-B61C-43C0CE87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a1cd224ff47c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8BF31-C044-44F5-B2CD-A6F3D248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33EAA-98B6-4195-A8FB-2E4347B0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0D3FB-35BF-43A1-A5E4-3358BD5A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37EE97-122F-4D9F-AF31-D040A288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4B16C-2614-4F61-B697-0F088F4E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37045c6fd43f6">
            <a:extLst>
              <a:ext uri="{96DAC541-7B7A-43D3-8B79-37D633B846F1}">
                <asvg:svgBlip xmlns:asvg="http://schemas.microsoft.com/office/drawing/2016/SVG/main" r:embed="R1f6bb7733a2743a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A68A6-B2E4-4EB7-BBD3-7724C6FB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8B708-8BAC-4C67-909D-8AC86E28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54F66-9377-44B9-A2F8-A9157B11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45DA8D-47D9-472D-9C88-97674599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2F4AE1-2C04-4578-9FB4-B31538CB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F2B765-97B7-48E9-8217-80D86A2B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63170C-CB2B-4900-84DA-7E6E1510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E7B1B-B4E7-454C-B869-B00B8168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394A4-D198-4C2C-9898-8D0E871B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BD448-E473-4988-96EE-09BDB909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2A98F8-534C-4A2B-9D93-9596C0D5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747769-6D5A-463A-8BC7-4E1A2BEB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12F618-A9CC-4B19-BA29-B35042D8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518796-F86C-4F7D-BD69-A139F8D0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40BA57-1FF2-4CB2-9285-8D33F318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C63D27-9BC3-49B4-BF7A-FA2CF994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A4EB9C-BF9A-4324-87E9-F37A1CC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A2E787-FA77-47A1-9D0E-631303EE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A9CCB1-4D77-4BA3-BB92-A0F95658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B71EE-9E71-477D-8A42-554ED63F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823964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A0279-8681-4C2D-AC5F-FB158246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0F255-D247-40B8-B238-101ED894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BBC21-6A3D-4E15-9CB2-B14EF0A7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F2F40-58E9-4908-9E6D-622B33C5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0FFE3A-7F26-485C-B78D-E40D17EF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bdf7a018141a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57230-F73D-401B-A829-0EC5F62A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73044-B04E-41AD-B447-891741A3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47544-FC87-40F9-8A7F-2B2D28C1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6907E-D14F-4755-AEA7-0DE335BE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5C6A1-DC3F-43CA-91F7-41BF2526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f81f199834e6a">
            <a:extLst>
              <a:ext uri="{96DAC541-7B7A-43D3-8B79-37D633B846F1}">
                <asvg:svgBlip xmlns:asvg="http://schemas.microsoft.com/office/drawing/2016/SVG/main" r:embed="R2da63a96c08d46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570B0-8293-4608-8721-07F6D97A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0A0112-2803-40AB-875C-B92F7C6A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24C4E0-ED7D-4A60-AE89-73484E6C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3261F9-E2EC-4D0F-8F93-BC0AA688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AACFCE-B06C-427F-BEA2-2496C936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F731DC-0E2B-42A6-ACDB-C156F426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C93079-50E5-4A35-9193-215176E6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DF77EF-AA52-4303-BC58-6B4444A9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3192D1-ACF3-4A69-96B3-C7364EEC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5A7C99-2A8B-4156-AC3C-88E74C46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B5049B-FDE3-4CD5-9EC0-C3BD20E1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53AD72-4BF1-45E5-B148-DA45541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7B06AE-EDA9-4293-9F01-55C0A8EB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988ACF-F314-4CC7-A0A4-33577FD6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0250406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DD44BD-B12E-4178-B223-A388535B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39371-C8B1-4193-91D8-4A820EDB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85257D-36E5-42E1-B18E-F3304B2D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B54F9-7229-4006-A5CA-0CA50B16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98D5B-4455-473B-9F61-B41DF856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a43f59ae4e0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F80B0-F383-427F-A114-C9631B70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643266-5448-4ADA-8858-C2084D60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E53B6-529F-43AC-BA30-1BD88062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00678-5535-46FF-9D45-72DEC76E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8E617-82F1-4929-BBDA-683E5F40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71f3db52404043">
            <a:extLst>
              <a:ext uri="{96DAC541-7B7A-43D3-8B79-37D633B846F1}">
                <asvg:svgBlip xmlns:asvg="http://schemas.microsoft.com/office/drawing/2016/SVG/main" r:embed="Rc7b104422aec4f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74AD7-8E5E-4E3D-A1E6-C09E5DA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1FE18C-2B25-4F03-91AC-B90711F8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FFC6D-8751-4863-A6AF-8F549A9A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7669A2-1584-4158-86D1-9BB8E75A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D3AB3-46E2-4EDD-8D55-79B34D69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EB356B-3CA9-488D-974C-DF778CCA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6597D3-975E-42D9-8927-F67166D3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5D414F-FF53-4665-BC33-D51083BC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E96F90-7121-43C2-AA0D-CCEBE3BD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3AD61D-3921-45E7-8166-E06C8A8D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CEDB2C-DFA7-4CEC-A2D4-3A8264B2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E476A0-84F6-42A3-B992-EC3870C7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7F43EC-4A4A-46BA-A5A6-46A419D9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DBDF65-4E4E-4D81-91D5-9410C718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293797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299858-E889-45E3-97EC-C107D8BC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3B066-CE79-480D-9DCA-DC30C983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9F45A-8E20-4148-8954-2BF24CB7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2258A-2944-4F8C-BC5A-19DC3AF1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40C7F-2E2F-48DB-8E13-99B20E63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93cadf5dc49b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DEC35-8A3A-4B14-8195-AF85B06B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81F06-E022-4723-9AC1-607BEADA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119A9-407C-4E4E-A41E-8CA93898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7E9A7-A9B1-4C26-A411-1EFAA733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A331E-3ED5-495C-868A-39A35451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b4ec6d33d4a45">
            <a:extLst>
              <a:ext uri="{96DAC541-7B7A-43D3-8B79-37D633B846F1}">
                <asvg:svgBlip xmlns:asvg="http://schemas.microsoft.com/office/drawing/2016/SVG/main" r:embed="Rc6cb0801e2b740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0BFAE0-7EE0-4E42-B7E3-57F0B644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3F9314-8CCD-4F0A-9926-2A05AF74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9821C-ECFB-4A71-8BEF-D683EE4B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4B3ECB-94FB-43D7-BC33-1A0C85A3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D98589-BFF0-47D1-B76E-2979050D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97B2AC-22E9-4C2B-A220-A99B936F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6D5B7-54E7-4524-B86B-3BA6E344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BAFC0A-CF8A-4217-9FD3-9FCB2D38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FF3387-E8E4-4E3A-906D-113515DA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3D2A58-C08C-41A6-9A54-24E86F5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B3BEA4-2E14-4B51-A4E8-C1545D1A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E036DB-7CC5-4AEA-BDB6-5FDC033C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14974E-CFDC-43DE-9EF2-BB03AE93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984834-09FF-4B50-8ABB-B90410B0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310CA8-6531-434B-8F0A-B8AB95F4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EC0EAB-7556-425F-8568-51223A7C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B876E8-EB37-4F55-8B0A-23187656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53CAC7-AA67-4A72-9553-CEC046BC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AC1F5B-B5A9-469C-895D-4F75271D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A67930-FDF8-4EB5-AB11-D461FF70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77D9D-E812-47F4-A373-79435111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D9EACE-726B-4C38-9105-9B7EC010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6514756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395FB7B-3E6E-43A9-A03B-F7980283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0FDDA0-8E8A-43AD-B9D7-88194E8F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35D32-BE7C-46AC-AA4E-39C7D802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E6CA1-67AE-4995-888B-E39AF8D4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7DCAEF-A70B-4643-92FF-968A20D3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8a3751562a4f1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0847E-B07D-46CE-9AE6-8F9CA65D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9936C-2E87-41D9-9A8A-CD5978C2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F6AA3-F328-4AD4-93C8-895ED004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FC2473-32EE-4AB7-B6F8-A875E7F7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0ECC9-EF36-4B7B-96DA-3EC3B194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27B922-570C-4611-9CD1-3514ECC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941EA-48CD-47B8-9855-4213CB0E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58F59-5F72-4738-BE7B-03D68711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441D4-2E6E-49D4-A5D1-5A01B624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875EF0-982D-4CF8-89A9-9A7CD7B7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5A19A-0A1D-46AA-BAED-12071ED8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FF812-2001-4921-8F0F-CAC96A65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C56F11-FC4F-4994-A283-26336FF1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C6B474-FCB4-48DF-8E42-67BEAC6F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9B88EC-39B1-493B-A874-052CF701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7305DB-CA19-47EA-A691-C2F634A5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5E6D98-DB4A-4ADE-8ECE-C46CBA36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CA2C43-5B7F-404C-BD2B-6394CABD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FB6E51-D1F2-4054-8AA9-DE423B5A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EFBD3C-BBD8-49C2-88C2-CCB6ACC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EFC585-6C1F-4A3B-BBBF-22B74DCC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7FE5BD-53BD-4044-B9D2-70A3E8BD3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F1F5EB-6DB6-45B0-9E58-C9DE279F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9EAA87-C1F3-42CB-92CC-FDD02166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FCF82F-B1B9-4CBD-B130-F7BD3334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8FE3D0-3C84-4C22-90FC-66962123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9772CE-0576-4102-8D3F-9B84CB97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5D7B70-A0AE-4C06-93D6-4B9231DA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BA3671-5307-421C-AA26-4B65F3C6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D56ECB-6099-4129-ACDC-2048947D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27246B-10A9-44DB-BFAF-FF3BFB56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AD9573-CBFC-4D41-B0B9-AADAC214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C7F7F7-F65D-461A-A0CA-14F4759A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EA8E80-511E-41AF-8F02-2F2793A2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6D4BA6-8DCC-40FB-817B-23D76CBE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157CD5-8057-4B8A-854D-05808AC3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C88CFA-3BB7-4831-95D2-D5640CA4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AAA6B7-AD87-45AC-B22F-74B47136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84EC21-F9AA-4F60-81F8-C335FD3E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8D97D4-92FA-4F08-94AC-3E6D90BC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8F4B8B-5E95-41B5-8959-D3E61713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EBDC6F-5FA4-4070-88E8-0929AF5D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2CD510-AC53-4A89-A80E-264B9E29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08ED61-E1FA-4C42-90EC-0EB104B6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61D2EA-8C53-4B48-AC6E-8C998E98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1B17905-70B5-4D45-AFA3-7F9D77B5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5C28C9-D1BA-4D8D-9E70-2B249FDF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AFEC9B-552C-4D46-BFDB-A026FD91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7DA5DE3-381E-4A18-A905-A3024438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784B62-3797-45A7-9B86-8ADFCC7F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895B010-3B03-4621-84DD-D79B875A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83BD239-EF80-4310-8260-3F2A0FF0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A56681-E4D1-4865-B97D-AD790A7D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EBCDCE-E6E9-42B2-83C8-F013D6BC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28A4CE4-6DD7-4AF2-BF98-9226A3DC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D02E617-61BB-49B8-B340-ED7A2A46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35E27D1-49B8-42C3-933A-F2BCE0A3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7C54D9-2E93-4C0E-9FBA-465ABE45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8BBF1DA-326D-458A-80F1-A1101EB1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6C97320-9ECC-42EF-8C7E-0DBBA7C7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781B26-EAC6-42A1-8009-5697838C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06884A6-9DE8-4B6E-88B9-54BFACEE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2F2D058-0647-4AF5-A9AA-2736C5E3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5AB671-6C91-4F96-AD34-E63191B1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EA597B-EE28-4078-B4B8-2E304188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A72B87-6531-4989-B55E-79D18B9F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D34F5CC-25D1-40CA-B511-EE197D33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1F5D6D0-0865-4933-B37C-3DE70A67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02136B-1CA3-4529-9650-39A9D55F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85DD5D6-FDB4-4C70-918D-B17BC968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894989-1AA3-42F7-84E2-E1815C67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F3425E8-87A5-4F24-B0B2-C0E18AB8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051B873-5448-460F-A70A-47D392CD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3CBBDFA-402B-43DC-A890-CBC6C623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1931377-5B9B-431F-AC32-5B418F20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3455C62-A679-497B-A19A-74C02444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E1701AF-D0B5-422B-82CE-461AD386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B7F3DF8-211B-4ED9-8A83-47DF41AF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81387BF-F9EC-47C6-AABA-E2AC78D4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8912750-6038-4AD3-8F65-6FDE9F43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BC48C78-6D4B-4254-9EF4-815564D8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5F770EA-3125-4063-ACFB-78DDF77F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BEAE0CB-92A1-44D9-9E63-01EB4E68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A659A5C-D2A6-46A7-8EF7-FC4D526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475D780-5837-49CC-B4E1-798C0A58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7837601-1770-45E1-ADAA-0B713CC4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948D4FF-449D-4CB7-9C69-F8A1DD90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67B0329-8B1E-46CB-A515-3B9AD4D9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0D20CAA-5AC5-4EEF-B4B1-CEAD2433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741684B-7863-40E1-84D6-FA5A49E6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3D32C88-2E52-417A-A21E-FCB1B207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2098119-1CEC-428F-94FC-FC7F82C1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C834143-24F8-445D-B6F7-5A0ECB75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15392A9-EB56-4F24-B789-E872659C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63B3D6D-9B0F-4F81-AFCA-5B66B120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7268161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E3B0C4F-A1FF-48BC-8FC9-A050AF4D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83DF2-A657-46B9-972A-064EF4BB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5C4A1C-B13B-41E5-B892-23A81BE6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ABA94-9833-4A2E-858E-27727B36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D9865-2087-4668-8936-B23EBF78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0588ed459466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A9031-9D75-4552-8CA5-F20ECE29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79FC39-F947-4667-8A22-95645824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5FA5F-54FE-46A5-9D90-48112277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BB874-AFBB-40CE-871A-9105ECA2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56D9F-8461-4F8C-860F-401728D9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B2366-A1D6-45CF-A12B-001B1D73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817A5-6CCB-41CC-955A-148EB42D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3E697-6540-43F9-BD86-0D6C673A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36E65-D10C-4E00-BB49-842A4B06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EE782-BEB2-4C1C-BB31-0BED0F62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6B9A1A-7D32-478E-8A04-813B2C10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7C9E2D-A03B-4984-B108-F0674F41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495B5F-90B3-4BC7-A382-4F145EC9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543CDE-60F7-4572-ADA0-CDCE12D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595A4-B1FC-46D2-852B-B8C4E7C9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C136F4-495B-405C-9082-5C524535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F8A501-2998-48A8-9782-D32B15B0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E7D78B-DA0B-4B59-B571-15478340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0CB94-2E75-4A07-9DD4-8167BC8E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D933C-6838-4F5B-B3D1-F727F4C8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86C833-BF0A-4F49-B1BB-04D2E0D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01EEB6-46FE-4112-8A38-99EB87C8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13EBB9-E9F4-4FC9-8366-1057B17A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D4F954-1E2F-4A25-AB71-788F6646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DDEF24-6BBB-4391-A6C1-99F0C1A6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9AAA55-1740-4DA8-9988-F9D976D9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FDDA88-6FB4-4CEF-AED6-7F7F1491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C7FE22-F992-4436-9D21-8FA9B71F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361911-968C-4748-AA99-52D91AC2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191592-53DE-470B-BBFC-669A1C61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58586A-2E5C-4E23-9BF4-7CA64ACB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CFFE74-FE1A-482A-8E9F-AF2CC0AF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0B45F8-0FEE-4D06-BA1F-6976E265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E5BDB5-7CA8-487F-BAD9-6589B9F5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CF5E89-B836-4FDC-8F6D-9CF0D305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5233FC-3BFF-481D-939E-CD2248D1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3FF8FE-E870-4766-9824-73D2F52A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B3896D-C8FB-40C8-ACE8-E7940634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5CB779-4036-4FA2-B3EE-CD194945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8DD4874-6380-4AE8-AB4F-FF69B548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2995DD-A1B8-4C16-850E-EE8AD918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C1F0B4-6AF9-4ECD-A76D-DE66664A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4C8EB2-AD35-46E4-A90D-D2503A44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091D42-A1DA-4098-AE53-CD29B1C9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208175-8728-471B-B183-74451B06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D8DC3BA-A668-43EC-AAF7-1AD32D72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BEB72E-356F-43DF-8717-FB2F2967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9039171-AC69-4D5D-A613-65814AC2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B57B10-4419-4416-AE45-42499C03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5C621B1-B430-4FF0-881C-7886E25A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1DAB33-7A61-4360-9288-F71E6A92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19F5768-1C21-4A4B-B2C6-4B0861EA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068B297-B33E-46BD-BCEA-4793209F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778E32-4AC0-4211-BFAB-EB6CFAE7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E2A61A7-169B-46E7-BEE3-49931DF5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1F8C0F-EE46-421C-B1EB-F22E5520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0E7963-FD9A-4296-9F26-590AA430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63C23C3-182F-49F3-8866-3479DCAF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3BE99B2-F07E-45B0-A9CD-CF3707FF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0C3427B-0652-4665-805E-8FCDFB9C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482319E-FB6C-43C3-BEDA-B5272F83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4E8F79F-70EC-45D9-859D-81724C99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65D256-8DA0-4C17-B184-D8149430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8F7DE7-890C-4E8E-B794-63193B32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02E1B8C-3023-4C84-8F63-B36B9555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8B2DFB9-718D-40E0-8727-34BCDDA1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FC35EDD-CB5A-4918-A1D0-B26A1013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AE5CD20-8C45-481B-B95B-815B3739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49156FB-6076-49C1-8514-B7DD646B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E0E7936-9078-4088-BD5A-8B8DF3AB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20DA5F0-EC82-4F28-ACCD-4DD6F1C6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153027E-112F-40BB-B219-D1F3FA30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0397999-76E3-4EE2-B9A1-BC87E6FB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3C57116-FC4D-444E-ADDF-738B200F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BD9E371-AA1B-425A-A543-FC60B94C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25FAAFC-56AC-432E-8A7D-06D52E02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5C5AF9A-4217-4EAC-9255-B3AA6F13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4E50078-D5FF-4602-8626-2A7CBDAB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D75BBE9-A8BF-4C12-A58F-3650740F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051EAFC-9007-49DD-8A86-CF14B972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812A6B9-07B5-4EB8-8C4B-FC8590BD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8780B49-F76C-4E97-BE79-72152F23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E8D7CD2-DABD-4885-AF41-D0C8157E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70B4D3F-6417-4844-A53E-C7A729E5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34F4C82-7890-459B-AE35-9EB91977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EB4E597-819C-40C4-A188-901A09CE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AAFFDE8-E2FB-491F-8431-05CA48F4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BD42EFF-2D98-4638-950D-0B8BE8DB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995A1D8-D84A-4DC8-9B57-A1F197C4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B6E5761-DCD6-4E95-86E7-02E67303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A0C2DF1-1E2F-4CB3-8B4B-87F47C00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BDB875E-AE4B-40F4-A8DE-B8200345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AACA0F2-5BBB-43FB-846C-0341D487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461FA3C-996C-4BE5-9985-9D50701B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86970B0-08C6-4380-BFB1-4F939843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29873CF-1F38-44DA-A769-F8FEDD13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5670756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AE54842-B25E-4AC1-A647-3792DF8D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9374D-FEBF-4815-B770-95D86BC5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7D4D34-AA63-4003-8369-4BB0FE1E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54DE7-C01D-41AE-BDFB-15353F1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602DF-9081-4E64-8274-6125CECB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aae8f826f46d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E9CA2-9F7B-43F2-9042-25211822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D916B-35FA-44C6-83CE-F70003F3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9CA7F-D8DF-49C7-928C-DA917FD6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417E4-3AC3-419E-BDFA-7F0BF1DB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0236AF-F99E-4635-ADFD-C092CE47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185D3-AF56-4FA3-95A8-9A45F631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E255F0-D4D6-4D0D-A164-43474BFD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0A9635-19FB-48ED-82BC-3742C94E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FAAAB-0211-465F-8778-B55FB06B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2771C-BF93-4589-904D-F04A8694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24110-3714-4F71-9524-EF8DF8C4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363EC4-C5C2-4740-94B8-1BB3FCC4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64A45-0762-42BA-A58A-26CED4E9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54CED0-860E-4241-85CC-BB3B2535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710AB-52B0-481C-91BC-B3CDC629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9F26CA-58EC-4630-8FB1-A3BDC55C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9A232A-AB38-4A12-BCE2-793B892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F9D3E0-5FB8-40BB-85FF-B3A47DA5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BF15AE-B219-413D-ACAD-4EAF0BB7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04D14B-2FC5-4AD7-AA98-091A9B1E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04C44D-6CE0-4307-9A2D-D0244F69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3E4DB5-4BD9-4136-A5C1-5ACC7BED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A8F662-9D09-4509-A78E-9CD764BE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E41E02-5564-47FB-8B08-BA339FCE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40326A-CE65-4A4C-AA1F-AEEB9698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D761EB-EFAA-40EA-A075-D94EF718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CF52F4-A749-4A45-8650-A8F524F6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F0A17F-8C2C-4B99-B767-14653CC6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6DD89D-85B3-4FE3-BD6B-4F35FD42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D9236C-474C-4098-AEA9-13480799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80FD2C-5E1E-41D9-ACA7-F8953754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EA840B-12DA-43A2-8452-DB1FE331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5AB2F7-9906-46EA-896A-9DED9031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F1DAB0-882B-4487-BB53-BB251648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BD27E5-8DC7-4CCF-9D6A-9831E8D4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B81649-F1A7-48CF-A6FA-8756FEF0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EC27C2-F517-4541-9E03-58D2A6C5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353E8C-568D-4192-92E1-E7140AD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CD8AC9-0599-4BB3-88AA-36FC8DE3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2F35F9-7C40-4728-8267-B75D1FD2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A8C678C-7A19-4128-B81D-27C1750A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A7FF414-142B-4AB2-A83B-D2E1ED11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FCD2A3-CA52-4348-BECD-A915C022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1CDCB1-0F8F-4F58-BF98-887D7801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E8951F-6AE8-4FEF-AD25-C442EE5E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8977B23-6D49-460D-879E-DBA82FE8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6BB088-A936-4EB9-826D-BCD257E0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D2D164-C899-400E-BA6F-67BBC96C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D845CE-C283-44F7-B54D-F95E2F6F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70F601-28A4-417A-A4B3-D4992322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A5CF868-3E62-4A24-B97E-AD260E6E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7EAFECD-3CEB-462F-9922-3C56B8E6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D75E376-03F6-4F27-AE95-5D6040F8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F82446C-1A19-4759-B152-CA0F81C3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BA510B6-A4C2-486B-AD15-6CE2698C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66167F-8EF1-4730-B1DB-E5148AAE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A73D6A7-759B-4B1C-A69E-8937884A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049E549-11FB-48ED-9EE3-DB75E9B1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26A759B-6AA6-4CEC-972A-D8E27034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856267-B30E-4B55-9F36-18428068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4E5AD34-F4AF-4964-B711-A2F46AE3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297699C-9EAE-4B2F-A186-08211C57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DEFE9E4-00C7-4575-B4DD-102EA701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D6AA9FE-219D-44AE-835D-EA44BE44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790325F-24F0-433E-9C45-0872A8D7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5B0ED5F-A9AE-45CD-AD91-6AAF02E4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DD1E6CB-B8FB-4EE1-98B6-1D794806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048C76B-4958-4777-A41D-33733322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430EE56-9F87-4C71-9AB0-6132ACCB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8DBD86B-4F61-4A96-9CD9-8E8C330D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453B179-D6BD-4DF4-B907-EA597308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D542AF9-8DED-4111-A5C0-03A79457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D10562-9330-4983-80DA-DB260179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1EB4FD0-74E9-43D1-95D2-05C6D64A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E0959C9-0BC1-4545-9AB9-31F560A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3F08D71-9472-4809-A65F-DC8BDD4B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C1A3B5B-9729-46D2-B01F-1F39D7E2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34BBDCD-5326-4069-A509-10EDD411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510F4B0-41BD-402A-9EC4-CA5DFF6C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24E8BAB-3FBF-4266-A8A3-069F3FE6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19ADE39-D08E-4241-B9B6-4E6F7D8C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AEA08F4-43F6-4877-AFC4-CCD2B7E8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D6ECAC6-AED0-44ED-AD0C-CCF9B41B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D7CFC86-9DA8-45B8-BC03-E2D7FA00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E53EA9F-966B-4548-AC16-07DF2C6D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471E307-896E-43AF-AFF5-1BDE6CBF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3BE9383-0607-438C-8618-CCB23016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1C673B1-F6A4-42CC-AE09-FFE1DA1A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A7F0306-6B2F-47F9-B6F8-514600CC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4BDC555-5A6C-4D01-87E0-962EDBB2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F4885F7-ADCC-4084-933B-FFCF1485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3071156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02A1645-F972-4622-9916-545E3684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B5B03-EC2B-4340-83F4-560DE4CF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7D0F6-B03C-4A7E-A79D-AA3C4168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9CF64-F677-463F-937F-98DA6B96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67CC0-AB47-4542-9632-AC0093CE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2a2e4e219411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D75AAB-8DB5-4530-B063-B3763DA4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9FFC6-8E75-41AB-B8ED-D84CE5F8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01CAD-0898-4569-9A8D-40E89C3B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F4A92-5591-473B-B21A-64B6AE4F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E39D2-7A33-43FB-ABBD-F321034F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F3228-8D75-47E4-859A-90AB334F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4093C-5671-4B0D-8C01-86EA8BFD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00CCDA-BAA2-4502-A8AE-6827BAF5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AF139-E6C4-4E72-B041-61AB4CE2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086BC3-30DF-403E-8B28-1D014F62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3B0A2-97D0-4F86-9A79-1210CDD6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EC785-58DD-4BD3-9A97-E5F705B2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DF80B-E18C-42BD-88ED-6EF7ED9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AABCB2-C030-45A5-A772-4A2CB21D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1A6A20-91F7-456F-9220-324C2626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1D8B54-867B-4FDE-8ACE-375643DE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56CD4-7926-4652-A195-DB279BA1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F0BBA-A442-46BE-A498-DBA68C9B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8E5A07-A7F4-4934-906E-F11DC3C5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77D499-30B5-4642-B2C2-B8CA35B2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2DC5C3-0283-434D-BE0E-FA2A4711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C8F2B5-BB22-463F-B29D-E519A98C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F38DE9-DFC2-4C3A-B958-5E876946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6AD271-9C02-4FA2-BE51-9D4E36F5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DA0122-D295-4DA7-857A-1AE1C442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72474A-47D7-4D72-B657-35579C3C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D2D3FB-B718-47F8-837F-41A37245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684B4-C3DC-42E0-A2C7-33BF6217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32221F-3C18-4475-A325-843317AA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25A036-F821-4E80-9A43-1E93AB70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04F403-1058-42C0-9077-A634547E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FFFD9B-EDD5-475E-8C3C-1BFD0F21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3735A9-6AC6-45B3-9E78-0BC71ED9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99846A-E59F-4163-B883-24712D0F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0C3E62-C432-48C5-9C10-635E6BEE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AF4E17-B488-4221-A6DA-8959CB79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84CD5F-74A4-4F6E-B596-6ADE4F7F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4AE37E-CE53-452C-862E-DFEA0011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1226BD-4E42-469C-9C72-F11BEA7F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CC1B78-8A2D-40E2-B4D7-0C04AB38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A32E7E-787A-4A04-ABEB-3C8E4618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4550B0D-6550-4C4C-8BD3-E6008A5F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A1A4FD-A1C7-4D92-A5AE-E605884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BEEF9B6-79BB-40B5-928E-5CE9B6E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4365FB-C2DE-45A9-B22B-06CBE9FF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F4364C-C81B-465A-B346-F98641F5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DA60ABB-A948-40C5-AD0B-FACDBDF1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059095-CCF1-48A1-BF5A-3B6AD19D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F9CA896-53EA-45CE-8140-6F8CB3F0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9BFD0BC-F254-4585-A7BB-7AFB6863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B0DC14-E419-46C1-A6A8-152D7CE7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17FE4B2-B0F6-4AE6-919D-D4BBA49C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3EF2AA-598C-411C-A7BF-B6508028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9EB76D4-F1FC-4B4C-948C-4198226C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343E21-55A4-49BB-8B4E-EB21469D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FC8B0F3-0D81-4A14-9564-5FD3E2A2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9C9D2-8C19-404D-AA79-41603EF5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900BA1F-459B-46E6-8D24-2CC8C88B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B340822-D36B-431A-8C26-F4D93620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284EBA6-7B8E-4D75-87EE-D582155F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0FC34B8-180F-4C83-AC70-E4028A0D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EBEB50F-9F8C-4D7D-8796-DE494F02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D1D3BA9-B777-40C9-B12C-149A5DCE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533479E-2302-4D43-B172-65ADE6DC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1CEF09B-169C-41C7-9ABC-80789D6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E201449-ED7C-462D-90AB-AD474E01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8B6414A-75F1-4F0B-9508-4B903962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914651A-635F-417A-B243-41BB1C49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820255B-8331-4F6E-A2B8-273F5767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1D1EB73-053F-466B-A3A5-0812723A2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CD4FD53-B7FF-42BE-9327-0A6B2A18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B34B045-A277-4359-A2CC-675D42CC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9EA394F-3FFB-42B1-B580-D49673EC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737DEF0-7D7A-4116-8F8C-1D63FF2C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CB6BF0B-E85C-483D-BB48-7B19EEA4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4AC94D4-AFB4-419E-A7CB-5BDB5593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D663CF6-550A-486F-BF6C-1FE3F91A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3BD0DFE-AAAF-492A-A5C5-E589AB90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7F89E2-F1CC-41C7-8E7F-7B3EA1EA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A5E0113-4A82-4B75-8A03-9477E2D7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6E01F5A-6C72-4D50-B837-514C19BB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95E0F27-DB12-4494-889F-6966D3C5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73C3FFE-564E-40CC-A108-6EA2C416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4D8BA71-2BAD-468A-9534-2B9E8F41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C81B397-6ACF-482A-B56B-214906DE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9AA4773-96A5-48B5-8211-46EF9495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C4D9431-5C6B-4C63-B3B4-9DE41BBF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8D3A581-184A-4D40-8551-6A77AC3E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1D145D7-B952-4347-B672-B98B40D7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4FD8F39-7E92-4DB0-B7B5-470D2495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4DCEC8B-A9FA-48DC-A5BD-73E612D0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E19C215-85AA-4A7D-95B7-71D177D6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A428CFA-B691-4778-8542-FE66754D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EFD5A17-8BCA-4FB3-AE4C-D8E1A616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1191550-3CF2-4959-AD56-7FE03133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5534908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85A14B0-8934-4820-A460-522A82CC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38A50E-78DB-482E-B0D9-C6645CE6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232AE-C3BD-4166-B09D-C39D9E64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B95FEB-4348-46D5-B2A1-FF0024F5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08222-7718-49C2-A52E-31D06127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d2e2545a04d4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69A26-9004-4052-A1FB-8932CF25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7B2B8-174A-4EBA-8CEB-D5CB34EE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41136-11A7-444D-B1B4-61B88770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60B32-DE27-4FFB-B818-3A827477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FB506-9F8D-420D-9B8A-CA699E63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B4230-8EA1-4CFE-8B7A-F99301D0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5296C-BFE3-4CC5-A236-D9008C09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4E768C-DB91-49FE-8D5E-B57219FE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77505-37C5-46AF-94FC-D4DC42CB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A397E-5A26-437A-A15B-B94FE16B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0E5D4D-245C-4AF7-83A2-7BE5CF82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1782A-53E7-4351-A50D-EF49A651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95580-DF83-4A06-AF8C-938E9D43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E0F473-E086-4EF2-9EE5-00B82D1C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B96838-D12B-4444-878B-69EED9CA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DB3466-F1A4-474C-BF73-616349A3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2732C8-8BA7-447F-80AD-E1D69F84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2D18FE-1B35-45C5-AECE-A39CDA90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45A291-B9FE-4175-8B0C-994CA5AEC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ACD11-743A-47B6-9B44-249392AF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970A6C-62B1-4D45-B6C4-6C17C3C7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9DBE96-2EED-44AB-A4C3-0B7F53B8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387834-85F5-4146-B6B5-B4EFBABA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C6B4E5-B194-4A69-89DC-D397FDE6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193D84-74A5-41EE-9678-AF348330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776C00-F8BD-46B5-AFA9-D70D28F0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1E59F0-BCE0-492D-8674-4F580DB0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ED6349-0EAE-4656-8BB4-2E73834E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7B9BFB-D7C5-4027-9B90-E2EA2A68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689EB7-50AD-4F55-A7A9-7F3DE1D7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E48E4D-753F-4E16-89D4-09ACDB6E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B3481F-7107-4C31-8797-40B30F16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BA2B71-C367-4A3D-BCC8-E9DB9DDC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76A77F-DE5E-4276-B820-B17D8313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F48058-7F69-4523-90F8-C96E1585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143445-3008-4780-BE41-3076C8DD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E2167D-DA02-400A-AABA-B1684B0F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5C2E87-0658-4120-9294-F9CFAD1B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D2FDFF1-BE68-4791-B5E8-B71DA597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29D20E7-E336-4BFB-8DF6-501BDCDF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30632DC-0349-4F39-BC14-AA45E629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C955770-8CA0-4DF5-8B6C-08E40956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E12F59-86DE-4D54-BD7D-46FFF7FF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14B904-36F3-4DDA-8C3C-C6A5FABC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3CEA5E-5F3E-4825-8E8B-DBDD1518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05FDC6-3124-424F-9106-337B7106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27043B-9BEC-4D83-9E19-60495BE3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E468CE-0FCF-490E-A551-C1C98844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721E8A9-455B-421B-ACB2-076CF385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F10554C-BA59-45BD-998C-43B31F52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63DABB2-3DA4-402B-9723-CF31F30E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A33B8C2-AF5C-46E6-BE3B-4A3010EC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4540D6-05BF-40D5-A80B-3EEA4A3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B7A5BA9-3F41-4163-80F1-DE027BAE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DBA0027-0EA7-4626-8649-20BEB307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1FEB502-06C0-43BF-893E-C2AE74A9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3CAE34E-A232-49EE-B29E-3A938B2A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BF406FA-2E39-4FFB-AE83-02A1F5E0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4CCCD8B-183D-4477-B1D9-0DCB26F1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766D31E-CD25-403B-BAB1-439AB346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0C1C1A2-143F-4432-8827-E1B05BCF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9B7594A-C895-4B7F-9BC5-FB172DDB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01B93C7-D1CE-4431-9B93-3162D465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44E59E8-403D-421E-A428-0AAAB9A8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9BD8C9-1446-4FD8-832D-6CB5A598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68E4B60-FD0D-4D48-987A-99DAE72F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36994DA-C9E0-4B61-91F0-EE8269C6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3F6D493-DE6C-457D-8217-0D5A8488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2B1EB1F-51BA-4A91-9918-9D3B6858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7122294-E790-4142-BC97-2CA00888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669AE62-923E-40BA-BABA-B030CB52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89213B7-C32D-4928-BA70-FEDC40B2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271194C-D1AA-4D51-8F10-A7DE459D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53C0248-9AC7-4E2B-ACDA-528A7BAD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020641B-14FA-4A42-9278-D002CD70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0AB0455-FF88-4524-AB95-9E382A95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B564855-B5E5-4A90-B2B6-31FD2B7B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6B88131-91A2-409F-99DE-DAC8CB99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6D3624D-60AF-43D9-8C61-A82EAC02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3883F19-13CF-4167-B9A6-DE70B885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CF2741F-D09F-4C53-8167-0750D6CC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31B9063-0878-41AC-974B-BFD8E4B8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377B587-5A7F-4D3C-884A-65BD5093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86366E1-2BA0-4CEC-A821-57632C6E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B92AB90-32DD-42F3-8FFA-49812324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E954C59-AB0D-49A4-8957-87B88710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F0488CC-276D-4B2B-A0A8-7B76BE85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880C8E3-961B-4821-B37C-C5BD5735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D4036F5-3179-44DD-95EC-7B0F5E62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8679031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31CF517F-82D2-4D31-B4FC-B0488CF9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AB08F7-28D7-43D9-BDCC-EB632A0A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AD954-A330-4DA3-AFBB-FFD5ABC5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AEE4C-6D60-4B5C-9FA8-0A3ED100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C0FF7-BB21-444E-9B9C-65829ED1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67e9c1fd814c3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B6FE1-8B70-45E9-93EE-E6A57204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C8B04-F3F1-411B-BADF-8DBA030C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CD49C0-9EE0-40D2-A9C0-6A23238E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6A9DC-2429-411C-87BB-CB85C9F0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D1F8F-4A0A-49D4-A765-B1B957E6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074F7-B192-43F6-B983-FFAFEA5C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0E26E-3F4F-49AA-9DC0-71288B8B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19741-9A57-4657-9D97-32491EA1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F31C6D-E140-4192-A99B-54B41CEB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DED6D-BC14-473D-8F97-35B45142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85F36A-B54E-455C-9ACF-1773BE4B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B71CDC-46E0-4AA5-A37E-54CB00D8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EAA21-A628-4C38-8306-B70D0655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1024E-1EBF-4166-9B10-4D85E40B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43327-ACA7-4701-AC8F-53F6D2A1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5EA240-52D5-4826-9EA6-368BBE04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CEB2DC-EA16-476E-B0E2-D65A89EB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84E22E-E85A-4D42-A491-6CC3A946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9BEE57-1CDB-4296-8D81-540C450A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200621-0A33-4865-9A84-873D30E4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21B907-14E0-4D67-95D7-C27BF3A6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FA72C3-6D2F-43D2-8B07-C8C173BE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D7542-C0F1-4AFD-AB75-96E83F02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8104D7-D8FE-4249-A55B-7E64DB09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8838E3-C832-4D71-83E4-9DDD430F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FA3149-0BEF-4414-838D-EA3F408F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C43845-78A2-493B-A886-D6E968BD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6FD567-61FA-4829-B096-78C1BAD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996D5E-4F01-4CF9-B302-2976C83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DBA7D8-B47B-4C45-A728-2348761C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57CF18-FCC6-419B-A32F-12F1D30B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A2B117-70C9-48CD-91D0-E81D9823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BDCA1C-71EC-48F5-926A-F2B81897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158136-73A4-48CD-9D25-284699A0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6B1596-5E5B-4329-AEFF-CC105B85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8F48BB-BB50-4CCF-A8AA-56542374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A23FE6-0C25-4EFE-9836-E7A22D9D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A2F8A7-239C-4ED8-BC38-95010B3D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16366E-01B7-41EB-8AE0-AE52B91D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E892A8-7673-4BED-B0D6-CAF89FE5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104032-737A-49F0-96DA-DA43CEA6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348296-A189-4380-B5C5-2BFA2417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902FDE-CF11-4C0C-971E-DE5F616A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151AFDD-CF85-43BB-858F-85B7DE27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99D216-EF89-4CEC-8E1C-E15C65B0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9588E33-D1CB-4BA8-A476-706FE630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FAE60E-5D15-4E1B-8D51-31C4254B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235393-CB8E-4D3D-85C5-641862F3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F95D5E-A0BD-4812-85BC-5B00C3B3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235E9D-9B99-4153-BBC4-569C9C0B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873C24-5799-4C92-A6C9-172F0992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3EB504-15C2-4E9C-9849-6D754071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8D3329E-1683-4126-95D8-6167CE1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0BAE6C-11C8-4692-9A29-840C471E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5541F55-B18D-41B7-AB56-3D7934F4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DF88009-8A7C-45B9-98F8-EDF369E3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8D0088D-4690-45DC-A0A0-5F5550E4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65FEA8D-FF80-414B-8CE1-8DD1C336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AB0CAC-1B07-4BA8-8391-C918BBAA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BD41F6-BBC0-4207-8632-B53DFC38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DBA960A-E8F1-402C-91E2-F2DA06CA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F0FDFD7-A2AA-4A9C-9FF6-D2AA7B8E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8889B33-C8F3-4905-B34E-958F0006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468B7B8-C0AE-466A-8807-17F3E6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240B774-EA88-460C-9197-C7EF6BA5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71AF4D4-A937-4FC8-8BB2-D0C232FB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1BA1B0B-C22B-43B9-9BC2-791AB7BB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B96B478-FD97-4D45-8700-84F6216E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577DD86-55A5-4BCF-BA8D-37000C06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2C0DC29-C19D-4623-BEBC-C4C2B751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FC9D559-F611-45D7-BEA7-CE1C97D6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E0E3E2A-902F-4FEA-B315-165D698A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B1A0DD7-20C0-46EA-9301-290771F8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BF485BE-E390-435A-AADC-EA78E968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8F5BA81-00AF-484B-86E1-BC2752A4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CD86D27-E4B3-4E2A-A94F-8284037A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0822BB3-E933-47C3-8AAE-71BC3EAE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C30339E-6A38-4632-B714-32FCCC0B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339EF27-5877-4780-B047-8EE7AE8C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3ED6D1D-3334-4BCE-9C4B-0DA60F49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37E083F-4F47-4C91-A788-6A654272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9AD91C3-DE81-4A53-AB21-69D357A1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7939E10-4158-4373-9AC8-0FECE6EE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FBCA850-05EA-4610-81F5-8088A516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11E465D-EBE6-468C-8A52-63551154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2624324-D788-450B-9A5F-F2F88279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CDF3675-C54E-4E7D-B543-BF301ACE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DC3A720-6595-4AC6-9E65-BB320430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D4803AB-C40B-45B6-B2BD-D5F40698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73AA737-37A8-4463-BDFE-EA4DFB4E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033AD28-DF4B-4706-8F9B-6767E3A4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A7FCBAA-BACF-48F3-850F-4DC20180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B8CC4C5-9799-43F2-AA5D-1EC0DECA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C996F2D-C337-440A-BC02-C2B24959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3FB2C46-EBA8-46DC-AFA9-9965BD71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F607A56-57BA-4E5C-A1D4-71585CD0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944CE5C-3F4D-4412-94FE-4B11BF8E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5D90A93-BBD3-4BCC-9157-A2B2D69C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B34838E-37E2-415A-890A-6E970A6E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720B240-D9C8-461B-B344-59E05A11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76810F0-D4DD-46FE-AACC-1729358C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3288134-F71D-484A-86AB-E200011C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DBAB4E4-F058-4421-9EB0-E8ADFBF3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34099E7-7694-4339-A89A-4D6C70A1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4AF3D7D-90D6-4C5D-BA98-4A7AF8D1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2474076-2E12-441F-BADA-81CD398D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045333F-24B7-4A33-BD88-1884A028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E1B47B6-FB9D-490E-8914-3DE5B5AD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580D46E-F2E5-453E-955F-8648E48D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64F8838-2D2F-492C-A76C-2C304B43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854C1E5-9207-4B19-BC16-7FD2FE45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C1FC9B8-F209-43F9-966B-F65E09CA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95C3E9E-234C-4152-9D62-B9759B40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6028DE8-00EF-46C4-BA24-63A54349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22FFF89-CDC9-4A9A-9E8A-21B58ED7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3B254C51-E47E-473A-9AF7-73ED46BA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ACB4BF4-7E88-4966-9422-14272F6A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53202E0-8DF2-421E-B5A2-01EB688A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413C17E-5A50-43B7-8289-0DBEB5B1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E63F6ED-79D1-40CA-BDB1-D7A215BD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3289EA9-CD23-4F46-8A40-27757E4B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1091136-3CB8-4123-A314-1DA0B933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CE6B011-4478-42E9-8E8E-133D3735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AAE5C94-4ABB-43E4-9098-AC44BBEE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F63D73C-2DF2-4A10-9A1B-BFA2958A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CC3294B-BABC-41F6-8541-B1C152FB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969DA91-9BCF-4357-9423-816D1DE9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CD48A32-0BD0-493B-94A3-16252425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7012546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72C703-A35D-4F28-A10C-A58D2A7C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A9759-3D07-4135-B41F-093DA9A4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13A5F-3A29-4723-9FC3-F1F89597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33357-C227-4D53-8562-56C6B772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d7d5b21da49b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25C61-FCC3-46B7-851C-F8E23C65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227DA-C160-4659-BEA4-5E5A9266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e1fce3b4542b1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7454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2026-08-10T18:05:51.5310000Z</dcterms:created>
  <dcterms:modified xsi:type="dcterms:W3CDTF">2026-08-10T18:05:51.5310000Z</dcterms:modified>
</coreProperties>
</file>