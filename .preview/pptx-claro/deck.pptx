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0b373f46c84d1c" /><Relationship Type="http://schemas.openxmlformats.org/officeDocument/2006/relationships/extended-properties" Target="/docProps/app.xml" Id="Rccf5497e13dc4cbe" /><Relationship Type="http://schemas.openxmlformats.org/officeDocument/2006/relationships/officeDocument" Target="/ppt/presentation.xml" Id="R4155e93abdb948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003ad858e74b54"/>
  </p:sldMasterIdLst>
  <p:notesMasterIdLst>
    <p:notesMasterId xmlns:r="http://schemas.openxmlformats.org/officeDocument/2006/relationships" r:id="R36c768f9e7654332"/>
  </p:notesMasterIdLst>
  <p:sldIdLst>
    <p:sldId xmlns:r="http://schemas.openxmlformats.org/officeDocument/2006/relationships" id="256" r:id="R57b986a0103b4c97"/>
    <p:sldId xmlns:r="http://schemas.openxmlformats.org/officeDocument/2006/relationships" id="257" r:id="R0b76691ff2a948d0"/>
    <p:sldId xmlns:r="http://schemas.openxmlformats.org/officeDocument/2006/relationships" id="258" r:id="R8dbfd98d41e34903"/>
    <p:sldId xmlns:r="http://schemas.openxmlformats.org/officeDocument/2006/relationships" id="259" r:id="Rf4a4c2da50a840da"/>
    <p:sldId xmlns:r="http://schemas.openxmlformats.org/officeDocument/2006/relationships" id="260" r:id="Rcbbc56e1f2df4c88"/>
    <p:sldId xmlns:r="http://schemas.openxmlformats.org/officeDocument/2006/relationships" id="261" r:id="R14f4c00069dd42dd"/>
    <p:sldId xmlns:r="http://schemas.openxmlformats.org/officeDocument/2006/relationships" id="262" r:id="Rfce19a62621941d7"/>
    <p:sldId xmlns:r="http://schemas.openxmlformats.org/officeDocument/2006/relationships" id="263" r:id="Re02abb797ec54f59"/>
    <p:sldId xmlns:r="http://schemas.openxmlformats.org/officeDocument/2006/relationships" id="264" r:id="Rfe850900d66d4931"/>
    <p:sldId xmlns:r="http://schemas.openxmlformats.org/officeDocument/2006/relationships" id="265" r:id="R34562de92e2f44f1"/>
    <p:sldId xmlns:r="http://schemas.openxmlformats.org/officeDocument/2006/relationships" id="266" r:id="R9acea5bd2a824ede"/>
    <p:sldId xmlns:r="http://schemas.openxmlformats.org/officeDocument/2006/relationships" id="267" r:id="Rbeba053ff59249fe"/>
    <p:sldId xmlns:r="http://schemas.openxmlformats.org/officeDocument/2006/relationships" id="268" r:id="R7c12ed91e8754b90"/>
    <p:sldId xmlns:r="http://schemas.openxmlformats.org/officeDocument/2006/relationships" id="269" r:id="R3445ad326ec54ffa"/>
    <p:sldId xmlns:r="http://schemas.openxmlformats.org/officeDocument/2006/relationships" id="270" r:id="Rc44d103a618c4e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f4e156dcad4c33" /><Relationship Type="http://schemas.openxmlformats.org/officeDocument/2006/relationships/slideMaster" Target="/ppt/slideMasters/slideMaster1.xml" Id="R09003ad858e74b54" /><Relationship Type="http://schemas.openxmlformats.org/officeDocument/2006/relationships/notesMaster" Target="/ppt/notesMasters/notesMaster1.xml" Id="R36c768f9e7654332" /><Relationship Type="http://schemas.openxmlformats.org/officeDocument/2006/relationships/presProps" Target="/ppt/presProps.xml" Id="R834c6e5976aa4ba5" /><Relationship Type="http://schemas.openxmlformats.org/officeDocument/2006/relationships/tableStyles" Target="/ppt/tableStyles.xml" Id="Rf3a58768afd148fa" /><Relationship Type="http://schemas.openxmlformats.org/officeDocument/2006/relationships/slide" Target="/ppt/slides/slide1.xml" Id="R57b986a0103b4c97" /><Relationship Type="http://schemas.openxmlformats.org/officeDocument/2006/relationships/slide" Target="/ppt/slides/slide2.xml" Id="R0b76691ff2a948d0" /><Relationship Type="http://schemas.openxmlformats.org/officeDocument/2006/relationships/slide" Target="/ppt/slides/slide3.xml" Id="R8dbfd98d41e34903" /><Relationship Type="http://schemas.openxmlformats.org/officeDocument/2006/relationships/slide" Target="/ppt/slides/slide4.xml" Id="Rf4a4c2da50a840da" /><Relationship Type="http://schemas.openxmlformats.org/officeDocument/2006/relationships/slide" Target="/ppt/slides/slide5.xml" Id="Rcbbc56e1f2df4c88" /><Relationship Type="http://schemas.openxmlformats.org/officeDocument/2006/relationships/slide" Target="/ppt/slides/slide6.xml" Id="R14f4c00069dd42dd" /><Relationship Type="http://schemas.openxmlformats.org/officeDocument/2006/relationships/slide" Target="/ppt/slides/slide7.xml" Id="Rfce19a62621941d7" /><Relationship Type="http://schemas.openxmlformats.org/officeDocument/2006/relationships/slide" Target="/ppt/slides/slide8.xml" Id="Re02abb797ec54f59" /><Relationship Type="http://schemas.openxmlformats.org/officeDocument/2006/relationships/slide" Target="/ppt/slides/slide9.xml" Id="Rfe850900d66d4931" /><Relationship Type="http://schemas.openxmlformats.org/officeDocument/2006/relationships/slide" Target="/ppt/slides/slide10.xml" Id="R34562de92e2f44f1" /><Relationship Type="http://schemas.openxmlformats.org/officeDocument/2006/relationships/slide" Target="/ppt/slides/slide11.xml" Id="R9acea5bd2a824ede" /><Relationship Type="http://schemas.openxmlformats.org/officeDocument/2006/relationships/slide" Target="/ppt/slides/slide12.xml" Id="Rbeba053ff59249fe" /><Relationship Type="http://schemas.openxmlformats.org/officeDocument/2006/relationships/slide" Target="/ppt/slides/slide13.xml" Id="R7c12ed91e8754b90" /><Relationship Type="http://schemas.openxmlformats.org/officeDocument/2006/relationships/slide" Target="/ppt/slides/slide14.xml" Id="R3445ad326ec54ffa" /><Relationship Type="http://schemas.openxmlformats.org/officeDocument/2006/relationships/slide" Target="/ppt/slides/slide15.xml" Id="Rc44d103a618c4e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774d414bb64f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0855742fb344ca" /><Relationship Type="http://schemas.openxmlformats.org/officeDocument/2006/relationships/notesMaster" Target="/ppt/notesMasters/notesMaster1.xml" Id="Ra157eefe8c3f42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7d9cbe54304748" /><Relationship Type="http://schemas.openxmlformats.org/officeDocument/2006/relationships/notesMaster" Target="/ppt/notesMasters/notesMaster1.xml" Id="R57e6893a77fd4f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9aaac063e6465f" /><Relationship Type="http://schemas.openxmlformats.org/officeDocument/2006/relationships/notesMaster" Target="/ppt/notesMasters/notesMaster1.xml" Id="Rbff1b23eebe640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34b63bfb194c68" /><Relationship Type="http://schemas.openxmlformats.org/officeDocument/2006/relationships/notesMaster" Target="/ppt/notesMasters/notesMaster1.xml" Id="R39008c18279c4c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7cc947bcf3498d" /><Relationship Type="http://schemas.openxmlformats.org/officeDocument/2006/relationships/notesMaster" Target="/ppt/notesMasters/notesMaster1.xml" Id="R269fc14e5c764d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61424d6b6c4967" /><Relationship Type="http://schemas.openxmlformats.org/officeDocument/2006/relationships/notesMaster" Target="/ppt/notesMasters/notesMaster1.xml" Id="R3bec117bf14949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25b771cc6643cc" /><Relationship Type="http://schemas.openxmlformats.org/officeDocument/2006/relationships/notesMaster" Target="/ppt/notesMasters/notesMaster1.xml" Id="R8a13da7fd4fd43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73996c2384453c" /><Relationship Type="http://schemas.openxmlformats.org/officeDocument/2006/relationships/notesMaster" Target="/ppt/notesMasters/notesMaster1.xml" Id="Rc650fbf26d2c4e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9e13e970684ec4" /><Relationship Type="http://schemas.openxmlformats.org/officeDocument/2006/relationships/notesMaster" Target="/ppt/notesMasters/notesMaster1.xml" Id="Rb82c37e602ad4f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67577edbd094860" /><Relationship Type="http://schemas.openxmlformats.org/officeDocument/2006/relationships/notesMaster" Target="/ppt/notesMasters/notesMaster1.xml" Id="R986ee4d7be5a4f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bc0180ede92421c" /><Relationship Type="http://schemas.openxmlformats.org/officeDocument/2006/relationships/notesMaster" Target="/ppt/notesMasters/notesMaster1.xml" Id="Rec5436e9f3474a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31e01bb5464e65" /><Relationship Type="http://schemas.openxmlformats.org/officeDocument/2006/relationships/notesMaster" Target="/ppt/notesMasters/notesMaster1.xml" Id="R41636dd0b3f245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c5a0a4ac5bc441c" /><Relationship Type="http://schemas.openxmlformats.org/officeDocument/2006/relationships/notesMaster" Target="/ppt/notesMasters/notesMaster1.xml" Id="R3572af6e19244a0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355d64fa8b5416c" /><Relationship Type="http://schemas.openxmlformats.org/officeDocument/2006/relationships/notesMaster" Target="/ppt/notesMasters/notesMaster1.xml" Id="R529db27d8f564e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ac2409aa39c45ca" /><Relationship Type="http://schemas.openxmlformats.org/officeDocument/2006/relationships/notesMaster" Target="/ppt/notesMasters/notesMaster1.xml" Id="R5eb5713571524b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a99b0a2aeb44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a99e7611bf4ad1" /><Relationship Type="http://schemas.openxmlformats.org/officeDocument/2006/relationships/slideLayout" Target="/ppt/slideLayouts/slideLayout1.xml" Id="R91889741ccb149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889741ccb149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4891595f54f97" /><Relationship Type="http://schemas.openxmlformats.org/officeDocument/2006/relationships/image" Target="/ppt/media/image.png" Id="R792fd2efdf4d44ae" /><Relationship Type="http://schemas.openxmlformats.org/officeDocument/2006/relationships/image" Target="/ppt/media/image2.png" Id="Rcae67deaaed44b04" /><Relationship Type="http://schemas.openxmlformats.org/officeDocument/2006/relationships/notesSlide" Target="/ppt/notesSlides/notesSlide1.xml" Id="R0dc9df34ed7142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914430f1041fe" /><Relationship Type="http://schemas.openxmlformats.org/officeDocument/2006/relationships/image" Target="/ppt/media/image3.png" Id="Rac0b0df9774d43fe" /><Relationship Type="http://schemas.openxmlformats.org/officeDocument/2006/relationships/notesSlide" Target="/ppt/notesSlides/notesSlide2.xml" Id="Raf113d96621949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2465c118e4868" /><Relationship Type="http://schemas.openxmlformats.org/officeDocument/2006/relationships/image" Target="/ppt/media/image4.png" Id="R5d193a85919842d2" /><Relationship Type="http://schemas.openxmlformats.org/officeDocument/2006/relationships/image" Target="/ppt/media/image5.png" Id="R8cef0ab2959e49f7" /><Relationship Type="http://schemas.openxmlformats.org/officeDocument/2006/relationships/image" Target="/ppt/media/image.svg" Id="R3d33d2e52d134df4" /><Relationship Type="http://schemas.openxmlformats.org/officeDocument/2006/relationships/notesSlide" Target="/ppt/notesSlides/notesSlide3.xml" Id="R0663c735df9f4a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6378fab124161" /><Relationship Type="http://schemas.openxmlformats.org/officeDocument/2006/relationships/image" Target="/ppt/media/image6.png" Id="Rb17661acae58473a" /><Relationship Type="http://schemas.openxmlformats.org/officeDocument/2006/relationships/image" Target="/ppt/media/image7.png" Id="R1e91f48f98024d5d" /><Relationship Type="http://schemas.openxmlformats.org/officeDocument/2006/relationships/image" Target="/ppt/media/image2.svg" Id="Ra5c22d8635c643fe" /><Relationship Type="http://schemas.openxmlformats.org/officeDocument/2006/relationships/notesSlide" Target="/ppt/notesSlides/notesSlide4.xml" Id="Rfd4639ac7a4740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876ff28d944f0" /><Relationship Type="http://schemas.openxmlformats.org/officeDocument/2006/relationships/image" Target="/ppt/media/image8.png" Id="R126e9dc158ae4e14" /><Relationship Type="http://schemas.openxmlformats.org/officeDocument/2006/relationships/image" Target="/ppt/media/image9.png" Id="R31f2008f30354d19" /><Relationship Type="http://schemas.openxmlformats.org/officeDocument/2006/relationships/image" Target="/ppt/media/image3.svg" Id="Rf7aea95d506d4a03" /><Relationship Type="http://schemas.openxmlformats.org/officeDocument/2006/relationships/notesSlide" Target="/ppt/notesSlides/notesSlide5.xml" Id="R6589d46b929a4d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b45a7085a4019" /><Relationship Type="http://schemas.openxmlformats.org/officeDocument/2006/relationships/image" Target="/ppt/media/image10.png" Id="R5999e3d57d2247a4" /><Relationship Type="http://schemas.openxmlformats.org/officeDocument/2006/relationships/image" Target="/ppt/media/image11.png" Id="R3932c42f8fdb4af1" /><Relationship Type="http://schemas.openxmlformats.org/officeDocument/2006/relationships/image" Target="/ppt/media/image4.svg" Id="R1617ca4a13184b3d" /><Relationship Type="http://schemas.openxmlformats.org/officeDocument/2006/relationships/notesSlide" Target="/ppt/notesSlides/notesSlide6.xml" Id="R919e7c5466d749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1763cbbad64844" /><Relationship Type="http://schemas.openxmlformats.org/officeDocument/2006/relationships/image" Target="/ppt/media/image12.png" Id="R617de73c392848c2" /><Relationship Type="http://schemas.openxmlformats.org/officeDocument/2006/relationships/image" Target="/ppt/media/image13.png" Id="R7877f73166564a43" /><Relationship Type="http://schemas.openxmlformats.org/officeDocument/2006/relationships/image" Target="/ppt/media/image5.svg" Id="R544520c321f8440c" /><Relationship Type="http://schemas.openxmlformats.org/officeDocument/2006/relationships/notesSlide" Target="/ppt/notesSlides/notesSlide7.xml" Id="Rd00ef3eca6934b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2bb8ac4b442e8" /><Relationship Type="http://schemas.openxmlformats.org/officeDocument/2006/relationships/image" Target="/ppt/media/image14.png" Id="Rd896be69975b4d88" /><Relationship Type="http://schemas.openxmlformats.org/officeDocument/2006/relationships/image" Target="/ppt/media/image15.png" Id="Rad069ef1d7e6417f" /><Relationship Type="http://schemas.openxmlformats.org/officeDocument/2006/relationships/image" Target="/ppt/media/image6.svg" Id="Ra84fa7806899410c" /><Relationship Type="http://schemas.openxmlformats.org/officeDocument/2006/relationships/notesSlide" Target="/ppt/notesSlides/notesSlide8.xml" Id="R61496d6b4a1947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4bb844ca84d0a" /><Relationship Type="http://schemas.openxmlformats.org/officeDocument/2006/relationships/image" Target="/ppt/media/image16.png" Id="R0dc909e87e734df2" /><Relationship Type="http://schemas.openxmlformats.org/officeDocument/2006/relationships/notesSlide" Target="/ppt/notesSlides/notesSlide9.xml" Id="R5c525bf6f31f49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3ca702792c4f6f" /><Relationship Type="http://schemas.openxmlformats.org/officeDocument/2006/relationships/image" Target="/ppt/media/image17.png" Id="Rfd087fcb1694413c" /><Relationship Type="http://schemas.openxmlformats.org/officeDocument/2006/relationships/notesSlide" Target="/ppt/notesSlides/notesSlide10.xml" Id="Rf1c2b807a64440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334f1fe554c2a" /><Relationship Type="http://schemas.openxmlformats.org/officeDocument/2006/relationships/image" Target="/ppt/media/image18.png" Id="Rc275e7a890284fef" /><Relationship Type="http://schemas.openxmlformats.org/officeDocument/2006/relationships/notesSlide" Target="/ppt/notesSlides/notesSlide11.xml" Id="R1984f59a4a894e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b1f724f434f2e" /><Relationship Type="http://schemas.openxmlformats.org/officeDocument/2006/relationships/image" Target="/ppt/media/image19.png" Id="Rb3faae31e6de4c40" /><Relationship Type="http://schemas.openxmlformats.org/officeDocument/2006/relationships/notesSlide" Target="/ppt/notesSlides/notesSlide12.xml" Id="Rdd6c6b7b3f1440d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03e8aa90b4fc5" /><Relationship Type="http://schemas.openxmlformats.org/officeDocument/2006/relationships/image" Target="/ppt/media/image20.png" Id="Rd9ec743ab62f4267" /><Relationship Type="http://schemas.openxmlformats.org/officeDocument/2006/relationships/notesSlide" Target="/ppt/notesSlides/notesSlide13.xml" Id="Rc5b9ba25b06b490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6890b8afa0436e" /><Relationship Type="http://schemas.openxmlformats.org/officeDocument/2006/relationships/image" Target="/ppt/media/image21.png" Id="Re8ce371fe662482e" /><Relationship Type="http://schemas.openxmlformats.org/officeDocument/2006/relationships/notesSlide" Target="/ppt/notesSlides/notesSlide14.xml" Id="Rd0a45250f3a94c8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1b8581dac4314" /><Relationship Type="http://schemas.openxmlformats.org/officeDocument/2006/relationships/image" Target="/ppt/media/image22.png" Id="Rcc618e6a925c461c" /><Relationship Type="http://schemas.openxmlformats.org/officeDocument/2006/relationships/image" Target="/ppt/media/image23.png" Id="R6f647fac176a46ab" /><Relationship Type="http://schemas.openxmlformats.org/officeDocument/2006/relationships/notesSlide" Target="/ppt/notesSlides/notesSlide15.xml" Id="R2055007766e246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DBFE24-CE3B-4993-9931-F7AFA524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92E88-6F4D-482E-9A84-21DD03FB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4CDA41-56AB-474A-8319-A441BC45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fd2efdf4d44a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C8F57-5FF4-47F6-B0D0-B9653E4B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882D2-7E70-4D98-B67B-F33373B5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67deaaed44b04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43381-E4A5-40DD-84B3-3BE531C5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B34923-15D0-4507-88AB-394832F1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011779-CD97-4442-83EB-94A8768F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5C6F9C-5298-43E1-AA99-E893DA47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F0C77-F971-428A-AD92-63534892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EB4B38-90BB-40AE-AFCC-93B65B1C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2F6FEC-D77A-4654-B465-82BF1822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D6DF34-0CE1-4774-8C6D-3DCE8DE3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D9B40F-6C26-4A72-9941-3A274A5E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6664141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F46998-F7CB-4BF4-A359-4DD497DD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57278-6F59-4A08-9C45-682E0FA9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C501F-F7E9-4E0D-8A7B-EE7826AF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04A50-5FA8-4309-8559-E56DE326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97DB1-1932-4848-8243-AF6D5999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0b0df9774d43f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F5D57C-CD1F-4966-B92F-8FD14C81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EEFDAC-D08F-42EE-AFCE-B6316388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008767-E7B2-43E7-8A6F-EE8F0CB7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1665C2-0CCD-45E0-A1B7-FEC2DFB7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F377EB-9F3D-427D-B62E-DD9AC329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5AE202-0E99-47FF-84E7-E2D97131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A4EBDF-67D1-4912-8CE0-A7DCD707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F274F6-63BF-4A5D-87DC-D7AB004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8EF05C-58AA-48DA-BAC6-05C46B3C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862328-F19B-4F5C-8593-E19DD720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88FDA5-4802-422C-8D12-35F83D2F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7DB251-C67B-4542-8ABA-52199AF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0E33CF-1CC0-4AD3-9B8F-4D6F4362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C1C66C-4473-4026-ABA7-D9B56C5E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08F5B4-7C6E-4BFF-A25F-608CE7B6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DACF0E-B5BB-411E-8906-C7297237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4026DE-E0B1-4286-83CC-1FBFB764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F91ED4-4C04-49D5-9088-0A95B0CC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288632-721E-4070-85E5-40E12E75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290A5D-0584-4F34-B02C-2F7353D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E80E91-9CC6-4797-BFDB-7A2265EC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DE63EB-3D19-4F1C-8FA2-A9C6E1EE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99CE45-AFBD-421B-8E27-2706F108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F75BEA-4F33-4B4D-A427-172E1135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7F8522-3CEE-4E0D-B5A8-FB620141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251EAC-8830-4D42-AB67-43EC3C50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43F6CB-7524-49A5-95E8-31493210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3461E1-7DB6-49D1-BDD1-4E43B681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D45BEA-F088-48FD-9FA0-9CCA128B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3943E0-AB24-41EA-8143-51D4DA28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053567-A05C-4E9F-BC75-30F30DCC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7F3592-F803-43B5-9E21-E6BD3850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621D31-5CF8-4B20-86DD-F2AD0868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D34649-ED5F-4E90-97C9-ED555D3C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3F270C2-B9DE-433F-B78F-A02D4C6E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8295695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4C8AB11-31A4-437E-B056-D8774C92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DA8B3-FECC-44FE-82FF-4FAF2C35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2DCFD-A4A5-4B13-B6E3-6EA631BD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8EA96-3F21-4755-8885-AE122E4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ACAA3D-5045-4507-B291-20020E2C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93a85919842d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5EC890-45BB-4874-BA94-F3C2A886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0DDAC-9A36-4641-A012-E4E10A9D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34E92-F9CB-4BA5-AFBB-C2B4D335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C55D69-6A09-4E3B-A061-4DC79DF0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CB4CC0-C428-43E5-A16D-85E3D891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6B2D39-BE34-40E1-9FE1-62172496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0A6DEB-0E00-4351-8FCC-0AA87991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9BFFA7-DF67-49DF-B0F0-7E2490F2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788CA-F213-4087-A9A6-8AA436E9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FF8FA8-FD2F-496E-AD20-F5BA8B41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F9E144-1F64-4798-AFC3-C6B068D3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1FD6C5-DCF3-4B31-BABB-7AB2652E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BE592B-8150-4F8B-B62C-833DB4FF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983CD5-86B0-4B5E-A2AF-A8D38055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39BE23-10B6-4119-A5C7-F90DB540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9479B2-E82E-42C8-95BA-93E5721C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D0127A-A560-40CB-9032-4B3461AE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93684E-8FB7-44AF-AF6B-F7F9CC8A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C79D2D-13AB-4CF9-AB21-8617FCA3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56F0F5-864A-4CEB-AF33-39B0AA78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75BBA0-B20A-4700-BD5E-DB61F46E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B9F9E7-DB0B-45CD-95B4-BC5DE70A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CD86F4-7751-41E2-AC60-65F8E94C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DED3BA-2673-463B-8FC8-7509D8D1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13A012-5E48-45E4-B2E4-C3F95566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296C3B-3F0A-4F9E-B262-6E474A35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8BB745-F71B-48F2-9A77-DDDC9C5F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951705-B45D-41DA-8CF9-76622D78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FF6365-9E8B-49E7-8672-2FD1E779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EFE2D2-9026-4ECC-8FC2-025CAD53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34D771-0C23-4366-A72D-968D41BA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f0ab2959e49f7">
            <a:extLst>
              <a:ext uri="{96DAC541-7B7A-43D3-8B79-37D633B846F1}">
                <asvg:svgBlip xmlns:asvg="http://schemas.microsoft.com/office/drawing/2016/SVG/main" r:embed="R3d33d2e52d134df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765745-6E67-4FC8-AE7F-8A22EE5E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4CA5B9-9BD4-4B41-A5DF-97F3D5E3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BE0BFD-238D-4528-992C-33B006DF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8F23421-ABAD-4C43-A632-5FB2322A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0E337A3-3D15-40C0-AAD1-CFCCB0B6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94E676-4B23-44F5-955C-D01ECF67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5B3E8E-D519-4816-AC96-CD71193A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BE38C06-587C-4CE6-A12F-1CC2E3AB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1211CF-5121-4AD8-B44F-6140D67F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865633E-2DE8-4D16-992E-D38458C1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C1B64F4-EA09-457B-B02A-BE1E1951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6045E0-2DC9-4419-8326-BAC25FFC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307879-8CB0-4674-A9CF-C040BA7A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DD96230-550F-424D-8AE4-3031EAD7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E85ED6-CD10-4C95-8C66-E1B3142F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D25463C-FFD5-4721-BE2E-F4D7AC42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32DEEC9-566F-45DE-825A-5D21541F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0CC467D-2D48-445E-B730-354DCDB3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E4193D-0605-465B-B5D2-9215EEE1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ECAC150-715D-495D-B5AA-CFCED5C2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8FFDB65-BCF6-4C97-A51B-C251069C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D04C3AD-071A-44B3-8B59-C45932A1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FDF5545-A1AF-4EBD-A615-FBA5BA6F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76EBFCD-5372-4EB7-8E29-1B7AF8AD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F685270-53F4-4585-9996-7BBA07DC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24AEBD1-8D43-4790-A5A1-1ABDE9B0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BC0D10B-9596-4DE2-B568-230C656C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D055BF7-D0D8-4C8D-B6F4-6426675D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ADABDBA-463F-4E75-83D6-DB2C8BBB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CB4F097-0925-4518-B46C-270D21B6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862517C-8C5B-42B1-A952-6EA0B6D1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E373764-369D-43E8-84B5-F13A05FF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B6B727E-93AA-4564-987B-53B6F5B3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75EA9D1-18F3-4DC1-9080-9ADA6A09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3A861CA-8DBC-4E86-8D81-203DE585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CB8EDD8-9F7A-41FE-A54C-B42CB739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9CB248F-E896-42F0-AB06-96F3EB39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2267288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DB8435-EFE2-49DC-A929-CBD74775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5BF03-F4EB-419C-B734-514F2FCE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E4818-D577-4BF8-815B-C1F633AE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DA471-E6BA-45F3-AAC0-655A99B4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2891F0-A6CF-4DCE-BF14-5A52736F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7661acae58473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E14F6-3745-441A-8545-E11F5348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9D3F47-94FB-43A9-A0C5-48FEE265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F8966-041E-4CE6-AAC2-7AA7EDDF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DB45D4-F1B4-4EDA-AFC0-ACA8BC57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EB2DE-FD63-45A1-8DBF-F290F02E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91f48f98024d5d">
            <a:extLst>
              <a:ext uri="{96DAC541-7B7A-43D3-8B79-37D633B846F1}">
                <asvg:svgBlip xmlns:asvg="http://schemas.microsoft.com/office/drawing/2016/SVG/main" r:embed="Ra5c22d8635c643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EA02B-9BC6-4CD9-9749-2EA45D25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0472AF-8BF6-44EE-A514-C1B75969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18934F-1F3F-4C8A-9A5D-44CB7E94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1A04D-ACCD-4F9E-A063-BB4F6683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F0AC09-1135-42AE-9894-0EA09E18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25AA40-C81B-4FF3-AD92-5BE7CD8E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610631-A9A7-4F3C-882E-06755B0C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1DF744-B1B2-4E0F-B86A-1C38EDEC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3CCCB3-7BC1-4325-B5E3-C50A1F1F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472E20-247A-4BCA-B0AE-07718771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E03FB6-7C18-4B43-9204-4FEF95A3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E85C78-856D-49FB-A1C4-AA3F4316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9687A2-E6DC-4F94-96A1-11C6F8E7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468B4C-529D-491A-84AC-529BE3FA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29DB27-DE02-4ED0-9119-E1742BA7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61678C-8667-4B95-909E-E745F743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27A405-C707-4B4B-9453-5AF86D21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2517729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048D1B-4D09-46BB-A27D-EB79C3C3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5E19D-AE82-4FBC-B725-7D5F790E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1ED61-7555-44AC-8572-C180ED91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87BFC-076E-4905-B556-071712A4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F150D-C2FB-482D-9AE9-F2F3B08C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e9dc158ae4e1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1B45B8-2730-4900-9DEE-7F8EBE23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744F5-7168-429C-BDD6-DF9AD4B1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069C1-DAF1-4978-87D0-CB315020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FFFB20-B433-42CB-8687-0C424D27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C7847A-72D7-4BB1-BE72-98DA5E01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f2008f30354d19">
            <a:extLst>
              <a:ext uri="{96DAC541-7B7A-43D3-8B79-37D633B846F1}">
                <asvg:svgBlip xmlns:asvg="http://schemas.microsoft.com/office/drawing/2016/SVG/main" r:embed="Rf7aea95d506d4a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B76AC7-4060-4A68-8907-F09710C3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F71C34-5561-419D-B08A-21703640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17F1F-192A-41FA-828C-7CEB1179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66556-F21A-4AAE-AE5C-1E0F4231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FD436A-39A9-4DD5-AC21-43F60326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E0DCD-C1EE-498D-99F0-6F13A38D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584446-B542-4BF9-BB25-2D304402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B5431A-2081-4CE7-A51E-F4D2A44B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6F5C4C-FE3A-4984-A7DF-17FBD9EC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9FD04F-9F59-4D4C-B798-44F28D9A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F853C3-81E9-4224-A6BC-CA96D176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8C6491-4A4F-4A68-8E47-0B462EC9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444CE6-960F-41D8-B12A-75AEF66E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42D736-F0DD-4659-85A7-1F6A17BB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B7884B-F849-4D92-96D1-0F4B47FC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F6A849-58D2-4E95-98A0-C8534387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145B57-20BA-416D-8357-FD3E0D9A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EF9C87-3A29-4501-93E7-3FCDF1BC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66DB9D-0B1D-47D9-860B-DCDD9FC1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F73C88-39AE-4C5A-8157-731BA03A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737400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5C6755-2FC2-4F24-8864-2D977BD1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5F5AA-67F7-4B0A-BB9B-04DA5A54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F469E-DF09-4EAF-B9E0-97D1C954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70BED-675A-4F3C-B706-8970D9C3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8EB2B-5AC1-4DEB-BE80-794DB604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99e3d57d2247a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3C44FA-85FF-4F3C-8356-FB76F00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13E4A6-A3B6-4A0F-BFC3-44B6D7F8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B8C9D6-E81D-4A28-8A4E-FA9BE8EC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7F1B3-6CC9-4CFF-A094-C0F8D41D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E83C1-56DB-481E-85DC-A576C6A7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2c42f8fdb4af1">
            <a:extLst>
              <a:ext uri="{96DAC541-7B7A-43D3-8B79-37D633B846F1}">
                <asvg:svgBlip xmlns:asvg="http://schemas.microsoft.com/office/drawing/2016/SVG/main" r:embed="R1617ca4a13184b3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4C76D4-186F-4A5F-8181-335E9CD0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6F8F15-2625-4A42-B4CE-74C293D2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3B0F37-ED87-49C4-A6A8-585C2868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7A4265-4D1D-4581-8FAD-3FF45324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17C91A-9214-4F3B-BFFA-97EF77F6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A01B14-6218-4631-A544-0EEB981F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B47EF8-5E26-49CC-BB64-C3CC1443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21C039-3853-4B52-81B3-F3AD985C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E13DE3-3271-48B7-9C23-237B3555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7AA506-374C-42F1-B6EE-CF561367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1FA3D9-709F-406F-A142-9B6200F2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A4DDC3-78EB-47DB-8CD2-D0A95D89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3226BD-D7EE-48C1-A207-163B4772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C88707-E675-4C92-8969-88193979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4280432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44D3AB-CF27-4E97-9CC8-EF37EA56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51D47-803C-4B61-9278-35D1B95A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75F10-F959-42BF-956D-787D8EA1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02CB6-CDCF-4FF3-9E0A-D457454E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B7EDFE-5D2A-4421-B9E1-0018521F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7de73c392848c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082549-64B2-4370-8545-2255CEF2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D9F06-DBDB-437A-B3DF-7BAD6EB4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717F5-D82C-4014-BF5E-D755CB7E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8836D-A126-488A-8C31-992BCEFA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4BB18-F5DC-4A58-9A73-3D510BE0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7f73166564a43">
            <a:extLst>
              <a:ext uri="{96DAC541-7B7A-43D3-8B79-37D633B846F1}">
                <asvg:svgBlip xmlns:asvg="http://schemas.microsoft.com/office/drawing/2016/SVG/main" r:embed="R544520c321f844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47B4D6-6C12-44F6-8258-021F401E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60D6EF-4165-4905-BA52-EBF35F55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297938-F928-4930-9287-6B93C3E7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598239-B87D-475E-B907-611FF1C0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579517-8481-4E12-91D5-4388721E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AE2E4D-8946-4B3C-892A-8AD68E5E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0E19AE-10C8-4CE1-840E-B1687305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9E6A61-6833-493B-988F-1056040E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9306F1-F90F-4004-AB7D-3621044B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07F0D-8E04-45C7-B2FA-923B5120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3E9706-05A4-4D26-871E-684FE216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501C1C-5048-4B0E-B7E2-E01B04A4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98582C-EE3F-47E4-8CB3-01962694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2A9C48-C91B-483E-8F66-E4E68EA5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768409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5ED4D1-2593-49D9-82FB-7B847E83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5F66F-EBBE-4EE2-9408-02B61D3A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41DEC5-20D1-458A-9928-A2FCC5E0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EAAD0-E6DE-461F-A1D0-2B01E256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1E3533-A278-4A86-AD72-442FF8F0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6be69975b4d8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4FDF3-AC3D-4947-A130-FC777571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E1521-A816-4A38-8289-914BD84E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B9E49-8ADF-402B-8597-D946E2F2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B3EF26-9EDA-409B-976B-AC774DE2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D320E-A1BB-4C66-9B25-4D58CD5F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069ef1d7e6417f">
            <a:extLst>
              <a:ext uri="{96DAC541-7B7A-43D3-8B79-37D633B846F1}">
                <asvg:svgBlip xmlns:asvg="http://schemas.microsoft.com/office/drawing/2016/SVG/main" r:embed="Ra84fa780689941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500A3-2F29-4C45-80B0-BDAB5EFD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B779A-CD9A-4DF5-B8BB-6ADE5E58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34814E-8F69-4948-9362-D357BB8D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FCB81-9AEA-43AE-AA6D-21C5C25C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8385CF-0160-48B6-8995-5FA97C81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1DCFE3-732D-43ED-B274-3F3963AD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CD5F36-6632-496C-B0BB-EBE92410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3A5BC6-3FA1-4A93-93ED-D0AB9156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D0A5B9-81A1-466F-89C9-181ECC35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977318-76BC-45D3-A633-36EAA64D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B7334-F9AA-4D5E-8076-F667A4F9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97D49E-CD1A-47B3-B4AD-FBAFE047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73F245-4EB0-4D22-98C3-FCE27402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B3E156-0E91-4049-BE6B-3D16A187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022090-AB59-491E-9452-E5B8AF70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A68852-81CD-41AE-A799-0D89953B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A02E67-898D-4463-92CB-FF4307B7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A81B27-CF32-4D1F-B4D9-1EBB6C10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99E6AC-1385-4BA0-98A7-21A2D83E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4C90BB-1A5C-4F60-B7A9-616B2D7E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0137B8-A91F-4118-8E71-999BCCFA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F6E153-8685-43EA-A2F1-621F2968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21201355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F987B9A-1B7F-4BE5-B55A-17C3BC0F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93D26-0347-49F6-B2CC-0F8C8315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E1F24-002A-451F-965B-BD6B600E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85C6E4-CF35-435B-BAC3-B56EF69B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23BC3-D3A6-4622-BDFF-D3B35874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909e87e734df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A5217-A616-4887-80EC-11510BF9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4C45BA-B094-4D97-81DE-01593682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E33DB-E059-4CC6-A20B-7976539E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97B33D-978D-47EA-924A-09332717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BBA33-8E5E-4FBB-9CA6-6BCBE9DE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35F40E-3991-4861-8F37-3C3E6800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FE85D4-2AD1-44D2-8A43-AD7D3EE0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8C7219-143E-4DBE-B3AA-FAB18304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05E9B9-2283-41BC-9B24-A7201352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BDAE5D-39FE-4B4E-BECA-F732C54D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187296-3CB1-4430-A74E-B7D15004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76DA7C-BDB5-4378-BD9B-3446DFC1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E2847-9E46-4282-B71B-388BCE56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18F7D7-5EFD-43B6-8D44-4E1E2382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A2A94C-4486-4CDF-9157-273C89C2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5FA2EC-3FB4-4479-88D8-A897B9FB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9B0AAC-802E-42A6-9FE2-1B9203B6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B4290-A392-4745-965D-839CA451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D340E4-9A1D-4333-B000-6D81F4A2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B453E0-F4A4-4514-A45C-39539C704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54D6D-70FE-4CEA-AD7F-262E39B2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0A84B8-4E1F-40DD-B9BB-EFAF3BA5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541C23-C943-440A-B35A-A863722D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C9EE08-7239-49BD-B9CB-849C21CD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D1BA7C-677E-41CA-B4A3-DDE81EF0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AFFA28-7001-4D19-AF0F-3CECEC72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AF167D-FCED-4878-928E-33DDCF5E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1CA693-F529-45E5-96CA-CE4B08B9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282959-6DA7-4BA6-B66A-7FDF15D5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D0B6AA-2021-478E-B338-5178C3EE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6E1910-DE2B-46AE-9525-1FBEC03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A9AD7C-D995-49AC-9819-736D81A8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484E84-1FA0-46BE-9E70-9478308D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F0C338-B3F7-4119-9E55-A7E88F83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A5BA52-1100-4E45-82B9-FDD43FF1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F1F765-A86D-468C-94CC-32F36C3B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49D3C4-35FE-4CE0-AD3A-B1CD9B00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8624C1-A74A-460F-AF95-22E8DA24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96F22E-7760-4253-86B4-B499B702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E6B9D9-05C7-4E57-AD4C-0A4445D6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E0DD7B6-998A-43A6-9AE8-0581B5BD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81A8D79-0742-456A-9F03-8EDBF967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9F7FD44-F81D-4ACE-BD9D-D055074C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2D88EFB-A33D-4646-A9C1-9D2DE3C9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1178B30-E487-4ABB-920E-5CBA526D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1F3F77F-51DB-4AF1-AE39-1DE4C9B3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2A20F6-10E8-4EB4-B7C3-E021D2BA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8C077B-660F-4E8D-A4C1-328BB209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CEEE116-DA17-4E10-9A35-B81E9C3E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0AFBDE7-3565-467C-B3D0-5473C65C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8ACE4D5-195A-4A69-9147-D53FA865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21A9A4F-BAE4-40A8-A9E7-C0724FD6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0DB2E5C-A5D9-4152-817B-F5D3FC151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ED748D9-224E-492A-9E87-386BB818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ECB7389-671B-4E45-AB7E-52DB8594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4168A4B-7E3B-4534-8CF0-50FC2203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6941462-46F5-47B5-BB64-84D95A4F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AA22C53-86D8-49AD-92C8-7A6A2A1E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CA5BB0F-C512-4F93-94B2-7CFB2077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0022B80-B925-48E3-9FFF-3E4C488A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EB509D9-C32B-4853-80CF-22DE3383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885E014-A39D-446D-AF0E-A16D32C4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AA002BC-A3FC-46C5-93CA-292B2E46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3DEF0C7-78BF-400A-ADD0-61F25C25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FEA018A-A0AF-46F8-8685-FF0ED4ED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1B7F4BE-2B64-4831-A8F9-F7E9E820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735B6EB-1DAD-4E94-A558-5C78608D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D68AF02-0987-48C5-9D4D-46AC2E87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6B0DC06-6BF8-4AA0-8F04-A32DD7B5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1609FCB-5666-4D61-A886-7F297EE3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F5F19F9-A48F-4FB1-8B9F-F41F6476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76D67EF-C722-4FBF-ACCB-A7A6FFCC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CE3C735-1932-49D5-9AF8-1B5540F9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6B34D91-1B75-4C18-9A46-A7B17A3F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D0DBD11-7C63-4F3D-960A-BE506B1D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57C577-B958-4189-9FD6-744E5240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B0EB093-1512-4DD8-9C53-AB935190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9C78F1C-6D8B-4B82-81C5-0F772AEB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E2F8974-7315-43F9-8AFE-57BD428B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60EC8FB-5B35-4E46-BE6E-D179FC18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79E1D44-602A-4F56-9DCC-A97964E1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D8FF225-8E53-459F-9B68-3BD8AB2C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CC9A151-CAEE-4992-93A9-0611D5F8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2E18E2D-03E6-4B65-B397-A6661126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C1AAB6B-A153-4DD4-B58F-BB4A2B9F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0ECFBAA-5749-426C-8948-96A84BAA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EEE5596-8C5E-4F75-A506-A0DC0C87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67E66A7-CE62-437B-B28E-B76197FD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18C9FE9-69D0-4E5E-A1FA-77D62D1A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1409C08-2EBF-460F-BFA7-F2B89A3D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4407256-6CAB-4F56-9A60-45714035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844F9FC-AB9A-450B-B834-A7F3F99F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8E51E25-4EF5-4E76-B429-547A9B50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D77AD23-1A35-4BCF-B593-E84C77FA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5C115C2-ADFA-4594-9FF8-7CB3FF36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1369977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8829DDF-0386-4B76-A7D6-8075E210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0A204-CE61-43C8-A822-6D69B152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B0D95-BA10-4A3C-BECC-09C0B360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825084-7A33-4E4F-B6CF-45E5AF8F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CFF0C-7E2E-4AB4-B610-755B127B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87fcb1694413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BEE72-1AA4-4F43-901F-9AC4DACE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E210A-EE35-4A94-A88E-73EC18B8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267907-660E-45D3-B435-2391DAEA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9483B-400A-4862-8BDD-86940B4C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8297D-BB25-4CE6-B75A-3F99B9DD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F349E-4336-41A8-BDA0-27F618C0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286B48-AF06-486B-8FEB-B0EBAC90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3A0801-4CFC-4F10-B474-F1DC15AE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69264E-CEC7-45E4-B67C-73E9FD6F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3B2CD3-61EA-4F0A-80EC-30BD4A29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08728E-5835-4FDB-AE24-5675967F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977691-C45C-46E9-8DDB-8F00F6BB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F5048C-8F84-4CDA-97E2-965DB017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5A68EE-8820-4252-983F-87B1368C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FA9C8E-5B96-4594-8620-20C91A61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7F9161-7091-45F0-8342-7B6D8681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5EBCF2-8A06-4A91-9785-C8949EEC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0FB59D-9B7B-43E0-A9D1-3ABFC79D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B7AAD0-72DB-446A-AEF0-99D8926D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923CFB-6914-42AB-A04D-36D2CC31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1150D8-9BD8-4988-A86A-6863876D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A438D5-4C55-461E-A16A-995100FF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AA4934-F9C7-4041-918D-D4107359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72750D-275D-4138-B4AA-6DE1B853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6354D1-2D9C-4830-A0D1-3FAE3405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3E16F7-FC94-4C6D-B6B3-4EE851D2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0304A1-6561-49BA-A677-3CF60A45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2EFD5A-AFEA-47B5-8CA7-E0982E53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8CCE8E-BC31-48CE-99B1-265BFAC9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859BEC-B43E-4E7C-99AA-9CE6BA55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40A164-FAE4-47E5-BB33-945FE3F0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4BB550-8978-4BEC-8250-2C421080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B8997B-7CAF-4266-A18D-322DC693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62CE8D-A807-4967-AB1A-755C5ECC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4DE6F8E-9E57-4E87-87D3-57486FC5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8EA43E-C188-4BB7-996F-6CCA0E40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9A8945-6B96-477E-8F8F-B7991F77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F46B43-24E3-46EA-B6DF-3896A694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81CF10-2B7E-4D5B-B260-CB44EDD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AD4DEDF-DCDD-4392-A967-47CCE863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6C983E-8A0F-44A6-9C3C-A7D25858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8BD84F-00E6-4476-BD28-868F86FB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3DADC2-BDFD-4B09-8D28-F0B6EA32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E9973A-FB90-4393-B329-B5B6315E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4696E58-5697-48D7-8CC8-9B91B883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7583657-9992-4C88-8561-63D24B41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80205D2-6E06-453E-905D-D9E51B5E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199403E-A360-45E2-A23E-59697721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44D5A45-568E-4A90-BA8E-AE7D443C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E3B782-CCE8-452A-9500-48588C8D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A90C4A0-DB61-4D63-860E-6A51BDC1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56F61C2-8EDB-4423-A6A6-4757E075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7FCE841-1B4A-474B-96E3-22AB0610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07ECE4-7EF2-4574-941F-3382A54E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1402594-D460-4889-8C8C-78D2CC69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26930E5-9B91-4A09-8A27-7E7C157E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C8EA29C-A3F0-45CB-B153-87821EE0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70C0D45-513C-4CA0-A3DB-C3A94197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8168214-0F37-49F9-A094-3B93392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08B8255-E96A-4BBD-9920-E8502DF5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D99C19E-4F53-462D-8DFC-1489D9BD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5F4F9AA-5CB6-443A-849F-CF966E96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65BF69E-7079-47B6-A7EF-CDFCC99F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B024D84-0E1B-4C41-86BF-73A676A4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2F15316-9586-4B35-BE24-7D93F13A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0986853-0C72-4C4F-9798-8C4648F6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2374ADA-7173-4BB2-A76F-BE5B3536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12B072D-F447-49F4-89A8-3FF2D38D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EB0207E-A3DD-4024-BEAB-7C3C7FC3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F6F04EA-6ADD-4BFE-91FA-6A41D25B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F2F7F0F-4DCE-4895-A307-3A50F664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E0DA099-BFF2-4729-81C4-DCA07ECF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EDE9957-012D-4174-B24E-1D947545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CA638FC-9BED-48A3-9BC8-4EBF8A5E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E45EA31-8F18-4099-B6C0-9DD74BE5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CAA7385-E9C6-433F-8AC1-40604FD2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C593220-D081-4CAE-9E09-B0CA26D2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FAB33A3-D95C-4E6A-9048-9B096EA8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65CBAA6-A63D-4F36-86A4-EC564730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948797B-BF9D-490C-9E64-38AC2345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DDEC20B-6076-46EA-AB2A-E693B214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6667068-6A0D-4D2F-9FE6-360BBAB6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F9507C7-C53E-40EF-A5BF-408AF3A4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7AEC95C-EB6C-44E5-87D6-7B4A119A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4740938-E827-4744-A429-E5DB0303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7F27EDC-8C1E-4237-939A-A2B707AF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D7AFE1D-1855-49B7-AD98-BA98217A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98AB6D3-E9B7-43B4-B400-C62C4BE9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A20E2E5-9BE1-4596-BCD3-11480A93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DEE294D-8F4A-450C-A667-54C8EFB2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8169953-C9DA-4BB8-B2B3-72C2D7EF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F9AE585-A023-482C-94F3-B53D3BD3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E93B80C-5879-47BD-AC3C-D4C35D29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688F5E1-8BA4-423F-A990-862A53EC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374D00B-AFE6-484E-9B0E-9C04D330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F9BFB04-538E-4DE2-B8F8-22172902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0836977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27CB766-0BEC-4451-AF8F-32810FE8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CAC09-A060-423A-A3BA-B4F887C7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CFC290-0CF4-478B-A9BA-69F0F49F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96BB26-7119-466A-B340-AE384766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D2EE3-21F0-4DB1-9AD7-8169F903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5e7a890284fe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2E76D5-DF75-4FC5-833D-C4AF519C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6DE6D-000E-401F-91E1-DAA99DDE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0CAB3-A46E-4EC6-8B85-6F45C4A5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FC3268-F06E-4866-A155-D615F1DD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933A1C-D5D9-4F9A-9A65-ED04F9FD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FD610B-4740-48AC-B3EA-0B43FE91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5AB85F-BAE9-49A6-AC80-04DE6589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04A71-179D-40EC-A62D-A2D6338A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F40E7-5504-41A6-909A-5310A250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51673F-3F9D-4234-827E-1754A721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E5246C-0534-4374-B69C-5FE3AE00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A7AD61-19D4-4425-826C-1F9CB97B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B7523-F581-40EB-A8E8-D02BE7BC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FC7F1A-75AA-4C91-885F-9CB45880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80C028-BFDE-4226-8823-457BC2A5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3B004-7553-4843-A6C2-7CBD64A5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97A7E7-9CE8-4385-8CD3-82EB73E4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CCCFB0-7796-4363-A6F6-F0DC0004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7691D9-D32D-45F5-BBF3-9A311CF1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79D4A2-F8DC-4700-AA51-92C1A0CA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327FB9-8F4A-45B0-A453-4985C7D5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8D26E0-E743-4029-81A2-B8A4B650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4C82F1-1015-4C44-B63A-C1B7AA9E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48F709-82F6-40CB-A2C1-91CB256B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B4AA7E-3473-4D8F-89E8-8E783BDD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50A1C8-0907-477E-8DA9-5ECB65A4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928224-CCC0-4E14-8DFB-21BE583D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605C59-6A46-4ACB-802B-63A32BB4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B2FDBD-DA4E-4FB5-BD23-E52F294B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29365C1-572D-4AD4-AC28-1D555258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69FD18-CBD7-4AA2-A0AB-D1A9CAE1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942AA0-EFBF-40C5-BA98-7A4A9380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4495EB-44D2-4060-A0E7-B2548FCE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DD72BD-2DBD-4A02-B4B6-DB750388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D67E03-AFED-4ECA-9F31-D135723A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C55C74-A32D-414F-9C9C-E40B6954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D861003-FECA-467E-A74A-CDEE3789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694EBA1-8DDC-4285-AC6A-8B8332C7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09B3A7-E468-450F-BB36-E3B5F41D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BAB30A-35F3-436E-9973-1F89E598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0DACA1-A829-4EA7-9385-6458A572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BD3CD0B-AD6F-4E00-9C4E-96AE1775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67070F6-21EE-4DCC-BAD9-B3360771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67E034-E6D0-4491-9652-3064658A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DD6D027-C40C-44AD-810B-43012503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0DD1B4-6E6F-4F9A-9BF3-860265FE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09A1132-F159-45F1-A616-49BE681D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9C72CBC-C9B8-407D-8300-7046AD37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F07EDD-368E-4C48-82DA-9068FA0B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FD39FF-3BAD-418A-A02B-AC16DFA6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5727338-24E4-476C-9A2C-03A75593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0AF8621-0240-4E11-ADFD-5F8F440D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906EC5A-2D54-4F43-9193-1A44E881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5294F68-1D7C-48C4-B936-8CF3066A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8988C5F-2BA7-4F7C-8206-C15E8F5E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53167FE-A223-4BF9-8434-F03CB4B5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8191AB6-3C26-4AFF-8BFD-E6324E36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D9BF10C-E935-45EF-9F49-7C977E03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375A55F-5CC6-4E9B-8166-61AC820A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CDBED06-720C-49A6-81F2-04658D2C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2864B37-FCAB-4FF0-83C1-8B5F10F9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1A67996-60F8-4218-930E-EAC6180D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20DE07C-7300-4148-B806-DB03E85A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05F6755-C514-491F-9D78-B5B2B99A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33BDEC7-4323-4BE8-8F2B-BCD4CE89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3C3AF2D-EA5E-468F-A336-46F18A0B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94345DD-3FD2-450F-B612-14AFC681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6B0FC9E-B5CB-4ECD-96E3-2F702E2E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752D67F-CB67-41F8-AFDF-327284AD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2A2FD14-FB6C-491F-8620-0CED5387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83B63D8-3AFC-41FF-BC1F-0AE97B0E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81754AA-24FE-4C68-960D-F2DF8843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7E7C606-B5A5-44BA-B93A-2CAB53EA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080D778-FCCB-40E2-9589-2B5F6E3E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8D2BA48-9FCD-4CFD-84EB-31EB86E9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8515D20-BD5A-4076-B3B1-4D146503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A8805EA-1FB0-4B85-8243-D021C910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FC1E4C5-D9DB-4273-98F1-877CAF2A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D64057C-C69C-4C07-AF70-F510F80C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81F9C6C-28A9-43D2-897F-9FDAF00E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BD6F3F6-73AE-4D64-9A28-3AF26808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B2E4932-AC25-473D-A8AA-54C58A83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8C71840-9312-44F9-BF04-9E292F87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3E0B608-D07C-4941-89CE-92BFF449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1835C77-3D2D-4D3E-BFBD-FC0333D8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EAD31C3-15BC-4DB8-9070-6AAD18C9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C42D4B7-A703-47B4-8648-44894C1F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380214F-FBE9-4ADD-9720-476E7555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49655AB-F168-4C4C-A727-E26E8CE0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078080A-9C76-4A1F-A60B-EDAE4D89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619150E-23AF-42B5-BCA6-96A13E6B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4903523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E2525F0-2A8C-40CA-AC57-15C31219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896DB-53CD-435A-BCCB-9D240B69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6176E-093D-41E9-9953-E97DAB3F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3A40F-1E30-4105-9DE3-7ACAB578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F95FD-AA76-4119-90D2-9512F463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faae31e6de4c4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180CC1-F903-451D-91B8-14452621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23D3F-96BD-4900-89D1-D7984C9F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1681A-6F9D-48A4-B11F-546641C2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BA1148-4721-4A05-9794-6F9D21C3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76C254-51F6-456E-8CAB-CA6EEBF8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F2DF8C-6586-4975-A672-9D893B64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750DB7-F624-4117-96B7-16EAECAE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ABFE0A-F9A0-4CFC-8F82-C17B9A86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38E5AC-FFCB-449E-9A48-ABE6731D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9B233-D657-4528-96A6-10C686E3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1D00DE-010D-4141-98F8-A9AD437B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B80562-B8B0-4ECE-978A-400413DE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D99CBC-A466-4936-B9D9-5071D16F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7CB674-DD1F-42AC-9C7F-86284539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D964BF-BCC2-4C8F-BBF6-FD0A0DC1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9BCE6A-2B59-4AE7-A206-A9F61A5B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3A7484-39EC-4310-B57B-43C5BA06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26E075-10F1-43D0-AC1F-BE944239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84C24C-50D4-4DD0-84A8-AD0453CA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0E9E61-0C9D-49D7-8B40-005F8429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2C6A88-D862-4FF0-8C47-172B2803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9DFEA4-AF20-46AF-8320-BA5D9E3A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C76297-86B3-4E7D-B0D9-82A5F0DF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157689-7374-4064-AEBF-54AF17F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DC99FC-EADA-4598-BF3C-FF20DB41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1E1150-D15E-4888-9400-839CA7FD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25356E-9E92-4EFF-ACE3-7DD0DD20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5B82C6-580A-4FD0-9029-311689EB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9F388B-DBDC-4C6E-96CB-BABA80D3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16D704-8A32-4BA9-81B3-E4870F39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D49DFC-BED1-443B-8AD6-5F9E18AF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5C4110-64B6-4B7E-BC98-97817922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55C63D-67CF-4F93-8F06-5C1E3406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DBCC6F-29F5-4B70-AADC-D73B01AF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004A4D-3AA7-49D2-91D2-5946B011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35E0E94-2907-4C79-975F-F4A4CB86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9E51B6-7264-410F-9379-8BA9DF4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6A95C7-B51F-4029-92C2-1B5941A3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051568-088A-41F3-8AE5-031866E6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6BAD75D-2B23-4C05-8AE2-3CCE26F6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D78BFDB-2BE4-4027-B74F-B38898F5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549C41-12EA-46B0-BB0A-6B9F0796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0809CF8-F636-47E1-8319-2AA621A8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12FFA5-133C-4199-9703-975B6193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4E98603-0D91-4E78-BFBB-733A3569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30412A-4EAF-4E27-B230-B5CEE24C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0439BA2-222B-4A5E-90B9-CFE9932C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580AB4B-6B86-4454-94FE-43E279B4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304CA7-A8FE-401B-9FD5-9E81DF16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96862E4-5746-45F2-8050-B05FDAD4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9D6187B-4C8E-40EA-87E7-845C3FF9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CA2CDB0-C99B-4DE5-ABD8-D9B67D6E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B3FE40C-A879-4F6D-8AF1-6F973DAA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8B1FC31-52EE-4428-9FD2-EF4E5793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58853F6-17BB-40AC-831A-19F41D0F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E01EA99-C31F-4327-83BD-4EA56D25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7EFF5E6-5457-4702-A22B-9261FFB0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0077292-17D3-4B46-AC1E-4D2DD144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25803CD-9144-41F8-9C22-3416BA30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2A97072-CB51-42F4-B08A-D6E7BF6F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CFD3589-2A85-403C-901A-18271230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1336B84-633C-430C-9DC8-57DE6A78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7167931-6C89-4C77-90A3-9914B655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9C1B027-C5F0-4ECC-97C5-03801104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68A171B-210E-4DB3-91E1-79BDF2ED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8527D47-1CF4-408D-8ED1-53F4A0D7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DA01994-39CC-496C-B2F1-0EB78C2E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114CEAF-8F05-4F60-A3E2-2D315791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B80E5D4-7575-44C5-8B13-BCB598BC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F19FEAA-054D-4F7A-B9DF-A0BC92DB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E163C4A-40B0-4A00-A391-93337DF2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8849AAA-9373-45EF-9C20-4AFE26B7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56FC67E-5E05-4ED3-82C9-373F0C99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C0C2200-C621-4B00-9D03-4C005F99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9164A21-8BD2-46CF-8601-9BB91C45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983EB4F-6D56-4710-A202-470601AA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8C679F4-8386-4395-A902-67D18837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133EC52-D98C-4B00-BFD4-5E556D6C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9E38200-E54E-46EB-B0CB-3DD96C77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94D6AD0-FA45-485A-8F62-5A819A55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02F1E58-0677-4215-88B5-CF589161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58BF2E9-51B5-4F07-9B4A-B9C082CF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7A1E4F2-685D-40DB-B3E8-92BB94DC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1BAE29E-DE0E-456A-AAF9-9306D967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28F80EE-4690-40D5-B45E-844C57A3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3D728D3-1043-4CD0-BF06-1A3622A9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B4EF076-CFE6-4180-9DBA-9454A107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18DD96A-BAF5-4862-BDC7-85E5EB97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B39E575-8203-437C-AB3C-F08BDD6A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E65C21B-D912-4B2A-B92D-34A12DD3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BD254FC-B30B-4E00-8632-DD8B83D7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5C8D5AB-0D83-43A7-967C-457AEE22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5357B4A-0345-41A6-8C86-E1E33512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C42E223-3F11-4CEC-B31C-FC639E58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DB5FAAD-F761-4782-AE52-286CF06D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21106692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FBC442F-5709-479A-8166-8F4026C3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AFEA82-A20D-42C1-95C8-DC824436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B7B0EB-BC29-4752-8852-FDC8D9A4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91AEE-6B8C-495A-A732-379A99B0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F94C9-0C95-4DB8-99AC-06F8D719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ec743ab62f426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D2A5D9-2590-4929-9D44-B0E60824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0B3CC-2543-4C81-A5EB-4C8DB615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3FC1C5-F53A-4B94-9B3D-A83150C0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67DF1C-9183-41ED-A812-11E2058F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06816-A6C0-4B5F-90ED-8CD04DE4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B7F469-7647-48D2-9C2B-2EEAF7D2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604A4-D125-4B68-BA4D-0CBB801F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B60B75-6C72-40EE-B288-682F553C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8A73F4-23FF-485B-A695-1C3A00DF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A07609-79C7-4557-B04C-18C7EA01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D51417-04C0-4373-8BC4-63E89E24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B4CAF8-376B-434F-BA4D-50F541D5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B6C662-48E5-40AF-A6DE-9DB3DC18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14C44C-9524-4298-BA0C-1A3E38A9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21ED81-8125-42BB-B229-77DAB2B2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54C5E1-6C28-4799-9BF2-9582E725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0B4B45-BB75-492E-94F9-118AF290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2B6326-C64F-40F8-857C-2ADA2E08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2CC427-7434-4771-B6E4-B3BF3EA1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853753-3321-4AA7-8846-25E1C97F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8F37C2-A5A1-4871-A598-0A157BF6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3A9FD4-5BBF-45EB-9603-9A502EBE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A242B0-E507-4A8A-802F-6663FBD0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410C85-3E53-4729-AFB1-95947B33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9CBEE5-8A36-4B63-877A-649B7461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F8C86A-EFB4-4D26-B2CE-B238CAA7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7B46E1-A0D3-4D88-8933-5FC44A6D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93057E-39CF-4FAE-A6C0-4BD12428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2BEFBC-A2E5-4426-9F7E-17E5B682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173C65-B16E-41FD-AC07-CB97E303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FD742A-20A9-4678-9781-F0AA355C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44C153-4050-4DAB-93CF-9C2FF2AF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9C423C-77E4-4BD3-A4C8-5B623493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37D6E3-61CE-4DB7-8065-B917CA20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29EC3E-95FA-498C-9D05-99B67682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786B69-6354-4C34-846B-3CD3B254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92D304-7144-4FCB-B922-453811FD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5A21534-2DAE-4A05-BB48-5B8D9905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3A7336-4A17-4ED3-99DD-70B34262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054824-2B9F-4F85-AE67-73A7096D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0335291-BE43-4A75-8A90-F10CC1DC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AEDB0D-680E-4E17-B8DA-A42AD899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A3F8D54-E8AD-4C23-8381-5D5F243B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BC6245D-A677-410E-A3B7-0E599255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B64DE9-89A8-4CEB-AF0C-E5685BD0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2EE2AAE-80EA-4A1B-9361-0B97ECBA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CB83249-93B7-4A73-9EE4-6038AC5F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3995646-520F-42D8-9B21-95AE3BF2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36F4E4-6DD1-4819-8D81-5C8FEA79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27C472-4686-433D-95CF-1892BAC6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14DD83B-8675-4A29-BE33-5A87B993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17C2E6C-BCDE-4670-86D6-3FFD36D8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397E9DE-A3FC-49C6-9169-C71D208A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2D26936-F489-4AF8-8144-2D7B188C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E2E1D8F-6EF9-45F7-AD10-B1F160C0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B5C4511-9832-4C5F-A5C2-6B99D559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6339554-6D17-4BCB-92F2-808E77B2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B4CA142-E4B2-48F1-8D34-38AA86BB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4A782D6-FF46-47D5-820A-7DD927BB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474D18F-AC2A-4757-B7DE-EC5A6799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1B11931-3FC3-4462-8431-80398EDE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A8CC2F1-EC04-4B44-9EED-D3C4686E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BCABE50-D69E-49FB-9B60-F47BD4FD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33540DB-CDF9-4726-8B3D-9DD4BE65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1BD1F83-02CE-435C-824D-995DE980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E242015-EEDD-403A-BB34-76792E98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0BA9B0A-3C94-48AA-963B-06917235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7295B62-1F49-4DA1-85D8-02AF0814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EE46D97-F0FF-42FD-B32D-69EFD2DF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F4C8423-5E28-49DB-8BB3-AA3B2774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9DE0A56-0331-4202-AE24-C77D8365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E07F63B-9E86-48E8-8DF8-EB2A4EDA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78E4E4C-7D69-4483-BE6E-EB03D672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A878AED-2799-4F50-8F8B-0091867D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C4D91B3-5956-4CE9-81CA-4FCB4BF7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631694C-3B67-4BBF-AD76-96611349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347F5CF-51F5-4E5D-8CF8-66C25712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DACBAE5-A3C1-4B9E-8B0B-00D937BC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298529F-656E-4439-921F-F88AFAC2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284D62C-32C9-4D4B-991C-56AFB84C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10E94AA-1B77-488A-B3F4-4A2DD60C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A68261D-4E71-4EB1-B1DF-5EECE61F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1171CD1-E520-4F6C-BEC5-B7B9FFB1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A391AB5-BAC3-44EE-A4F4-3C67E6D4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8302C55-7321-4BF3-BD81-775A74A4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395177B-FA1D-4A57-BD42-89F6D5BC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A573A89-21C6-4946-83C4-931FD407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78F772B-4B23-46DE-B0BE-40D5B402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8377D4E-8251-46B2-9A65-D77821DE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0052160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22704F4-50AF-4FEC-A289-CF8967EE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8CCACE-301D-49CC-A6EE-B4564E50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495AF-A9EB-497A-9DD9-1C8C8144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43569-2338-468E-A0AD-D9811D3A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963225-39CD-4C1D-B3CE-466B8D40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e371fe662482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C99F41-BE2F-43FE-A4C9-782B8FA3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C2A56-D886-41E8-8A83-58293044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AE4A3-05B2-4DF2-BC98-CF2F6ED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F2EAAE-4011-470A-9118-9F4F2EB5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62141-4367-4340-B75D-A53AEDAB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D24980-FA6E-440D-BD92-583099F8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520A5C-8FE8-4472-AF76-ACFCEB58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3B218B-DCC4-4214-9B9C-83F161A9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697B3-7654-4723-B7A1-C51B11A7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F3DAD3-0E6E-4A8C-9381-1A157410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13F8E-5F03-4F3E-A492-90F97668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CC48C7-345A-4DA7-9FFA-6E58B6B6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87E729-CC68-4B44-98E3-D110870C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2253A2-7BF1-4549-B050-49DE95BE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1CEE96-6BFF-4801-A074-A4DD18EE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DE9329-52DA-46BD-9AEF-E1CAF52E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EBFC58-B2AD-428B-B05A-94D20DCB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AC27A9-024D-4751-B8D0-DD431E0A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0EDB3B-5634-40D7-B5A1-B155894C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8DD1F-1019-4066-A59F-454B88F0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C158C2-355E-46E6-BCD0-4775C549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063AFB-EC5B-4FAC-A92C-1BC89BA7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99FA55-C021-4B05-9787-8B13B0FD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5206C4-DFC5-48B6-9885-2663222B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F7B3C6-8667-4A2F-A94E-CA0B14F7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2D9705-3A59-4871-841E-E2D07984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72C6F7-ADC3-4820-A0C1-2C785957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717BFD-E670-4EB7-87B4-CC191098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7AF7DB-A9B4-4110-9007-9B33967B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9675DD-CDA2-4CFB-85AB-89D7095C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B975A9-1DC6-4518-BAFD-73C5B366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B72BAE-2CDC-410B-BE5C-E01FD46C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A29041B-F32B-4B8C-A610-07DA1CCA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C7CE94-E9B7-4C48-80CE-E3D4E8EA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9484AC-61C2-4B52-9190-3A338298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05EA82-B12B-478C-8D09-6B4EA67A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71B807-01E7-4C6F-96B5-954F8AB5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6FF197-859B-4F4E-86D8-AC4860BC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E025B8-D378-4185-B10C-170993AE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748250-0544-43B9-BC7F-5D4F353D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A673AD-A192-426D-85A1-C445F17F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90DCD7-4AD0-4417-8538-9BBFA164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2103D91-2247-4C76-A06E-A7439B83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6B67C4-F2EA-4E92-A3ED-DBA59B93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51EB6A5-DBB0-42BD-B39C-1324DCD9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01524E3-8BB6-44FB-8207-7B74234E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DFB7CD9-9B79-453B-B247-EFA398F5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EC6A0F5-8008-48A7-95AA-ED8EDEA4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3EABE53-2086-438C-8643-AA067D4D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1910B4C-FD36-4C16-9755-ADFEAC48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23B7E3C-63B8-49AD-94A8-1D859F2E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F596946-06BD-4E6F-A137-51DC48BD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3CAFD1F-F9A8-4689-8515-6CD01182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68F6B3F-945E-4273-BD48-A09A1B0A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6F70276-FA71-4D07-A652-0F27948A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AD462E6-FF2F-431D-B1AB-9105CDB9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4B32110-25B8-4BB0-97A6-3DBF7537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C3336F-A514-4FED-9EFD-4CAF8D3A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8061034-A508-46B3-9E90-C3F8DF0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C2BAFF4-ED89-4C36-8AFF-BF743998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F1AC90D-4DE1-4A0C-A675-53CEB474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EA82530-7362-4684-A413-5A65B03B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EFBDB28-CE97-4551-8FF7-92CF6B47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A214AC6-7967-4FDA-BDA8-D08360DE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E2FB813-6AE5-480B-944C-2604F546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E4D1C71-05F8-4551-A36B-48201CFE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27B01DC-DE76-4C83-9BBA-A2EA48EC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C36DC8D-8452-4053-AEDC-C59FCE70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E890CC8-BB51-4673-BE0B-3D61E26C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32AEB82-4B3B-4C10-B4E6-BA3EB004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F73781E-F815-4951-BB42-EBDCF42F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B844189-B865-45FE-8319-E1D9D747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EE22A4A-80FD-45C0-9815-9E94CC7D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9BD81EA-B44B-4028-B3A0-4CF0FA26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4418D4A-0C46-49D1-A98E-776602D0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D336022-D268-47AB-98F6-C6131267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9DC567B-9F3A-4758-96B4-23A6807C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B1E52EB-45D3-4207-9885-AEA2D555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FBC9B99-D1F4-43BD-BF65-367A8480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A27D9C4-BC9B-4C64-BB1A-43371109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A1DE88F-ADE9-4A11-8C33-774914B1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4D3B339-BFD7-4095-BA83-7630B138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0AD319D-D874-4410-8DDB-196E038F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FB5DA0C-A3CF-4253-AE7C-2BAC5846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7CE70B6-775B-4314-8CC9-2D8EEEF8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ED3820D-274E-492B-8B06-52BCEE76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3EE1C2B-D640-4AAE-BA19-92A08497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71C70D2-E0F9-4642-AEB2-4D6F7825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6997958-9E5E-4F93-B6C7-0F2E17D8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A2AB2FC-57C9-409E-9ECF-CE077AF8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B6F340D-1CBC-4611-8F63-5440EE18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F2C2A7E-5532-4B4A-8383-40F64513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D4105B6-0AA5-448B-8B87-4691C41B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7C7AD98-ED12-4F97-A48F-4F584B41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311C2BC-E48E-493D-AF2D-93E8CA52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3A9A9B9-259B-418D-886C-91D81CBA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5F9524A-42AA-4BBC-8E75-9F00B41E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D0B27F3-4021-47D2-A14C-4F28C626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0E1261B-3716-4B12-8D74-19D42EA8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B1A120D-1375-407A-9DF3-C351B1E8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37F6BA6-7B41-4A0F-9049-019531DE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B6F7BF1-452B-4D91-9F36-E39FF5D3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18BAADE-8A89-4BA2-89A3-3991E587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CEE596D-6191-4529-B822-CE77C5E8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645114F-72EB-4990-BC9F-64AD5546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891DB24-298E-4EE4-8487-23372B6B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B44AC35-4BED-4B75-A938-5256ACA1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267D87A-9A7E-487B-9ABA-20B5EDF4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C996F07-C1F1-4967-88B5-9C6F4C50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8B0DE1B-8415-4694-AF4B-9FFB8D96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547986A-0662-464C-AFE0-03E8F8A1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8B1FA5E-FB47-4FAC-8699-95BD0BAB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536C8A9-B3C4-4F15-B67C-18E3ACD7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7C1121B-5816-45DB-88CF-A6C9C9CB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CC0A9E6-5AC5-4BDE-B589-2EBCDA9D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8C3674B-A15B-4C83-AC2A-DDC3EE69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F287E60-5AD0-411D-AFB7-2309A557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99C9BCFF-14CA-4CBF-AC77-45FF19CA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676667BC-1E7B-4E1E-B43E-5B3D09EB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189F07A-F4BA-4018-A6B7-6D5B1C75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3F08590B-58F3-4F3F-8E5F-5B6882A9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9CE418CF-61EB-48B9-974D-47D45049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1506AB2-9298-49F9-B475-8BC012EF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321F15F-DFD1-4935-B357-CDC866CE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2D25368-E00C-4C2F-8779-7800ECB2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FF4ECA6-C1E0-439D-8AAF-CC2C6D05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A721CE40-499A-416C-8E74-EE7819CA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2AEFE5E-BE46-4E02-9334-8D6C0587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37205303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9DBCCD-FE17-4FCB-8D33-DF800B58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EEB5D-614B-45EC-9DE2-8502169A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04F6F7-A72A-434D-86A3-33E969A1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4AC2A-C8F1-462D-AEED-BC6032A0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618e6a925c461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FED111-A4ED-4869-B9AC-63F482B6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9B91AA-6C3A-4DB1-9945-9319015C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647fac176a46ab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8683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2026-08-25T05:22:32.5620000Z</dcterms:created>
  <dcterms:modified xsi:type="dcterms:W3CDTF">2026-08-25T05:22:32.5620000Z</dcterms:modified>
</coreProperties>
</file>