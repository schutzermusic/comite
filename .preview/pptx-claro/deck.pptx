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5ec379cc91c4170" /><Relationship Type="http://schemas.openxmlformats.org/officeDocument/2006/relationships/extended-properties" Target="/docProps/app.xml" Id="Rc6997c97b34246a0" /><Relationship Type="http://schemas.openxmlformats.org/officeDocument/2006/relationships/officeDocument" Target="/ppt/presentation.xml" Id="R44ec0cfe025b471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44170a7986e4380"/>
  </p:sldMasterIdLst>
  <p:notesMasterIdLst>
    <p:notesMasterId xmlns:r="http://schemas.openxmlformats.org/officeDocument/2006/relationships" r:id="Rf86517d316d84024"/>
  </p:notesMasterIdLst>
  <p:sldIdLst>
    <p:sldId xmlns:r="http://schemas.openxmlformats.org/officeDocument/2006/relationships" id="256" r:id="R72665abb03e44aed"/>
    <p:sldId xmlns:r="http://schemas.openxmlformats.org/officeDocument/2006/relationships" id="257" r:id="R83f0242bf25c426d"/>
    <p:sldId xmlns:r="http://schemas.openxmlformats.org/officeDocument/2006/relationships" id="258" r:id="R20329b6faad04df4"/>
    <p:sldId xmlns:r="http://schemas.openxmlformats.org/officeDocument/2006/relationships" id="259" r:id="R209d459bb5564118"/>
    <p:sldId xmlns:r="http://schemas.openxmlformats.org/officeDocument/2006/relationships" id="260" r:id="Rd761c12f08454e28"/>
    <p:sldId xmlns:r="http://schemas.openxmlformats.org/officeDocument/2006/relationships" id="261" r:id="R3cc9c4b9844a4c81"/>
    <p:sldId xmlns:r="http://schemas.openxmlformats.org/officeDocument/2006/relationships" id="262" r:id="R85c15c3266fa4163"/>
    <p:sldId xmlns:r="http://schemas.openxmlformats.org/officeDocument/2006/relationships" id="263" r:id="Ra30e14132a674922"/>
    <p:sldId xmlns:r="http://schemas.openxmlformats.org/officeDocument/2006/relationships" id="264" r:id="Rec5edd08bf1b474e"/>
    <p:sldId xmlns:r="http://schemas.openxmlformats.org/officeDocument/2006/relationships" id="265" r:id="R30a7b0934b664848"/>
    <p:sldId xmlns:r="http://schemas.openxmlformats.org/officeDocument/2006/relationships" id="266" r:id="R0a8e50ac77a94b9a"/>
    <p:sldId xmlns:r="http://schemas.openxmlformats.org/officeDocument/2006/relationships" id="267" r:id="Re7ac103057504822"/>
    <p:sldId xmlns:r="http://schemas.openxmlformats.org/officeDocument/2006/relationships" id="268" r:id="Rf8b355c6bdec42ad"/>
    <p:sldId xmlns:r="http://schemas.openxmlformats.org/officeDocument/2006/relationships" id="269" r:id="R11760a655c22479e"/>
    <p:sldId xmlns:r="http://schemas.openxmlformats.org/officeDocument/2006/relationships" id="270" r:id="R3c8e642ea3104f9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71640b6b0644c73" /><Relationship Type="http://schemas.openxmlformats.org/officeDocument/2006/relationships/slideMaster" Target="/ppt/slideMasters/slideMaster1.xml" Id="R644170a7986e4380" /><Relationship Type="http://schemas.openxmlformats.org/officeDocument/2006/relationships/notesMaster" Target="/ppt/notesMasters/notesMaster1.xml" Id="Rf86517d316d84024" /><Relationship Type="http://schemas.openxmlformats.org/officeDocument/2006/relationships/presProps" Target="/ppt/presProps.xml" Id="R14bf0ae3cc0f42ee" /><Relationship Type="http://schemas.openxmlformats.org/officeDocument/2006/relationships/tableStyles" Target="/ppt/tableStyles.xml" Id="R4563ea38208e4cc8" /><Relationship Type="http://schemas.openxmlformats.org/officeDocument/2006/relationships/slide" Target="/ppt/slides/slide1.xml" Id="R72665abb03e44aed" /><Relationship Type="http://schemas.openxmlformats.org/officeDocument/2006/relationships/slide" Target="/ppt/slides/slide2.xml" Id="R83f0242bf25c426d" /><Relationship Type="http://schemas.openxmlformats.org/officeDocument/2006/relationships/slide" Target="/ppt/slides/slide3.xml" Id="R20329b6faad04df4" /><Relationship Type="http://schemas.openxmlformats.org/officeDocument/2006/relationships/slide" Target="/ppt/slides/slide4.xml" Id="R209d459bb5564118" /><Relationship Type="http://schemas.openxmlformats.org/officeDocument/2006/relationships/slide" Target="/ppt/slides/slide5.xml" Id="Rd761c12f08454e28" /><Relationship Type="http://schemas.openxmlformats.org/officeDocument/2006/relationships/slide" Target="/ppt/slides/slide6.xml" Id="R3cc9c4b9844a4c81" /><Relationship Type="http://schemas.openxmlformats.org/officeDocument/2006/relationships/slide" Target="/ppt/slides/slide7.xml" Id="R85c15c3266fa4163" /><Relationship Type="http://schemas.openxmlformats.org/officeDocument/2006/relationships/slide" Target="/ppt/slides/slide8.xml" Id="Ra30e14132a674922" /><Relationship Type="http://schemas.openxmlformats.org/officeDocument/2006/relationships/slide" Target="/ppt/slides/slide9.xml" Id="Rec5edd08bf1b474e" /><Relationship Type="http://schemas.openxmlformats.org/officeDocument/2006/relationships/slide" Target="/ppt/slides/slide10.xml" Id="R30a7b0934b664848" /><Relationship Type="http://schemas.openxmlformats.org/officeDocument/2006/relationships/slide" Target="/ppt/slides/slide11.xml" Id="R0a8e50ac77a94b9a" /><Relationship Type="http://schemas.openxmlformats.org/officeDocument/2006/relationships/slide" Target="/ppt/slides/slide12.xml" Id="Re7ac103057504822" /><Relationship Type="http://schemas.openxmlformats.org/officeDocument/2006/relationships/slide" Target="/ppt/slides/slide13.xml" Id="Rf8b355c6bdec42ad" /><Relationship Type="http://schemas.openxmlformats.org/officeDocument/2006/relationships/slide" Target="/ppt/slides/slide14.xml" Id="R11760a655c22479e" /><Relationship Type="http://schemas.openxmlformats.org/officeDocument/2006/relationships/slide" Target="/ppt/slides/slide15.xml" Id="R3c8e642ea3104f9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d9398fcb8534e2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8954ca3ab404308" /><Relationship Type="http://schemas.openxmlformats.org/officeDocument/2006/relationships/notesMaster" Target="/ppt/notesMasters/notesMaster1.xml" Id="R903c5f04a9654db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14fb80fcfff4a33" /><Relationship Type="http://schemas.openxmlformats.org/officeDocument/2006/relationships/notesMaster" Target="/ppt/notesMasters/notesMaster1.xml" Id="R790f9e8477fd41c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6d81874dfe64786" /><Relationship Type="http://schemas.openxmlformats.org/officeDocument/2006/relationships/notesMaster" Target="/ppt/notesMasters/notesMaster1.xml" Id="Rdda6cad812564b6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23d20df610740ba" /><Relationship Type="http://schemas.openxmlformats.org/officeDocument/2006/relationships/notesMaster" Target="/ppt/notesMasters/notesMaster1.xml" Id="R98b13dfe29f4423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6db66b46bfb4513" /><Relationship Type="http://schemas.openxmlformats.org/officeDocument/2006/relationships/notesMaster" Target="/ppt/notesMasters/notesMaster1.xml" Id="R26e4aca475ef470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756e39b41bf4136" /><Relationship Type="http://schemas.openxmlformats.org/officeDocument/2006/relationships/notesMaster" Target="/ppt/notesMasters/notesMaster1.xml" Id="R6c2d5a0b5a98441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dc8f78c50f14fc5" /><Relationship Type="http://schemas.openxmlformats.org/officeDocument/2006/relationships/notesMaster" Target="/ppt/notesMasters/notesMaster1.xml" Id="R50039bdaeb78446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e993d131835437b" /><Relationship Type="http://schemas.openxmlformats.org/officeDocument/2006/relationships/notesMaster" Target="/ppt/notesMasters/notesMaster1.xml" Id="R567b20b9da8042b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4074f23563d45ca" /><Relationship Type="http://schemas.openxmlformats.org/officeDocument/2006/relationships/notesMaster" Target="/ppt/notesMasters/notesMaster1.xml" Id="R17dd2e5fa8ed4db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160e9fd6d214313" /><Relationship Type="http://schemas.openxmlformats.org/officeDocument/2006/relationships/notesMaster" Target="/ppt/notesMasters/notesMaster1.xml" Id="R2b86f0de97784fa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0b120c7c7304bc2" /><Relationship Type="http://schemas.openxmlformats.org/officeDocument/2006/relationships/notesMaster" Target="/ppt/notesMasters/notesMaster1.xml" Id="R42fa5c5ac237409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3c182c15fe64c43" /><Relationship Type="http://schemas.openxmlformats.org/officeDocument/2006/relationships/notesMaster" Target="/ppt/notesMasters/notesMaster1.xml" Id="R8688ee4147fa485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d17e77ba12a41d3" /><Relationship Type="http://schemas.openxmlformats.org/officeDocument/2006/relationships/notesMaster" Target="/ppt/notesMasters/notesMaster1.xml" Id="Ree333ddbe82b4c0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55b9a96b3f146ee" /><Relationship Type="http://schemas.openxmlformats.org/officeDocument/2006/relationships/notesMaster" Target="/ppt/notesMasters/notesMaster1.xml" Id="R3db6a93edc1f4d4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e6fed1728414669" /><Relationship Type="http://schemas.openxmlformats.org/officeDocument/2006/relationships/notesMaster" Target="/ppt/notesMasters/notesMaster1.xml" Id="R553c944072a94e8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6dd1de0c7e45a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779f476e8664b90" /><Relationship Type="http://schemas.openxmlformats.org/officeDocument/2006/relationships/slideLayout" Target="/ppt/slideLayouts/slideLayout1.xml" Id="R491b93716bb64bd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91b93716bb64bd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10e256abe3470f" /><Relationship Type="http://schemas.openxmlformats.org/officeDocument/2006/relationships/image" Target="/ppt/media/image.png" Id="Ra22e22a529504e95" /><Relationship Type="http://schemas.openxmlformats.org/officeDocument/2006/relationships/image" Target="/ppt/media/image2.png" Id="R8ced9a6be82f4d2c" /><Relationship Type="http://schemas.openxmlformats.org/officeDocument/2006/relationships/notesSlide" Target="/ppt/notesSlides/notesSlide1.xml" Id="R633fd48f6625401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f51e32a9f14348" /><Relationship Type="http://schemas.openxmlformats.org/officeDocument/2006/relationships/image" Target="/ppt/media/image3.png" Id="R74d87f8d82004fc7" /><Relationship Type="http://schemas.openxmlformats.org/officeDocument/2006/relationships/notesSlide" Target="/ppt/notesSlides/notesSlide2.xml" Id="Rfac908c3cf5841c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a6b964ee174385" /><Relationship Type="http://schemas.openxmlformats.org/officeDocument/2006/relationships/image" Target="/ppt/media/image4.png" Id="Ra230ca6c5471465c" /><Relationship Type="http://schemas.openxmlformats.org/officeDocument/2006/relationships/image" Target="/ppt/media/image5.png" Id="R5faf2a0fd3de43af" /><Relationship Type="http://schemas.openxmlformats.org/officeDocument/2006/relationships/image" Target="/ppt/media/image.svg" Id="R24296f8dd41c4030" /><Relationship Type="http://schemas.openxmlformats.org/officeDocument/2006/relationships/notesSlide" Target="/ppt/notesSlides/notesSlide3.xml" Id="R0d58c605160447e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7177c6717d4094" /><Relationship Type="http://schemas.openxmlformats.org/officeDocument/2006/relationships/image" Target="/ppt/media/image6.png" Id="Rf63f82eeed3e47a4" /><Relationship Type="http://schemas.openxmlformats.org/officeDocument/2006/relationships/image" Target="/ppt/media/image7.png" Id="R9ef61d680ab54343" /><Relationship Type="http://schemas.openxmlformats.org/officeDocument/2006/relationships/image" Target="/ppt/media/image2.svg" Id="R642ef80e55fd44ff" /><Relationship Type="http://schemas.openxmlformats.org/officeDocument/2006/relationships/notesSlide" Target="/ppt/notesSlides/notesSlide4.xml" Id="Rc45b79d5792d470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95eed004e5431b" /><Relationship Type="http://schemas.openxmlformats.org/officeDocument/2006/relationships/image" Target="/ppt/media/image8.png" Id="Ra2c88ebaf359470d" /><Relationship Type="http://schemas.openxmlformats.org/officeDocument/2006/relationships/image" Target="/ppt/media/image9.png" Id="R5a9f1674c7994375" /><Relationship Type="http://schemas.openxmlformats.org/officeDocument/2006/relationships/image" Target="/ppt/media/image3.svg" Id="Rcb6f6081be9d4f84" /><Relationship Type="http://schemas.openxmlformats.org/officeDocument/2006/relationships/notesSlide" Target="/ppt/notesSlides/notesSlide5.xml" Id="R9733e7ef5852484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d1804ed1f64887" /><Relationship Type="http://schemas.openxmlformats.org/officeDocument/2006/relationships/image" Target="/ppt/media/image10.png" Id="R48c0aea4bcca4354" /><Relationship Type="http://schemas.openxmlformats.org/officeDocument/2006/relationships/image" Target="/ppt/media/image11.png" Id="Rcaeb1c9686fc4b8c" /><Relationship Type="http://schemas.openxmlformats.org/officeDocument/2006/relationships/image" Target="/ppt/media/image4.svg" Id="Rf65345cb00224a50" /><Relationship Type="http://schemas.openxmlformats.org/officeDocument/2006/relationships/notesSlide" Target="/ppt/notesSlides/notesSlide6.xml" Id="R6567ee7e87664a4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3aa3560d7d4ee6" /><Relationship Type="http://schemas.openxmlformats.org/officeDocument/2006/relationships/image" Target="/ppt/media/image12.png" Id="R8781221dd3454fc2" /><Relationship Type="http://schemas.openxmlformats.org/officeDocument/2006/relationships/image" Target="/ppt/media/image13.png" Id="R046478e2c8124453" /><Relationship Type="http://schemas.openxmlformats.org/officeDocument/2006/relationships/image" Target="/ppt/media/image5.svg" Id="Rf266386061324a8c" /><Relationship Type="http://schemas.openxmlformats.org/officeDocument/2006/relationships/notesSlide" Target="/ppt/notesSlides/notesSlide7.xml" Id="R46dcf98f2feb40f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64e5db00594b99" /><Relationship Type="http://schemas.openxmlformats.org/officeDocument/2006/relationships/image" Target="/ppt/media/image14.png" Id="R06bfddc8360846f9" /><Relationship Type="http://schemas.openxmlformats.org/officeDocument/2006/relationships/image" Target="/ppt/media/image15.png" Id="R02fcc0c023424921" /><Relationship Type="http://schemas.openxmlformats.org/officeDocument/2006/relationships/image" Target="/ppt/media/image6.svg" Id="R672def1e201a4669" /><Relationship Type="http://schemas.openxmlformats.org/officeDocument/2006/relationships/notesSlide" Target="/ppt/notesSlides/notesSlide8.xml" Id="R4facaffc7dd54a5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d9288835894495" /><Relationship Type="http://schemas.openxmlformats.org/officeDocument/2006/relationships/image" Target="/ppt/media/image16.png" Id="R66c7ccd409a24698" /><Relationship Type="http://schemas.openxmlformats.org/officeDocument/2006/relationships/notesSlide" Target="/ppt/notesSlides/notesSlide9.xml" Id="R5a763fe906ac4ae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9a9f2305ec495f" /><Relationship Type="http://schemas.openxmlformats.org/officeDocument/2006/relationships/image" Target="/ppt/media/image17.png" Id="R35f8ec42af7a44d8" /><Relationship Type="http://schemas.openxmlformats.org/officeDocument/2006/relationships/notesSlide" Target="/ppt/notesSlides/notesSlide10.xml" Id="R98ce33f0588d497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57334f99464dd5" /><Relationship Type="http://schemas.openxmlformats.org/officeDocument/2006/relationships/image" Target="/ppt/media/image18.png" Id="Rd952a1457acb4959" /><Relationship Type="http://schemas.openxmlformats.org/officeDocument/2006/relationships/notesSlide" Target="/ppt/notesSlides/notesSlide11.xml" Id="R5b5c1c743a2a434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3ecfb8f9a04756" /><Relationship Type="http://schemas.openxmlformats.org/officeDocument/2006/relationships/image" Target="/ppt/media/image19.png" Id="Rb49ef154c9894e34" /><Relationship Type="http://schemas.openxmlformats.org/officeDocument/2006/relationships/notesSlide" Target="/ppt/notesSlides/notesSlide12.xml" Id="R2bc3142fcff0496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e650d3924f4fb9" /><Relationship Type="http://schemas.openxmlformats.org/officeDocument/2006/relationships/image" Target="/ppt/media/image20.png" Id="Re41e44b820294e46" /><Relationship Type="http://schemas.openxmlformats.org/officeDocument/2006/relationships/notesSlide" Target="/ppt/notesSlides/notesSlide13.xml" Id="Rb661346a83ff477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b2629e865a44bd" /><Relationship Type="http://schemas.openxmlformats.org/officeDocument/2006/relationships/image" Target="/ppt/media/image21.png" Id="Ra6e8b129ae12488c" /><Relationship Type="http://schemas.openxmlformats.org/officeDocument/2006/relationships/notesSlide" Target="/ppt/notesSlides/notesSlide14.xml" Id="R0ece4ed8c2fb4fc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a3e57ca7e64af7" /><Relationship Type="http://schemas.openxmlformats.org/officeDocument/2006/relationships/image" Target="/ppt/media/image22.png" Id="Rd8583fa978834731" /><Relationship Type="http://schemas.openxmlformats.org/officeDocument/2006/relationships/image" Target="/ppt/media/image23.png" Id="R26b5f1096eb941cc" /><Relationship Type="http://schemas.openxmlformats.org/officeDocument/2006/relationships/notesSlide" Target="/ppt/notesSlides/notesSlide15.xml" Id="Reeebd7f1d29d455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3A0267-32DA-4C63-AFC9-568720AB8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832F53-66A0-4354-883C-51326C5AD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261EA5-BDDD-4071-B362-7E1AA4A50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2e22a529504e95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A2E3E1-2727-492A-B24F-AC46D1B5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84BB6F-5021-46A2-B1C5-31D06817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ed9a6be82f4d2c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EC8074-BD1B-4E87-B6C9-1286C10F2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D14CF9-3DB1-4E8F-814C-85779BF52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874A"/>
                </a:solidFill>
              </a:defRPr>
            </a:pPr>
            <a:r>
              <a:rPr sz="900" b="1">
                <a:solidFill>
                  <a:srgbClr val="00874A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10F397-63DE-400D-BFA3-4FC38C507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B1A20"/>
                </a:solidFill>
              </a:defRPr>
            </a:pPr>
            <a:r>
              <a:rPr sz="3900" b="1">
                <a:solidFill>
                  <a:srgbClr val="0B1A20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BF9DD6-C6A8-49F2-A6DE-4D5AB31E4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DF220D-B29C-46C5-B510-77E6028CD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A417BC-D252-403B-A5B1-3E9CF1659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CE9559-5BFB-4080-ABEA-58C6DF08F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FE47E5-9159-454B-9429-30D7AD625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4ACEB2-38CA-481C-8268-CBFECCF3B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21154916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1A0E311-B033-43C1-A84F-5AF6BFE2D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373F3B-2BAF-457F-B709-A8A6C999C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547D69-69AC-4580-8889-596D3DA48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73C13C-A6DA-48E9-AE75-21C6E4BF0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2255B8-A7C5-47B5-B6A2-804147848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d87f8d82004fc7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4DC914-1490-4F72-A059-86D543F19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C64B50-F9E2-4834-9C26-69026045D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13AF82-73DE-4EAC-9596-0E0CA0CA5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1B4534-DE54-4D45-8F83-F4CCF7EEA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E79706-8B2B-4703-BE0B-8BBE35BC8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1EA3D7-A415-4FB6-9D90-3F8200A94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DB24AA-4B55-4B45-9829-E543E659F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B4BE2B-FA5F-4615-9675-ACEF371EB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193CCD-43E0-433B-933E-D1381A06E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8D7206-3486-466C-8AFC-6EE7B2025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3FB336-8F60-4438-8A79-C677A36C5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1ED250-971A-456F-B071-4492B576F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6361F7-F248-4156-88F8-2B62CC2C5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31E6CA-B6C8-40F8-8046-519EBFB87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360FBF-F3F4-4590-B111-F8552A6C2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F39B17-D723-49CF-8879-01F129D26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AB2BE7-9F5C-4BDF-B435-1B90B54C9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BE9657-0362-466C-9D93-1B3D4EB8D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648EEE-470E-4BA7-8657-C2FCEC9FF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F3C4EF-5CB1-440C-8CCB-F3B998A74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D59EE7-7CB6-4E39-A0D8-A95CA2F2A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741C90-F91D-4453-935C-9279B4F6C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400D6DD-7F23-4ECE-88DD-0384C4F9E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B699C0-3638-47A5-B567-CE4A08E2E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951BF4B-49A0-4229-B28C-162F881AF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8EAECDE-FBFB-424E-9807-A08B00495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A83A2F7-728A-4385-B6DF-F89182979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83BDBC2-A7BE-4593-A354-33D465023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67E944D-B6C8-496C-B65D-923FE7CB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EB41F7A-FA52-4694-9198-1F66890DC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4305526-F7F8-4D98-AE48-9300D06B7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CF32D8F-BD14-49CB-A7F1-17F86E56B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35F003D-4FB0-4812-82EB-3ECC9EA25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30D09DC-7A66-49EA-8130-1693CB48D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A1DA331-E1EF-4BF8-BEE3-DAD399910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16862419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32DE54FE-ACC8-4CDE-A772-E950DD869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AEE47D-1420-4B88-A663-9C9AE7D3D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BE5E54-CF99-49CC-A1D2-0ADD13C94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82A3A2-6AC0-425F-893F-D1B7B01A5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56B79C-9E53-49ED-A357-C9DF77D5E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30ca6c5471465c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1D5685-D574-4897-BD1C-A9179946C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B5F3C8-45AB-441C-BA16-740B29CF3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5DF732-6FFE-4223-AEB5-FAF9D5798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B1A20"/>
                </a:solidFill>
              </a:defRPr>
            </a:pPr>
            <a:r>
              <a:rPr sz="2400" b="1">
                <a:solidFill>
                  <a:srgbClr val="0B1A20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02B17D-A5DC-4C39-8B74-4CCF007F4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26383F"/>
                </a:solidFill>
              </a:defRPr>
            </a:pPr>
            <a:r>
              <a:rPr sz="1200">
                <a:solidFill>
                  <a:srgbClr val="26383F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E8447C-C875-4222-AD54-EC327179F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FFEC98-4C71-4FB2-BC92-DEF2D36FB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78DC8F-85F2-4DFB-89B5-60FF72C0E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B1952F-98BD-45B0-847A-BD3BE1C74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842A97-E25B-4AA9-90FF-444E8E20C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BE9335-3445-4CB8-8D55-5C8F18D48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1A43DA-6A8B-4693-9E76-2338DBF4C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5AAA76-F42D-490B-93EB-12EE3E6AF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7548C7-E92A-41AE-B3DA-7CAD2AF48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91A743-CD7F-424C-AC8B-F31133229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5E835C-9E35-44DD-A677-F0781029E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80A133-A996-4C17-8A44-85D9D6CF3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D9DAF9-E866-4F79-AD08-1BCE75804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582187-161A-4FDE-BF7C-FE3DE67E2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D4ED8"/>
                </a:solidFill>
              </a:defRPr>
            </a:pPr>
            <a:r>
              <a:rPr sz="1950" b="1">
                <a:solidFill>
                  <a:srgbClr val="1D4ED8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A6AF37D-A46C-4CA4-B458-EA29BB960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75C7DD-E545-4490-994F-487937B7B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E3902A-0336-4135-B319-CFEE8476D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D29FAA-4FDB-4DE2-B927-03482D383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11B6146-81C2-4AA0-886E-1662E24F4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6B1C1E7-BD5C-43A5-801E-C21D06F9D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B45309"/>
                </a:solidFill>
              </a:defRPr>
            </a:pPr>
            <a:r>
              <a:rPr sz="1950" b="1">
                <a:solidFill>
                  <a:srgbClr val="B45309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0BEA58-52A2-4846-BB0A-98C95A4CF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BBC4CA9-1C9C-487C-97A9-513064B93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858426D-938B-46BC-954C-8B791B74B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FB3F828-FD56-483D-BCF5-632555833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0D146E5-7CC7-4CA9-9861-5CCE73512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AB095BC-05C3-4384-93D9-88B413798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D57A544-D912-4D41-829B-9B5E48EE3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af2a0fd3de43af">
            <a:extLst>
              <a:ext uri="{96DAC541-7B7A-43D3-8B79-37D633B846F1}">
                <asvg:svgBlip xmlns:asvg="http://schemas.microsoft.com/office/drawing/2016/SVG/main" r:embed="R24296f8dd41c403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89E1408-3B5C-4DDE-9EAD-BD33EC63F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A55E3D9-4FEB-424D-BFD0-F89C9F6D3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6EE4A77-1FE6-4639-B096-36585142D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9C30177-C1DA-473D-8EB9-41E073154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B38E889-A1E6-417D-A171-4F3616709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CE4A57F-66F3-4C7A-B0D1-2C077A476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2E4830D-4C17-4939-AFBE-DEF1EB3F8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9CAA550-BFC6-42BD-A151-BA4AE3E54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694B5E2-D437-4DEE-8F7E-4F94782C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8B3F14D-3D1E-4E69-AA57-64FC58E5E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E612033-3AD4-445C-B82E-FF99E369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B6C66DA-6CC4-40D9-B96B-23A45B25A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32DF44E-9E31-4AED-912B-09904F136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0E47019-8735-4C0D-BBB1-E986F7482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C9BEC2F-CC5A-4654-A09E-7D20944A8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92D1061-056D-42F3-BA0C-017DD353A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E3F6AD1-05AB-426A-9C00-B7D7B6C76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C881E9F-4182-4E29-A229-C63428FB5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FD1E53B-6BDD-4035-97EB-3DB8DB4D5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9CE1464-8CEF-4287-9EC1-9B3B793F1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B4518D9-104C-4558-AF15-020D794E2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8C73AF6-0567-4272-825D-9A0342320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CAEC005-B2EE-418B-9A1C-8278CED16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F80DB7D-476B-40BE-8047-DD9AA029C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8CBB381-4241-4912-A49E-DA3F5C988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E920A0D-AFBF-418F-B131-F46DEBBB1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86AEA06-6722-4039-996D-84E8AC6CD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B45309"/>
                </a:solidFill>
              </a:defRPr>
            </a:pPr>
            <a:r>
              <a:rPr sz="675" b="1">
                <a:solidFill>
                  <a:srgbClr val="B45309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B4A3DCA-A19E-45EA-BF3A-DA482E818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B45309"/>
                </a:solidFill>
              </a:defRPr>
            </a:pPr>
            <a:r>
              <a:rPr sz="1425" b="1">
                <a:solidFill>
                  <a:srgbClr val="B45309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9C1D995-90EC-4BA6-9E85-BA6EFA3E3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30124B6-5017-4172-918C-B69C396C4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7D06E5C-1ED4-489A-B398-3545583A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916B631-6718-47C4-AC07-676FE9C10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1B2DB36-F09A-4631-8E8A-95514BBAE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44E2EDB-1BEB-43B1-9A8D-17EEBC9F2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F6D6E21-1C9B-41DB-9C13-F7B5C7100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C69679E-BD0E-475B-BE74-84C6BC338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B4F75728-97DF-49BB-AD43-87D1A78F9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16469775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D525D4-72E3-4CAB-93E0-C4DC9F671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77AAB1-0CBB-41C8-8A22-D1672E4F8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A7CE0A-A739-40E8-880A-AE9B0B375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601E36-8B91-42FA-9FC6-19573EE0E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61FCB4-BA04-49E9-93F8-59226787E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3f82eeed3e47a4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F20BF1-CAD1-4A2B-80A5-930F418E6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202C68-B102-4917-9C88-811CDC4B8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E90582-68BC-4257-914C-33B481D60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D62B17-0D46-4A16-8A9E-82C44584B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8DA22B-0217-4E1C-937E-48D10BB50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f61d680ab54343">
            <a:extLst>
              <a:ext uri="{96DAC541-7B7A-43D3-8B79-37D633B846F1}">
                <asvg:svgBlip xmlns:asvg="http://schemas.microsoft.com/office/drawing/2016/SVG/main" r:embed="R642ef80e55fd44f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D78195-AD78-45FE-8DA9-2972E535E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7D777C-0108-4B71-99AF-AD54DCFCF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56FFA3-2E14-4F19-83F1-58D7CB250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1D4E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870512-64AD-48CD-9909-4420808A2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316F6C-36FA-4EEA-8F86-31853F700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F32D37-42BC-4761-A1E7-719C79BB3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1493D7-80DA-4D10-9183-7F8A63DE0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B4530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1C1D4E-5BE8-4B31-89B0-E5219F82B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6E011E-888E-4888-8DC6-E0ACC3410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F35D06-8F9C-4DFD-B9C0-DF4C5A80D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B34555-3EF5-49C0-95DE-F322963DC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17B0D9-261B-4DD1-A450-29D955D52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5A3393-4603-49A3-8D16-60FDC4BE0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BFBA9A-4E09-4F5C-96DC-9FD4C14D5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953219-C256-42FC-9028-46BB7C70D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241ABD-FAC1-4884-A5BE-06DB8ABB4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5D579E-F545-49F3-A675-A2CD6A7F7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189984100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4728FA9-3D97-48FF-B007-B79547C54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3E7640-A8F7-467C-992E-F4E9BEDA8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C7ABDF-6E8E-49C2-A10C-E6A19AAAD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BD9644-4284-4098-9F3B-C04ED5198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2074B0-8CB8-403D-8CE8-C8180A16E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c88ebaf359470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3234FC-19E5-4605-B8B1-7645F238D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51D4BC-16F2-4C5F-A004-C7A5EDEC7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0F5FE2-4E86-4965-B3C0-82DADFE6A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80E013-8A0C-4E83-935B-1A2D24ECA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E635B3-F8B2-49E9-AEB6-894492B13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9f1674c7994375">
            <a:extLst>
              <a:ext uri="{96DAC541-7B7A-43D3-8B79-37D633B846F1}">
                <asvg:svgBlip xmlns:asvg="http://schemas.microsoft.com/office/drawing/2016/SVG/main" r:embed="Rcb6f6081be9d4f8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F04EF2-ADE4-4717-9481-DD9CDFD28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5F94EA-7BA5-4F7B-8397-20F0576DE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FB052A-07BC-48A3-99F1-0303BFAA2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40C032-A19E-45DB-9A84-BE9934587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A9C2EA-D949-436D-92F6-AAC00532D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AD89A4-B961-41E2-95B0-7CAEB6D8A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954108-4166-4B44-AC3E-AA0C0A71C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488C8B-6E60-446B-BA41-D0EC23AD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1F1A5B-A3F5-46D7-BB09-4133E8CC6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5FA726-8BAB-4AC8-A0B7-5D6DB9731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742DF6-81E2-49AF-A116-DB13FB558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8192F15-D6CA-4C45-B7EB-8EE6CA5C4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892457-5140-4AFA-9683-F0E37A8F2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D9B9E5-1C61-47DB-9BA6-1FDBD2696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09AAE4-2812-4619-BAF7-36E2DD7DA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61E4D1-BDC7-470A-A3F9-4F42A3FE5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9A16CC6-D739-4025-AC9E-5F327D621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C04E142-9188-4B0A-A342-52AF820EA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A2F0703-44E2-4CC2-AC56-A4F68DD7A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01FEBE9-E56A-4AD3-9049-ED1B04B03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41935297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9C1224-2494-48B0-AD33-009836F4B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91EC90-AF51-4BC3-9374-A0E25456B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E04443-C015-452A-A29F-0AE54EB3C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177CF2-05A8-4B32-B5A9-283DA7F3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41C76D-5528-42CF-BED1-F170E8336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c0aea4bcca4354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DA27C4-C797-46D7-A1D0-BF2086C0E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973CED-7553-4ACC-9C1E-761D0D874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11D3AF-5CA0-4C81-841F-30DBFAF1C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D56B6C-3180-45F1-A2E0-1A5C14C29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6836F8-F9DD-47B9-82FD-A8F0E44D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eb1c9686fc4b8c">
            <a:extLst>
              <a:ext uri="{96DAC541-7B7A-43D3-8B79-37D633B846F1}">
                <asvg:svgBlip xmlns:asvg="http://schemas.microsoft.com/office/drawing/2016/SVG/main" r:embed="Rf65345cb00224a5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94C606-0BE4-401A-B12F-60E693D01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66A2DB-10D1-4E3F-BEBD-29A787448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39574F-CDE1-4BEE-AB46-2D0C2EBD0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CCE9D7-7725-48A6-B42F-38705CE7B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F8FDBA-F300-4C0B-B9A0-8EA04171E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409954-7B42-4AD6-A36F-2C1BE57B4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6B03CB-E669-40CA-B78A-FB8B6D394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C153BD-85EC-4063-A93D-E7FA5BD62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AFB66E-9360-44F0-A4A7-AE536C43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560DB6-6702-4B58-8F0E-7126DB992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1911C9-1E2C-4074-A524-7A71BB60D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46E568-D365-4AB6-97C7-C6B5A841A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36B24A6-7E62-4682-9430-9043FE2DC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C90CD3-B93D-4363-95A6-8BC34A2DE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119751622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E48A83-E969-4886-81A8-8220F5C73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CD0925-B50A-4F1B-B2DC-2BC169580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E07A8E-37DF-4FBB-9D0C-FDA89573A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A07ECE-3F2C-4E83-B631-812890728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30BB4A-9369-4221-A7FB-E0C4DFA77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81221dd3454fc2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9B52A0-648A-4CBA-9353-B56B637F5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7D09AE-D681-4D5E-B4AF-93F120DEB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5A4CEE-31F1-4A0F-BB2C-80BF790F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9E3C8E-8AB7-4845-916D-C44269D37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9E5B63-3802-4780-A436-672DB6C7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6478e2c8124453">
            <a:extLst>
              <a:ext uri="{96DAC541-7B7A-43D3-8B79-37D633B846F1}">
                <asvg:svgBlip xmlns:asvg="http://schemas.microsoft.com/office/drawing/2016/SVG/main" r:embed="Rf266386061324a8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A7BCAC-A715-4382-A05F-D0C875607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C1823D-72DA-4994-BB36-BDA5AF221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DB3E8A-6D04-47E7-B28F-079E05B45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A61203-ACBC-47FA-B2D1-E0EBAC143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BCC25-95DC-440A-8FCC-731537BE8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5CDF2D-6BD8-4962-815C-F5148B54D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9D9326-CC04-49D2-94E5-57180BFDF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1EB123-9F75-4836-8853-E3D7F099D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01CC4A-9884-4972-BE80-C46DD0AAF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B73075-0791-4B69-95F0-3E60FB6A8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13678E-F163-44D9-9D34-F427BECBD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6E74C7-AEA0-495D-A9ED-5F928E737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83F"/>
                </a:solidFill>
              </a:defRPr>
            </a:pPr>
            <a:r>
              <a:rPr sz="1350" b="1">
                <a:solidFill>
                  <a:srgbClr val="26383F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5AF168-868A-451E-93D9-0177493AF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E8CEBB1-4471-4DAD-8EC4-CC639F61F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142115367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DF15DA3-4126-427B-B091-198A321EC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35BD4E-302A-4C44-81FC-FA4F0411A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42C74A-0D6D-47FB-90A0-10B5C2F0B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164F0A-01B0-4532-9130-326210D6A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F792EC-C982-4B33-8B28-4DBBB7D9D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bfddc8360846f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D2E4CC-BC0E-4BD8-B8CC-1EA7B01A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4FA301-C45E-44C2-B478-F68D945F5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753FC9-72D8-400C-9086-5A403458A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4F7D39-A25E-4E53-9B32-D855820E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AD9D06-6FFE-4FDD-8A70-3EB63284F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fcc0c023424921">
            <a:extLst>
              <a:ext uri="{96DAC541-7B7A-43D3-8B79-37D633B846F1}">
                <asvg:svgBlip xmlns:asvg="http://schemas.microsoft.com/office/drawing/2016/SVG/main" r:embed="R672def1e201a466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3B532C-9DBA-4385-A3B9-E2B174084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35D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AFD538-49A3-4758-9BA4-B46E0647B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78B065-2F52-4E76-AD84-B7F0BD508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5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D00A9B-3EC2-465A-8A1C-A4C33DA94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A94B68-977B-4A09-A55B-2FD334377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00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E38D03-D243-4AB1-9FFE-7D62A910F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4EAB1C-D5B3-4107-82C3-D8A0284E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F94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EF62B1-F379-4E80-AD03-E4556E8D3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236F58-4C0D-4D3F-BE41-7F6D22302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34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D4FF91-13C0-4D89-8B3B-1308A27A1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CD7DE1-561A-4B3E-BCA5-00703EDCF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58E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64F5A0-59C1-4AA9-9271-7867DF82D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5CA8E1-333C-47D9-BCAD-1241C4B97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4D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6DF04A-6088-427B-99B3-552B95FA6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AABF0F9-4DD7-49BA-AC74-4914BC82D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7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B731D6-3CFE-40D6-BB49-9E6823B12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9FC473D-2EF2-4A72-8E28-58ED2E2FD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E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EA788F5-8917-4B91-97A6-1E8604A7B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FCFEC34-6F06-4AC5-BD11-C88EBDF25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164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DFDB975-A21E-4D3A-8719-BE4A46EBC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C8DEE3C-9B93-4F4A-B152-EB6009F0C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7F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EE1DF46-F177-4E31-8B24-A4A37820F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68301554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54CF1938-4D51-4344-B5E5-93CF20823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AE0335-8BCB-461D-9754-F311E54B1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24AA08-2C02-47F7-8802-A53A43A7E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4513E2-2214-4E39-B861-140C7D140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17EEC7-2BE8-41A9-957D-82AE42A1E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c7ccd409a2469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388087-05A1-42DB-82F8-84BA9CF66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19467E-93A3-4D1A-AE26-CABCA76C5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5C3983-7B95-4C4E-B0CB-F2213F4EA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BFDE00-9EBA-410B-93C4-294AD0553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739746-9E32-4730-813F-0AD7041E6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C94DA0-8F01-4EE6-A615-E89346392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059954-4376-46B8-98D2-CF569C337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035482-2252-44F3-84D3-DCAF600CD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51A5B7-C64C-44ED-BCA9-82C995369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678B9C-3278-4E45-A9E6-B0DD1441C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4BBE24-EF69-4E4F-9375-A237D7A1D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0CA2B6-76E5-4D05-BC41-18CAE3474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A6F2CF-E18B-437C-BC68-EBFA31F31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3AB11E-F38B-4F37-BEEE-885FD13D3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E2DCD3-BB4C-4264-B74B-8BBD909F7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059971-74F8-426C-B159-5A00D5E1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900F11-FACD-4F92-BAB4-DFC0E9C91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644CD5-A0CD-4824-82C1-E5DCD430E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5B3122-4A1F-4AFA-81D3-89BB2E481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D37D16-C28D-4C43-B787-82141B2B2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E4CFD5-8AC2-4063-B6CF-00010CA78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5D0836-8923-4216-985A-0728E0906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DB1BDBD-5B68-458D-AD61-270C7B6E0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3C0F0B7-7569-4473-B1D8-7119477D1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666BF3-38E6-499D-862C-543EBAFF9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D9B88C0-3F99-4930-9945-1CB97B6CF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97D3BCC-F9FD-4A14-B9C5-C7D377FB2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8D1FAD0-71CB-4178-AD40-39E72B8A6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A140B63-5947-4A08-8045-8DE8FDB69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40097DC-DE56-458E-9AE5-1A33B6C42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2A6C9F5-E7C5-4E80-B2CD-C722D7ADF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8557FE6-4B46-4AEF-97D0-9E65370E6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4F67F8F-6283-4E78-8020-CC1DCA20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DA9DC22-3ECF-4515-B93F-DD6568370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381F1C4-4C7D-472E-BC1C-0EDDA155A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9F20BEF-6F44-434F-8175-3B751A0F1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07E4A64-F726-47AE-997F-2B704F37A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A755073-A8FC-4B8F-BAFB-38292A7EA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76A724B-5A63-4E5A-AAE0-57C0E4562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7B4AEE2-C92D-4C95-B212-F15529491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BAC1599-033F-420A-97F7-9EB982667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C6A93B0-5E23-47B5-BA88-74562D4E3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AEFA718-D557-41E2-8B1A-517C7039C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EAD45A3-208A-424D-A606-8293A8B15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3074328-9F54-4CEC-9C11-95515B8EE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B41551D-EA5E-4FF6-950D-3E2834250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0AC988D-84CB-461A-832C-543BDD1B6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F4E1895-5FD2-4812-8660-F7065258A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70DA644-2565-4BCD-BC72-AEE2E5CCB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7707474-FB21-4F24-9729-3EDC52CDA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985FDD2-EC8D-49E2-942D-0E2CEB313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C93375B-FAD5-4443-BFAC-568C7AD7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2741DA2-2425-40A2-98E5-7FA7EF9E4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2D87B5D-1A87-471F-8400-E920576E3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9A6E546-9A3E-4244-BD0F-3DA1BFE36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760A2A1-BA62-4411-B774-85900BA60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5D28881-8200-421D-A947-C8F47758D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712FEE2-D81C-49D6-91BB-94E3DF623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C339BBE-59B0-42EC-89A9-019F32CE3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AE6E551-B76D-482C-8D62-D56845A9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0477ED7-8184-43EA-B463-F0B26793A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CB25554-77C4-4BEF-930C-F1164D957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7E6F0C3-AAA4-42F6-8AFC-30E542400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46D51AE-903A-4265-A014-BF9EBD9A2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6A6B910-BBDD-4F75-8B90-8CBF3B352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CEC4E3E-C8A8-481E-85D7-18152BD25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FC7A6520-6FDA-47EE-BD24-6D3498780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0A895DE-CF55-4FD3-8B5F-C48FA693E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3B90AFC-E354-40FE-BC76-CEC73B041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37F356A-199C-4BDF-A58E-07C658289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7B20EAF-B125-4625-AF2C-FE901B59D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0D84ABC8-BD84-4612-A2C9-07CC09EA3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6E8269B-05A2-49E6-BEF2-6F70C173C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07EA5AA8-4EF1-4A41-9375-7CC5039DB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DFB6B189-4B89-448F-8184-DD13E08E9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BCCE5F53-1AAB-4CE5-8806-2726AA64F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9521530-ACAD-4063-A8D7-2582EC47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89FB9267-A45C-44B9-90BE-F76379D15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1411877-A8F0-44A3-8A03-B7C3DD790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8E48F2B3-2A86-4A65-ABE1-35E38B306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215BA1F8-5D47-47FB-A117-CD9A58C98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80133D11-691A-4E51-A552-CD4C13551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C3B0DD6-8AD5-42DA-BE05-749C10CBE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657A1F94-CC91-4E0C-9B43-D70FCFF99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1602CBA5-E187-4F6F-93B3-D7C28C084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E80F72A9-7338-42AB-BFDF-1429EB936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984E07B0-AFB1-454B-B1D7-70334C068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E80149A7-AE1B-43CD-A305-C74F90A1C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426E3D77-060B-4F7E-A02A-0D137EE56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069E03A1-BA78-4C59-B950-B280845C7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A0E7BA54-DAE0-4D37-BBA2-90E99BC86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EBCEF78D-A8DF-446C-93E8-F5C0F73E6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44724229-77C8-46AE-801E-B468B94D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D4A290A4-599C-4B1B-8024-5BE2165A5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11AA1163-34E4-4BF3-8F39-0A21D753C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167861124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CD817ACE-6484-409A-89F8-5CFDA7AE6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ECAAB7-5190-41AA-8CCB-14187550B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04A775-25E1-493E-A257-2EAF51B82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4379F5-5DAF-4ED2-B7EA-C21600824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7C4A38-D3C8-4EF8-9E19-192FFB1B4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f8ec42af7a44d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8FF73D-448F-4570-97FF-0305FDBB3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91B961-A922-4C9C-ABA2-168BF9F9E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C510AE-E013-4EFD-9152-20BF4712A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183DFF-06FE-4AB0-9EAF-C9BCC2A49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4EF5E8-3B4E-4FA3-9D5F-AA6575AD0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2168ED-DDF4-4A79-BBFE-564F04CF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0C589F-0486-42C0-8DBF-17109474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386DDA-6F3B-4E10-A620-83F9EBAEC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245F3D-7CDF-4D48-BDB4-906448B91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D6F8FE-61D1-4418-BB97-9BF197922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EFCDDC-DECC-4F52-8171-E842CE589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B525ED-B5E0-41B3-AF42-1BA727A1B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3890E5-2075-4EC1-B85E-BEB8E9654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533978-52D5-4602-BA7E-2DF1D6FDD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6E6131-3429-4D7B-9235-E455F3163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27BA49-F681-41B9-A989-5A81074B7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DB5D82-0C6E-41EB-9768-489C7ED21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45D30C-6E32-4B18-B7C1-C0FCAB2D9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B3637E-4B13-49F0-9DE4-0AE80DB6E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E0DA45-57A3-4C10-BB87-C6DFF5845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57C8846-B6A8-42EA-840E-0EABA3351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B231CE0-7FC7-4566-8B0B-631588FE4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9B2B552-D5A3-43FD-8CBA-D63EE58EA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8C5038-46DA-4C96-B4EC-B9F3923A8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7B3DBA1-6BC5-4DA8-8236-1F5567BE8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9474180-4DEC-47F1-9885-734222DC2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9613C85-29F7-43CC-8F63-91403269E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37B792D-E90E-4246-A6F1-EDEF6ECFC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6BE709F-80BB-4687-933E-34EFF26FD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2CD87C7-285B-4CB3-8AA5-360B3D89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7380433-F671-4883-BB44-06647CBC0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9C963A4-29AE-4868-A2BE-9DB0DEBD7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359A94F-ACC5-4E9F-B696-152E2F8B2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F45D929-06D8-41C3-948D-2285FAB2B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70D4E26-51E6-44DB-B7CA-8DB4424AB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69BFB0D-762E-4517-A68F-40B46A879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953CF26-74BC-4557-8BCC-F32D7DAAE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199CC21-DE9C-4180-9C5A-3E04D73EE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C071C12-CCAC-46ED-8729-775F4B346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56117EC-F79B-4CEE-85F4-3D3B0F4EC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3E6F2A8-E937-44FD-AC0E-05B4786BE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73C2755-0F42-4F3F-B007-C8EFFF1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34AFB91-5E8B-4424-A374-70E3B3213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4E9995A-E06D-49B6-A36A-A52F5EC18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6A0F81C-7982-4B65-884D-20911FC13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E3A547F-4426-4764-AEEA-15443250D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463A1DD-68CC-436F-B6B9-4B3D7683C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38E990B-FC82-42CF-B69E-2C5375EA4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85B0187-0BDA-433C-AEEA-6799B9803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6981C92-882B-4A1C-8B9D-121B1E9E2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58E7356-C74E-4368-B942-0CA616F3D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F6DDE11-CFBD-416E-B820-AB9ADF079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DA92DCF-EC33-4B01-9793-FD7B25CC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8BF144F-AB73-4D9E-9615-16D4E5E21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9243C0C-C63A-4FEB-869F-D487A86B1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3EF0CBD-EE85-49EE-8FB7-C5A0C6612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3E2FA62-AAD8-46AB-84FF-B2194EFB7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FB5EE7E-921B-45EB-BAC9-9A4ADDAEB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5B24BC6-7C2A-4B9C-BD6B-DA1EAF411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1CAABE1-C3F8-4A4F-9D05-66B6FE441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A4177C3-18F6-4457-8F82-77557F49C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1EB2426-E3BE-4243-BD53-F12E5F95D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50E1A84-33D2-4511-8F98-F0907013C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81283A4-4B9F-40BC-B610-7760EEA7A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7E18376-35C5-4053-82CB-55D88A6ED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A10DA9D-D9FC-4581-8A58-C9F2B2CD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0437A11-D015-42C0-9CBD-968945358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AA7E0A1-265E-4746-B240-3E19BA887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8948107-2752-45FC-AAB9-02B7A811B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3859C627-F9D5-477E-9744-A91611B15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6C5A51B3-3218-4C64-9101-2C52EED05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ABD0C3F-6B11-4B82-82C9-F4EFD960B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B540FF37-83BB-4E1E-A39C-B231AC5FB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0FD83EED-CC05-4E7A-A201-A5153658D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AB695AC-6CFE-4D1D-B4FD-4407299D4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B7C038B-F451-472D-B81C-FA846AA5A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DCF2F52E-10F8-40F5-9B75-AC64A9ADA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7B9EE30D-BD8D-4C6F-A6A4-D2A9907A1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510DC81-F957-4269-8403-B6A40F3D1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0FD571A4-4ED0-4DBA-8246-D51F0097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1B11241B-7772-45E6-BD79-22CC7FE49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0AF306F9-890B-4F6C-AF76-AC9629F1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7AFBCD08-3B0F-4827-932E-99FC23E66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B909E7F8-00AF-4D5A-B69F-F57AD40BF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72EA887D-09F5-4E69-97CD-8231D732B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467BECD9-7C2D-4453-9D97-F2321B6EA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538EDAD-6FF7-463B-B6F5-73882CC7A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BABAB060-A889-4C6E-9674-1FB20ED5D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32B813FF-29EF-4A2A-BF7D-AF0B847AD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8394686A-2B2E-4AD8-93D4-163A593A5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FB031E8B-91B1-4ABC-AD65-BAA05CC50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25C8B957-5C4D-4086-A0F7-429C0A4CD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51E40BD9-2609-4F26-A43B-ABD998198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889BDFB2-6BB8-4048-84C2-EF2402A45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925EFA4B-A7AA-4281-BE66-AB12F60DB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D2EFB2D4-D23C-4F03-8C19-231CF2364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3311913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F4969F0B-7BE4-4B01-9B3D-4D1A72F05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DE98E5-DC5B-447C-82D0-4846046EE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026426-BEB1-4CB7-B203-36BEDC412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ECBD86-E4A6-4E1A-96C6-6848A4B6E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2FD516-B005-4049-BCC8-F83CF37DD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52a1457acb495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BD831F-6466-4251-BE55-656CAC591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7D5B1C-7259-441A-B56E-8DB7F3095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4EBE9E-5601-4C51-BA37-5CF2DB8E9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C45352-AA12-4E50-96BE-0A502AE8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E9DE15-FC7B-47FB-A196-30381E361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FF2D2F-6E29-45B3-9B56-19F1EC0DF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9142AA-152C-4269-8C40-4D888BA2C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EF3F4B-425B-45CA-BF92-240E91C68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0153AB-969A-40AB-94B1-10FB9A961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3A429D-7A1B-4029-8966-7988ECB47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270558-410B-4EEA-A507-BAB393463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37AA58-28CC-4FBB-B2B1-27972ECFB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B0FD1F-2899-4DA2-839E-937374B73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5EE8C0-83F6-4726-97CC-A6492B2ED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516F95-E528-4256-BEA1-D1AC18BCA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2BBB51-3D48-424F-A94B-A17E1371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48E954-DE96-47BA-90F3-2D0B32BCD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D20770-4A27-4B3E-9526-4B778D9CF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7B308B-F29B-4A32-932F-D90EC4D88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839B2B-C236-4A49-A896-6AE18CC06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1E4FDCE-186B-4FAD-9C47-A853D9D52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DA2B47E-AA29-4A9E-98FD-BA9028942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F54A7BB-C776-4EE6-A148-5F360FCA4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3C8BDEC-92AE-4C8A-AD1A-B018EF082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79FF01A-FE82-4160-82A1-4220859AE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5306043-E00E-4F05-B851-B6CEF6AF8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63FCE88-2FC5-42E5-A15E-85A7C8A76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4A1B070-F0B6-49AB-9A9B-A5214E496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29AC49A-CF40-43E5-A9CA-9362EFF92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3EA8658-6CA7-493B-AA7D-9D2E68B8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5CBF355-B270-4AA7-A111-093DD3CF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BEE9A4D-C061-4F42-B9C5-14DF9E239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4D566E1-030D-4348-94B1-870B94E12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CFC4990-D534-4860-8849-65469963A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A594ACB-7D5C-4BA9-B7BE-ABCB845E3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5BE90CC-770F-4DD4-A9DC-C3486AFEF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3E10395-DCC1-4B8C-8F09-DAAB31C3C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616C0C4-59BD-44D1-861D-7CB9709AE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D2E3691-98EE-4C15-8F2B-3271E46EF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C785470-DB6E-48DA-94E7-666969ABE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58E4F91-9C21-4F97-A505-1F97B05DF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93C135E-6F39-403D-97DE-1CECC2A70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1966F50-B42F-4754-8A8E-9F022C981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1AAEB6A-9336-4C53-8E2C-343AB034C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D4ED8"/>
                </a:solidFill>
              </a:defRPr>
            </a:pPr>
            <a:r>
              <a:rPr sz="825" b="1">
                <a:solidFill>
                  <a:srgbClr val="1D4ED8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9D6A21A-8A0B-4BE3-8A76-7FFDDF9C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DAB656F-7CB4-4A44-ADC9-24B712BF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56A7A92-E6C7-40F1-97AB-799ED2AF3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41B9555-7532-464F-B4B2-E9B2EE46A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574138B-F757-4427-B58C-289723A9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EC3CC00-E2B4-4275-AA79-2D44DBBD4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A4D43B9-510A-4F6F-9342-B8C9780B6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7925121-AF51-452F-96A2-BB3079528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B7B47A5-571B-4D06-91BE-C2887AD59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9B9BF3C-8793-4805-9FF4-45B264DAB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064A7EE-D4EE-47B2-9A65-7C8C0B78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EA2D08F-3659-4DC6-BFCE-AFD24A1AE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8E29CB2-68B7-473E-AF5A-04960F955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F6BC937-D2A3-400F-9032-FE6CFCAEE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17025E8-0AC4-4E5C-BFF5-09350D9E1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1556B25-08DD-488D-AFBB-502C6CC63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461CE46-77A2-4632-9D0B-D8F8A9C44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96C027C-2006-477B-9936-22FAFBDA8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FEAFBB5-3B46-4ED0-8C38-89AFF9C6D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6C42212-490D-40FB-A6E5-CF3105FAE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E154C96-6D38-494D-9D66-66F202407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15AEF7E-1B43-47BD-B67C-C296DC462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39700C5-3E51-47AB-8DE3-923FDD048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B695B84-A4BD-4707-A123-A75434ECC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6D252B7-EEE8-48F4-8F02-E682605DE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97ECC7C-B76B-460E-B569-6D4A390B8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83FA649-DD9A-45B1-9FB1-D5292344E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B17F299-80A4-4A1B-BFD9-F1656635C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D039643-C70F-4109-AC0D-7F9B12709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6749EAC-D1EC-4244-BB82-8345EB476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753974B5-9629-4B51-8F4B-892B96CB4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D79BB161-A262-4B1F-9329-AB2FBB786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F92547D-E3F1-40C2-9ECB-24FC3C7BB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524383E7-041C-47F5-BA7D-97982A9A7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E834A651-1613-4F76-89E1-C93A6E36F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F7518FFC-4924-49A3-B0EF-3E5AD9E0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32EDE10C-CF69-4B49-B810-DCCDD8B2E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554A91A5-41AC-4398-9E7E-9F0154201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B507399B-8915-4A76-8D78-080C3077F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BBBD9103-4203-436D-A5B1-5368D8B81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14D6BAD-1093-475E-81E7-020142D23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09AADFC7-A54A-4F05-97A8-01F2F9FB6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03CEC1F1-1A86-4171-B46D-E9CB268CD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044FACB9-3071-41A1-9F20-575F2B1E3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4F0AA447-9570-426E-A3E8-22A770752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AB5AD8AD-B5B8-4374-A5CB-9F3C1429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5EE7B415-1CA4-4849-B59D-B555334DE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125560098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2DA0C6A0-84EF-4B43-AD05-72CB2706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AB3981-68F1-45F5-9048-F6EE09FAD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336F31-9188-42B9-B213-1E80AFC99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CCA50A-03EF-41BF-B056-BF705E37B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586D21-09B6-430B-8B85-61E98823E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9ef154c9894e34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0B9400-8CEC-4DD8-9D0B-7D9C2E40A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046E4B-2B83-4DAE-905E-BD99D3A72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42CD89-DB16-4680-A1C6-041944BB6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0914EB-370B-4C26-ADFB-329B2825C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5477D4-5251-447C-986E-F062B1AE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31C2EA-5283-4539-8ED9-AD1DC9481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DAB88A-1679-4A94-B663-40D85F741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DD7BC3-FEFC-42B3-B630-20BF98F96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BEFF0E-39F0-45DC-8FFE-A84FCA813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59AAF1-FF58-4EE9-AB97-9DED99AA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B9DE60-5D7C-489B-93E7-8B9EB52FB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38387A-E3CF-4947-B925-312CB38F4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DD2D39-6AE9-47FC-846B-F787D3DB2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867BA4-DC0D-4998-9E2D-627D9AA4E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03FBDE-1EE1-40BD-A585-CE1DC3FB3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41647B-43A8-4A58-98DA-238DF16CE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EEE543-4F00-4ADD-9786-6007507CD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62336F-CB83-491C-A3A3-C7D50FD21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9AD5A9-1A76-4E7F-93FB-C0D366273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F60B7B-CF9E-43C5-9ACA-96FE8E214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CDB9EA-29DE-4927-9CDC-F5D2D1921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B8E0C7E-FE54-475A-839C-AE3F9503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AAB6175-7B8C-43D5-93E5-758B3558A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87944FC-53A9-45F5-9570-6400BCEEE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8277E48-B4EB-4E65-AFDC-DBD677AF0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F55E99E-352B-4647-9CD8-B7EC197C4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ECFAF84-8983-4E50-B3FB-97FB5C10C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14704B9-43C8-4A9A-89F8-A89EB00A1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3C93818-4BD0-4434-95D4-E04D14795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3DCC596-DFF0-4984-8A97-3C81D4CF0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4F56C42-68EF-43F4-9567-95B336120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4D50174-9EBC-42CA-A493-867468D73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39C3E62-B915-4227-9341-7E54105CE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1BF3DC5-CBB3-4D14-9A06-F102716FE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2AD17C0-EB63-4FAC-AE68-929EB8F6E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92DA708-1C3F-436A-9D08-84C4E253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09BF925-4E51-48E1-8A29-5A81F9391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A79B8E7-5F04-4376-BC1B-4AE6EB02B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E3E4B9A-3C9E-4E67-B86E-3C16282D4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4FC4922-79FD-44CA-847B-CB83DC0E6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1D8C2AC-1BD0-4F75-B527-0C552EC11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D9CB2A4-2C07-405F-9AA4-5F008705E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C87C7E1-5078-43F9-9C0E-51A1F7EBC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5843CD5-8D5B-43BC-BE13-456BE43B8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D4E0BBA-FD54-44F9-A6EE-3F73849A3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C174524-4217-4880-BB98-E5576E4D7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003BC14-03CF-48FE-AD7F-8806395EB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8492C96-2CBD-4B4B-A662-BC751E3D8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B064235-BE9F-4CCD-9D85-28D1B9FA8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948FC74-A02E-4144-BC5F-A4EF670A9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3B60B81-C49D-4718-9B16-7BFEEDAD4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A3F8F38-EE3D-477F-8809-AA4EEBEAF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9A4B35C-DEF3-4B4B-80D7-324185F91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6DF5ABE-3506-49DD-8CF9-9CC84352A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A8A51FA-EC5F-445D-88B1-4463BB8E4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EBF4A64-04A1-4884-947D-C72C8F907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153BB48-5E36-4F6A-9A01-22882586F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5BE0D34-D460-492F-AF4A-CB56808A2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A0A6C6F-9AA0-4EC9-A6D9-3A0EB15C5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32AA6FC-3C58-4E8D-A2A8-60E2981FC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AB12E53-0B02-4780-8909-4069299BB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197BEE0-7F92-4A95-B2EB-9761DB374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5F173EE-31DE-45AB-BCA9-AF73B23FD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B526716-A324-4A97-AFA5-BC693D188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306C140-A435-428C-B0F2-62D17A4A4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353271C-B453-4C03-838D-2DF5B641A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6A8BC48-AC4F-471F-B85E-F4DF02FED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F9F4CFE-698A-4BAA-AE8C-4B8EFE07E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63DEB07-80F1-445C-B297-9F3C01D4B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11A68E0-30B7-4892-B2B6-B0102D993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739DB3CC-A34A-4A78-AF90-FCF03ED8D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CCE61FB0-185A-495C-B117-E660E0D95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C960C24-5629-48AC-A631-3FED1AE9D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8DFED918-C2D8-429D-9A7F-7984BB54C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2C9520AD-51F1-4DF3-A051-41666F38E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5474940A-A5AE-4B6B-8548-69E6EC39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FA165F7-0EC4-4CA1-A8A0-8A60AAC99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53A5010A-0B92-444A-B52A-04FB59FCD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EE548013-110A-4D1E-82A7-3253F3A0B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CE7EF28D-CBC7-4EA2-9241-327C9940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3D9C9B1A-A63C-4F19-AAE3-C981C41FD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63172A0-972B-4B2A-BB72-2B3A8E959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5EDC263-3E87-4D15-8060-C78763E4F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91689C32-A479-4C8B-9E17-319836BBC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A3D0E5A-0FC6-44BC-80FB-B15F2279E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80F7F12D-2C4C-4A3B-84FC-4A6907069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1AC1688F-EEB4-463F-A999-B7144CFD4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BDD4CDB4-E50E-487D-9DC7-575CF6B69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B1A2710E-8DDA-4FAF-9E97-E88624BEE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5F5B2EE9-DC16-43E5-AA89-5E23057BB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C26263F6-12CA-4DF7-AC23-528282932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E619731F-12B4-4E62-9EDE-1E0D51E00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4AD55FA7-F1AB-43DE-ADDA-99A9D33D3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3F94819F-3375-4C0B-B074-B97300420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DFD9F0EC-A437-47AE-8185-1B323E3C1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59377096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B0AA19F9-1B6C-4E89-B59C-931E972A7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373371-35B0-4879-9E76-AFD79BB7E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8246BC-4693-4056-8FCB-150936CF3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97BDCB-2800-4995-AB2A-E443BCC41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8F1C78-B0B8-416C-A22F-6CC4FA229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1e44b820294e46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8512FB-75C8-4BE7-AEE9-AF6BC34B8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2BD894-45EB-4424-A97A-7421CAD99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824BF5-5762-4F9E-AAAD-A2224E62A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EB7315-3502-4FBC-9890-1E7C687F1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58C571-6896-42EF-B692-468CF05F9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CD347C-400B-498E-AF52-4D6861F1C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819BC5-B689-427C-8946-FAF96D63E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7F4EE4-A040-4753-9255-84740F43E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2DAD5C-4B7F-41A5-98FF-DF538C853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0D8417-412F-4FFB-BD5E-9D63542E9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CF8B7A-6073-4ED5-9D32-F569FDA7E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909B37-AF23-4D24-A1AF-73B2174D3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03564D-ED29-4249-9CED-670B01AFB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5DA00F-3858-4E4C-8A9E-75CC1BAF5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F62F83-9678-4690-B027-0991E14AF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25EDBE-6048-4B0F-9DC3-156838E8F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61CB25-88A7-4AAB-8CBE-B5910A09E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579F14-B825-4FD0-8645-EB151C6BB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AEAAEF0-984E-4F80-9BEC-FAFC7AE99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0010BC-6BB5-4437-9BFB-2EC3D25F2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B020728-D168-4F03-BE5E-917015989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45E7866-4322-4C6C-8AA3-19FA095FD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0FCCEBD-A445-4FFF-A46B-035DEF582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20C594-20FA-494B-8FCA-BD4EA4F53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9808A9F-BC4E-4A73-A018-E120A0603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4FC8E92-0CE3-4385-A486-A36600608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5300491-F58F-4B6C-A47C-A98C0E6EC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1B41E0-83F5-4346-9644-5B2A48DD6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FB9195E-2155-48DC-9A88-8D6F25860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0414210-6682-4616-A271-B927F54FB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032004F-5D30-48C9-8301-FF4D773F7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5F34EF8-D203-459B-8E1B-94C0A7E84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3336895-68CD-423C-8E9B-E819E4992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E98630F-1BEF-47AF-9EA0-41D24EB78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F73EDCF-D437-4172-A19C-AD7FA929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5461C35-5559-4940-972F-2A25E22CF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A02211C-7AF0-49A0-9967-E4CDD2453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59B05DF-8EA5-4672-9AA1-D0CDFA893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DED94A3-5CA4-47E1-8C94-27E5DA9BB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272A664-031E-43BF-8CBE-082D59439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0B096A4-1478-4234-8A68-09A46F422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00392E8-0B36-414F-BA10-D5DE05501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30541CC-0EEE-4FE8-B4D4-1C75CEB9A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F7D4B56-6A21-449C-9DC2-BA2F324E2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24CF1DE-0D65-4AEA-85D7-A2D15ACFD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F2523AA-635F-43B3-9E00-724308A26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9B72F3F-8361-4051-8546-CBD8C4541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2D9D86E-BC72-4185-A802-9D0985F88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A710301-AFC1-4B4E-B611-D3C765FF8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58CC36D-6043-437E-BDE5-E3FBC2C0C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BDACAF9-0441-496C-B50F-E30C9D79A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EEC01FC-73A0-4EC5-B296-B5F9243A2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F1930E8-2949-4402-9175-7565BA46E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49326D4-9AA0-4EB7-93DC-3ADCB4F25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3FCEF1A-D475-47F8-A189-8B1D48EC6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7C31769-EE33-411A-92E5-033A7A18D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129EBFC-6440-4A77-8A7F-EBE7C1B08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C36D87E-A927-489C-B072-B3060409E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C2A1573-269C-4972-9DC7-B13922E6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795A2C0-451C-446B-88BD-A5D6403F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B60644F-221F-4780-9FE9-FF4A935D2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E44A2AD-8E62-4CE4-ABCD-B9AB5DB2A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7FF11B4-9E8B-45C1-ABC2-602CA0A98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7F670F1-0E3B-4CC9-9401-55B83DFDC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698055B-6966-40A7-A6B2-F96F34E8A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EE4F2E4-23B9-4AF5-8B47-95EC1369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2BE4C48-CA65-4737-9008-F159F24F8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BE36DFD-07BC-4674-A092-BAE10EA63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9795D0E-45C8-444E-A9A9-D669687F6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326109F-0ED1-435D-B299-4607EF7EC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821107A-6702-43A8-B807-AEA9BBF2F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9DAC0A8-08B0-4C13-BE30-E2B88D07E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4C9B90B-DF82-4C75-BAFD-5F48B99A6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93E93C4-3FC2-4868-BD18-9C6A2D32B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C89C858-284E-4913-868C-1E970925F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1E1B98F-4D30-4715-A6FD-3C8FF27BE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E8B8A8E6-D378-4BB7-A3DE-438505CAA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CC6E0F37-47D2-4B9B-9A26-76FF04DEE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68199B49-2E57-43E8-B6F8-DE56A2DF7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3CB774AA-2AD4-40DF-ABCE-F7CD20B58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134FB1D-7B20-4908-B121-28E3F5DC7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8E07913-6FC6-416F-98D7-A5546E9B1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CE541780-7173-479C-A682-BAA745AE1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A763B738-1B1F-4779-ADFB-6B6653241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AD2DC36C-0E2D-448E-8C9A-14EFE72E0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3E38F3C2-4237-467D-AB3D-8B8118EA6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CECFA4FF-E346-49D3-BB88-8A1223460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35949BD-D4B7-435F-B544-08365385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10CF84A4-F223-4BCD-BCB9-5EF430BAB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205237123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D699AF4A-4E1B-4192-9105-91C251564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E052FB-110C-4FC6-A82A-6FA7BE08E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A06966-3283-4FC0-B006-4D4E36C9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D668C6-E845-4BA1-84A3-0C1AF41CB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4D62BA-A69E-44B4-ABF4-40DE42006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e8b129ae12488c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039229-5C8A-4786-987E-96CF24992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ADBC9C-28F3-45B5-91BC-BBE428978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0C9DA5-B693-4E58-81A3-4F1C6C4BC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284314-E434-43B7-B426-A214DA220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Carteira, faturamento, backlog e parcelas projetadas por cliente.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71107C-1C5B-4AD3-B282-CD9D9B698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04FF85-0362-4478-B49C-B5B5EB642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762000-D968-4152-83A1-CC7D64CAF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733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E9315E-2C3F-43FD-9700-CC93831CF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1752600"/>
            <a:ext cx="1085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7F3A45-F9EC-4C05-BDC5-8DC7A5ECF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1C9A29-929C-4132-B060-F71C71695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3DF710-56C5-433A-BC77-7D5A35D22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C75E76-C722-470E-A339-FE7D79D78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ATÉ 2028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0F55AA-0EA9-40A0-9EC6-5DB7029A6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PÓS-2028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D99C94-6B9B-4B72-8447-04301ECE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348EAA-FDD7-43DB-88C9-EF072B445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AXIA Energia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076AE3-3863-4830-BB93-2896CFD0C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0859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BFA45F-E543-4174-A78A-1E56C0AFA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R$ 42.544.856,72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1CB08C3-65C9-42A4-8051-0C79C26A5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R$ 13.587.630,96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9EE6E2-90BF-4564-B40F-B4D1A62DB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R$ 28.957.225,76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80B2662-B6AF-4101-9718-BD00FE6EA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15EB370-EF34-4FE0-9E75-45E30E688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304B68E-DA95-418C-9A5D-1BED69497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8EEE5B-4FC0-415C-A018-AA6DAEAD7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7480375-1785-4241-BF70-E8EA6CC9B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Petrobras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50B4C72-7D71-48F8-9A96-A71418962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4288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3AC2BF0-7190-45F8-9C29-B9E711D15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R$ 126.739.271,47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4EF599C-B1B0-41CF-927E-DF488B0E9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R$ 1.506.178,20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48BF26C-C13A-44F0-BC7B-05518AF42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R$ 125.233.093,27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1A91ECB-DFAD-4843-894D-D01AC866F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R$ 123.670.948,92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3278B29-F812-4868-8C7D-192F0A465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R$ 1.562.144,35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65C02FA-620B-4C9C-8706-C18403A9D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B46E07C-EDDB-461B-94B3-FC2334FB8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Enel Green Power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2A2FD63-8F66-42BC-B496-07AC0DE68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7717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A32FD9D-D889-4B6D-AF2C-51D8181C2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R$ 74.695.374,05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E6F55B9-4858-454D-AE94-943C511C3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R$ 46.633.200,10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FA14160-8DEF-48ED-8C65-2E4D019FC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R$ 28.062.173,95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343FA85-AC5A-4182-8FA4-F04AEBCF6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R$ 28.062.173,95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9636F19-C19B-4886-9CB1-B0EAF5D23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CE214ED-F1DE-43A9-8EEC-E8A071CCB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1B92715-9E3D-4303-A17E-AEC5D4D1D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4767928-2B1D-411B-B0E0-B6B5FB65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CEMIG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92B1B67-3F98-4420-9EB9-DBF1EB1D6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1146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AF64775-BD48-40AD-A6B3-907BFAE08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R$ 157.646.971,08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A21D76D-A36D-41A5-A0EC-69825C437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R$ 15.287.450,14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5C33CB4-7AA1-4A0C-AAE1-A8D7FCC9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R$ 142.359.520,94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70D169F-9999-4DED-BF1E-6620C2FF8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R$ 142.359.520,94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FCD30CD-CB45-4379-B2EB-B8818BB7E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82B1649-5664-4B81-8198-7F7CFDFE1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ED66CC8-BD1F-4262-94AC-7014BC19C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Âmbar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4A0144F-3783-4924-98D5-B8364533B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4575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4158E9B-6FAF-4893-89AE-5799C5006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R$ 883.317,21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0F9A6EE-1B8C-44AE-B390-A1AEB822F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R$ 794.985,49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25E1B30-264A-4CA5-8AC1-F3824064D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R$ 88.331,72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CADF430-4577-40D2-8136-CC4F40620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R$ 485.824,46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CA3AF46-7D10-406D-AD46-CA1670ABE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C4FC747-8783-4D82-B05C-FD6F931F3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EB51894-8839-4A80-9BD6-37114DBC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C711F3D-265B-44A0-9EBE-142C309AF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Hydro Alunorte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24136DC-9637-4690-8B16-D24CCE864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8004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8B7D64B-F107-4C79-BE0F-EF508C49B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R$ 4.965.143,38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AE6ED03-7FC4-4737-B65D-95A00F2FA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R$ 828.439,34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B215614-BEA4-407E-ADF2-6BA216050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R$ 4.136.704,04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CD92A62-A896-481A-995D-F0B4BE28F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R$ 4.136.704,04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152D245-55A7-4DA4-A50A-47F398578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7F3FE660-BAE3-49CC-821B-B873ECB8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F705914-8BCC-4565-9DB3-37A161A77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Belém Bioenergia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2D32B94-4CB8-4A34-85A3-E73A1C56D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1433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4FB0527-3FDA-42F9-A977-D354955FB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R$ 1.445.844,71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B3EFAA5-DB31-4EA7-B189-C67679983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R$ 279.135,36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3E76135-328C-40D6-824C-2B8234A17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R$ 1.166.709,35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BA9FEDA8-8900-41A3-920F-CD780D8DD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R$ 1.166.709,35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A1B3824-5C3B-4AFD-BBB6-8FBEB4E4D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F93E8ECD-5720-45B2-9CB6-8CE2ECFBB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9EC91BEA-F358-4DCB-AC5D-78434A969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4BD9BD3-3BF7-4B6E-8CF6-987D35B07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Flessak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9BD7B713-7C8D-400F-ADAB-10C3237D4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4862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B5EB29D-67CD-4EE9-8E44-923D785F0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R$ 803.178,97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68A733C3-475D-43FC-9783-9B02A248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R$ 80.317,90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5B67D91-8209-498C-B715-521FED021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R$ 722.861,07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7B1170C-E8D2-4213-B006-A0BB28E5E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R$ 722.861,06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CD412C08-A612-4E4A-8877-10513C1BA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R$ 0,01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22691E16-31B3-41A7-9F7A-9F5E5932D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E57A7EA9-1872-40EA-8CDB-B71971B16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Harbin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F818896D-CC4B-45DD-99D2-945DBD413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8291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46518D66-078A-4BD7-9A0B-484082BAC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5E4D360-7A3F-4742-82F3-A15E7F0E2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69433489-8C5F-4461-9898-9FA1F46A1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7506D59-F3C0-404E-8604-9905D53F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C3E04B86-E0FC-40D0-8F99-5CCF2F5CF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86982D2-F381-45C4-A61E-C6C39836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3EB6C0D2-56DE-4E2C-8971-A137B1857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D012C46E-9A87-4246-BE8B-C87514C5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ArcelorMittal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26555386-26FC-4A8C-83E8-9A7027118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1720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452BC718-8617-4720-B58D-6AF34B79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FE819EB3-E98E-46F1-AE9A-6F4F03194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57CEB710-39FD-457C-91CC-F45CA5826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R$ 261.601,20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721680A6-83E9-4AFC-9803-BABBD7E93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1EB2F06A-90C0-4F60-8D94-6FAFCE27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15E27783-03B7-44A4-A81C-CA04A97F8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9E5CF098-F192-4126-A0DF-C22D2C986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Andritz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F5A757D0-CFC6-4C6B-80A4-2E5E2DF40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5149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663D7227-B5DF-48CF-99FD-96B8AF1F3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608ECBFF-F094-4CCC-9253-EA7AEA983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FA8020E0-C75D-4228-B5A8-5B615E15D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B14C9536-CFDE-45D0-9F45-718968D2B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5A1FF156-EE41-4CCE-8F78-CF0838AD0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31B7005F-06D2-4495-A570-03512FDCD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ED3CE970-C4C0-41EE-BB09-1E7ED496C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BB3D424D-9255-45E2-8B8B-D92300384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Total da carteira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5159C86E-1A22-4EF7-BBFE-44B42D523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8578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11 cliente(s)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41BC1AC7-0CEC-417E-9B07-DA7E0B39A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R$ 410.145.558,79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80F74A14-2E74-4D3B-8D87-4DD4B6E22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R$ 78.997.337,49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8400F263-C2BF-41D2-8EF3-E06C38F80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1D4ED8"/>
                </a:solidFill>
              </a:defRPr>
            </a:pPr>
            <a:r>
              <a:rPr sz="938" b="1">
                <a:solidFill>
                  <a:srgbClr val="1D4ED8"/>
                </a:solidFill>
              </a:rPr>
              <a:t>R$ 331.148.221,30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D03D03B4-71EA-45F5-98B4-72D577B36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R$ 329.983.569,68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C76A3515-36F5-4BE5-81B0-2234AC1A0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35151605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AFDCBB-41CA-450B-B775-FD53292B7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1B5E75-B78C-4910-B378-5D7FE8E8C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AA43B9-572B-4319-805C-ED928C9F4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42D083-1289-4F81-A7CE-57F3B3DAA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583fa978834731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7AE96A-ADEA-4B1A-93DA-7888D3FBC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96148D-4F36-43BD-B28F-3D5B6C8F9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b5f1096eb941cc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4144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2026-09-22T20:40:13.8460000Z</dcterms:created>
  <dcterms:modified xsi:type="dcterms:W3CDTF">2026-09-22T20:40:13.8460000Z</dcterms:modified>
</coreProperties>
</file>