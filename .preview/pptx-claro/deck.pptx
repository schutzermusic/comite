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f62c56e5664f9d" /><Relationship Type="http://schemas.openxmlformats.org/officeDocument/2006/relationships/extended-properties" Target="/docProps/app.xml" Id="R45e291747b7a4c08" /><Relationship Type="http://schemas.openxmlformats.org/officeDocument/2006/relationships/officeDocument" Target="/ppt/presentation.xml" Id="R2ee4c933b28a47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b99bb704f9451f"/>
  </p:sldMasterIdLst>
  <p:notesMasterIdLst>
    <p:notesMasterId xmlns:r="http://schemas.openxmlformats.org/officeDocument/2006/relationships" r:id="R4220909405884459"/>
  </p:notesMasterIdLst>
  <p:sldIdLst>
    <p:sldId xmlns:r="http://schemas.openxmlformats.org/officeDocument/2006/relationships" id="256" r:id="R36bbd18572f84d85"/>
    <p:sldId xmlns:r="http://schemas.openxmlformats.org/officeDocument/2006/relationships" id="257" r:id="Ra606ec873bc44bd5"/>
    <p:sldId xmlns:r="http://schemas.openxmlformats.org/officeDocument/2006/relationships" id="258" r:id="R6dca1bfac55a4b18"/>
    <p:sldId xmlns:r="http://schemas.openxmlformats.org/officeDocument/2006/relationships" id="259" r:id="R84f9e7e83f564cbc"/>
    <p:sldId xmlns:r="http://schemas.openxmlformats.org/officeDocument/2006/relationships" id="260" r:id="R9d25b8eea8074fc3"/>
    <p:sldId xmlns:r="http://schemas.openxmlformats.org/officeDocument/2006/relationships" id="261" r:id="R65d0cf2148e041e8"/>
    <p:sldId xmlns:r="http://schemas.openxmlformats.org/officeDocument/2006/relationships" id="262" r:id="Re4318ba376d944b8"/>
    <p:sldId xmlns:r="http://schemas.openxmlformats.org/officeDocument/2006/relationships" id="263" r:id="Re533289a38e14237"/>
    <p:sldId xmlns:r="http://schemas.openxmlformats.org/officeDocument/2006/relationships" id="264" r:id="R2a5e4b3a8f8d4a15"/>
    <p:sldId xmlns:r="http://schemas.openxmlformats.org/officeDocument/2006/relationships" id="265" r:id="Rb3d151e9ca79475b"/>
    <p:sldId xmlns:r="http://schemas.openxmlformats.org/officeDocument/2006/relationships" id="266" r:id="R4cd23fa69f93499f"/>
    <p:sldId xmlns:r="http://schemas.openxmlformats.org/officeDocument/2006/relationships" id="267" r:id="R63f5ea46138b45bb"/>
    <p:sldId xmlns:r="http://schemas.openxmlformats.org/officeDocument/2006/relationships" id="268" r:id="R4f6c42b5ee194479"/>
    <p:sldId xmlns:r="http://schemas.openxmlformats.org/officeDocument/2006/relationships" id="269" r:id="Ra524e43fba904e7d"/>
    <p:sldId xmlns:r="http://schemas.openxmlformats.org/officeDocument/2006/relationships" id="270" r:id="R8b816331a7b34b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e1fb3ed0e54e76" /><Relationship Type="http://schemas.openxmlformats.org/officeDocument/2006/relationships/slideMaster" Target="/ppt/slideMasters/slideMaster1.xml" Id="Rbbb99bb704f9451f" /><Relationship Type="http://schemas.openxmlformats.org/officeDocument/2006/relationships/notesMaster" Target="/ppt/notesMasters/notesMaster1.xml" Id="R4220909405884459" /><Relationship Type="http://schemas.openxmlformats.org/officeDocument/2006/relationships/presProps" Target="/ppt/presProps.xml" Id="Re295d3280f694c7b" /><Relationship Type="http://schemas.openxmlformats.org/officeDocument/2006/relationships/tableStyles" Target="/ppt/tableStyles.xml" Id="R715109058739448d" /><Relationship Type="http://schemas.openxmlformats.org/officeDocument/2006/relationships/slide" Target="/ppt/slides/slide1.xml" Id="R36bbd18572f84d85" /><Relationship Type="http://schemas.openxmlformats.org/officeDocument/2006/relationships/slide" Target="/ppt/slides/slide2.xml" Id="Ra606ec873bc44bd5" /><Relationship Type="http://schemas.openxmlformats.org/officeDocument/2006/relationships/slide" Target="/ppt/slides/slide3.xml" Id="R6dca1bfac55a4b18" /><Relationship Type="http://schemas.openxmlformats.org/officeDocument/2006/relationships/slide" Target="/ppt/slides/slide4.xml" Id="R84f9e7e83f564cbc" /><Relationship Type="http://schemas.openxmlformats.org/officeDocument/2006/relationships/slide" Target="/ppt/slides/slide5.xml" Id="R9d25b8eea8074fc3" /><Relationship Type="http://schemas.openxmlformats.org/officeDocument/2006/relationships/slide" Target="/ppt/slides/slide6.xml" Id="R65d0cf2148e041e8" /><Relationship Type="http://schemas.openxmlformats.org/officeDocument/2006/relationships/slide" Target="/ppt/slides/slide7.xml" Id="Re4318ba376d944b8" /><Relationship Type="http://schemas.openxmlformats.org/officeDocument/2006/relationships/slide" Target="/ppt/slides/slide8.xml" Id="Re533289a38e14237" /><Relationship Type="http://schemas.openxmlformats.org/officeDocument/2006/relationships/slide" Target="/ppt/slides/slide9.xml" Id="R2a5e4b3a8f8d4a15" /><Relationship Type="http://schemas.openxmlformats.org/officeDocument/2006/relationships/slide" Target="/ppt/slides/slide10.xml" Id="Rb3d151e9ca79475b" /><Relationship Type="http://schemas.openxmlformats.org/officeDocument/2006/relationships/slide" Target="/ppt/slides/slide11.xml" Id="R4cd23fa69f93499f" /><Relationship Type="http://schemas.openxmlformats.org/officeDocument/2006/relationships/slide" Target="/ppt/slides/slide12.xml" Id="R63f5ea46138b45bb" /><Relationship Type="http://schemas.openxmlformats.org/officeDocument/2006/relationships/slide" Target="/ppt/slides/slide13.xml" Id="R4f6c42b5ee194479" /><Relationship Type="http://schemas.openxmlformats.org/officeDocument/2006/relationships/slide" Target="/ppt/slides/slide14.xml" Id="Ra524e43fba904e7d" /><Relationship Type="http://schemas.openxmlformats.org/officeDocument/2006/relationships/slide" Target="/ppt/slides/slide15.xml" Id="R8b816331a7b34b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3a53896c4a44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49f69288404aa8" /><Relationship Type="http://schemas.openxmlformats.org/officeDocument/2006/relationships/notesMaster" Target="/ppt/notesMasters/notesMaster1.xml" Id="R70e9ae00d90846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10f9c128fc431b" /><Relationship Type="http://schemas.openxmlformats.org/officeDocument/2006/relationships/notesMaster" Target="/ppt/notesMasters/notesMaster1.xml" Id="R1479a02d772941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381104f0c44595" /><Relationship Type="http://schemas.openxmlformats.org/officeDocument/2006/relationships/notesMaster" Target="/ppt/notesMasters/notesMaster1.xml" Id="R86530054df5c45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f34a3ba05442a3" /><Relationship Type="http://schemas.openxmlformats.org/officeDocument/2006/relationships/notesMaster" Target="/ppt/notesMasters/notesMaster1.xml" Id="Rf44f7346332846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ff24dacc3147f3" /><Relationship Type="http://schemas.openxmlformats.org/officeDocument/2006/relationships/notesMaster" Target="/ppt/notesMasters/notesMaster1.xml" Id="R9ce0fc0aad7843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ae05e97fa54b91" /><Relationship Type="http://schemas.openxmlformats.org/officeDocument/2006/relationships/notesMaster" Target="/ppt/notesMasters/notesMaster1.xml" Id="R9607a051295a48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1fc0d407874e08" /><Relationship Type="http://schemas.openxmlformats.org/officeDocument/2006/relationships/notesMaster" Target="/ppt/notesMasters/notesMaster1.xml" Id="R1a500e36dd2a43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13fe0f82f34228" /><Relationship Type="http://schemas.openxmlformats.org/officeDocument/2006/relationships/notesMaster" Target="/ppt/notesMasters/notesMaster1.xml" Id="R6a6716fb8b05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02a08a148b4537" /><Relationship Type="http://schemas.openxmlformats.org/officeDocument/2006/relationships/notesMaster" Target="/ppt/notesMasters/notesMaster1.xml" Id="R7a2287adddeb40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b71004cd8445d4" /><Relationship Type="http://schemas.openxmlformats.org/officeDocument/2006/relationships/notesMaster" Target="/ppt/notesMasters/notesMaster1.xml" Id="R49c41c0b5bf442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8bedf3656d4808" /><Relationship Type="http://schemas.openxmlformats.org/officeDocument/2006/relationships/notesMaster" Target="/ppt/notesMasters/notesMaster1.xml" Id="R02afba07785e4d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181b82914c4ee7" /><Relationship Type="http://schemas.openxmlformats.org/officeDocument/2006/relationships/notesMaster" Target="/ppt/notesMasters/notesMaster1.xml" Id="R0da7e92f575940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f0bdd0a241c45e1" /><Relationship Type="http://schemas.openxmlformats.org/officeDocument/2006/relationships/notesMaster" Target="/ppt/notesMasters/notesMaster1.xml" Id="R62d59c5e8e304d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11edbdd3df4206" /><Relationship Type="http://schemas.openxmlformats.org/officeDocument/2006/relationships/notesMaster" Target="/ppt/notesMasters/notesMaster1.xml" Id="R320d8f33774f43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29b2fd788d4bbd" /><Relationship Type="http://schemas.openxmlformats.org/officeDocument/2006/relationships/notesMaster" Target="/ppt/notesMasters/notesMaster1.xml" Id="R23d8b3b73bdd42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c3e19b3e143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31d6ee99fb4abe" /><Relationship Type="http://schemas.openxmlformats.org/officeDocument/2006/relationships/slideLayout" Target="/ppt/slideLayouts/slideLayout1.xml" Id="R75644318671a49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644318671a49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4f647a2134e1c" /><Relationship Type="http://schemas.openxmlformats.org/officeDocument/2006/relationships/image" Target="/ppt/media/image.png" Id="R6f24a389c59e48c3" /><Relationship Type="http://schemas.openxmlformats.org/officeDocument/2006/relationships/image" Target="/ppt/media/image2.png" Id="Re1a2ec7f22254748" /><Relationship Type="http://schemas.openxmlformats.org/officeDocument/2006/relationships/notesSlide" Target="/ppt/notesSlides/notesSlide1.xml" Id="Rfcaf770fe6e741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6ede96b164db4" /><Relationship Type="http://schemas.openxmlformats.org/officeDocument/2006/relationships/image" Target="/ppt/media/image3.png" Id="R2fbca9b3033945bc" /><Relationship Type="http://schemas.openxmlformats.org/officeDocument/2006/relationships/notesSlide" Target="/ppt/notesSlides/notesSlide2.xml" Id="Rb2afb8a295d94b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dc8dd33db4f91" /><Relationship Type="http://schemas.openxmlformats.org/officeDocument/2006/relationships/image" Target="/ppt/media/image4.png" Id="R20a6a129e46c40f2" /><Relationship Type="http://schemas.openxmlformats.org/officeDocument/2006/relationships/image" Target="/ppt/media/image5.png" Id="R35d0cc7ea0744157" /><Relationship Type="http://schemas.openxmlformats.org/officeDocument/2006/relationships/image" Target="/ppt/media/image.svg" Id="R91b1756216fa443a" /><Relationship Type="http://schemas.openxmlformats.org/officeDocument/2006/relationships/notesSlide" Target="/ppt/notesSlides/notesSlide3.xml" Id="Rbfa5e7a974d147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022dba6ba4ddc" /><Relationship Type="http://schemas.openxmlformats.org/officeDocument/2006/relationships/image" Target="/ppt/media/image6.png" Id="R19a876d01c4b4771" /><Relationship Type="http://schemas.openxmlformats.org/officeDocument/2006/relationships/image" Target="/ppt/media/image7.png" Id="Rde5e0d515bf3435f" /><Relationship Type="http://schemas.openxmlformats.org/officeDocument/2006/relationships/image" Target="/ppt/media/image2.svg" Id="R810d11243c0843e0" /><Relationship Type="http://schemas.openxmlformats.org/officeDocument/2006/relationships/notesSlide" Target="/ppt/notesSlides/notesSlide4.xml" Id="R19a7db85d42742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587583e4145d7" /><Relationship Type="http://schemas.openxmlformats.org/officeDocument/2006/relationships/image" Target="/ppt/media/image8.png" Id="R6c6d9901e0954d31" /><Relationship Type="http://schemas.openxmlformats.org/officeDocument/2006/relationships/image" Target="/ppt/media/image9.png" Id="Rc944733f00f54617" /><Relationship Type="http://schemas.openxmlformats.org/officeDocument/2006/relationships/image" Target="/ppt/media/image3.svg" Id="R7c6193f4c4d94b29" /><Relationship Type="http://schemas.openxmlformats.org/officeDocument/2006/relationships/notesSlide" Target="/ppt/notesSlides/notesSlide5.xml" Id="R5a218efc81da40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43738814b4dff" /><Relationship Type="http://schemas.openxmlformats.org/officeDocument/2006/relationships/image" Target="/ppt/media/image10.png" Id="R8eded329d50a420e" /><Relationship Type="http://schemas.openxmlformats.org/officeDocument/2006/relationships/image" Target="/ppt/media/image11.png" Id="R4561e015f6cd447a" /><Relationship Type="http://schemas.openxmlformats.org/officeDocument/2006/relationships/image" Target="/ppt/media/image4.svg" Id="Ra9a82177e3784900" /><Relationship Type="http://schemas.openxmlformats.org/officeDocument/2006/relationships/notesSlide" Target="/ppt/notesSlides/notesSlide6.xml" Id="R224dafb1798448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d322fb7134e7e" /><Relationship Type="http://schemas.openxmlformats.org/officeDocument/2006/relationships/image" Target="/ppt/media/image12.png" Id="Rfaa2cdf8d2484c44" /><Relationship Type="http://schemas.openxmlformats.org/officeDocument/2006/relationships/image" Target="/ppt/media/image13.png" Id="R3b1f8657b4d341cd" /><Relationship Type="http://schemas.openxmlformats.org/officeDocument/2006/relationships/image" Target="/ppt/media/image5.svg" Id="R4ec455c34fb84d63" /><Relationship Type="http://schemas.openxmlformats.org/officeDocument/2006/relationships/notesSlide" Target="/ppt/notesSlides/notesSlide7.xml" Id="R21079e7826514f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ba219b10a4280" /><Relationship Type="http://schemas.openxmlformats.org/officeDocument/2006/relationships/image" Target="/ppt/media/image14.png" Id="R1111dea717224e98" /><Relationship Type="http://schemas.openxmlformats.org/officeDocument/2006/relationships/image" Target="/ppt/media/image15.png" Id="Rf35e0b8ccb824fde" /><Relationship Type="http://schemas.openxmlformats.org/officeDocument/2006/relationships/image" Target="/ppt/media/image6.svg" Id="R8f39e0eff7ba443a" /><Relationship Type="http://schemas.openxmlformats.org/officeDocument/2006/relationships/notesSlide" Target="/ppt/notesSlides/notesSlide8.xml" Id="R14737e4ed6ac4e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548a2808b4f71" /><Relationship Type="http://schemas.openxmlformats.org/officeDocument/2006/relationships/image" Target="/ppt/media/image16.png" Id="R339a0f8aadcc4b74" /><Relationship Type="http://schemas.openxmlformats.org/officeDocument/2006/relationships/notesSlide" Target="/ppt/notesSlides/notesSlide9.xml" Id="R8315ce5149a74e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668137b254c77" /><Relationship Type="http://schemas.openxmlformats.org/officeDocument/2006/relationships/image" Target="/ppt/media/image17.png" Id="R3b642032a785410b" /><Relationship Type="http://schemas.openxmlformats.org/officeDocument/2006/relationships/notesSlide" Target="/ppt/notesSlides/notesSlide10.xml" Id="R5e7a6762629a41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ba6f44e5941f6" /><Relationship Type="http://schemas.openxmlformats.org/officeDocument/2006/relationships/image" Target="/ppt/media/image18.png" Id="R029222d336f647b0" /><Relationship Type="http://schemas.openxmlformats.org/officeDocument/2006/relationships/notesSlide" Target="/ppt/notesSlides/notesSlide11.xml" Id="R66019d74ecd74f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1e015bebb4c4e" /><Relationship Type="http://schemas.openxmlformats.org/officeDocument/2006/relationships/image" Target="/ppt/media/image19.png" Id="R1969135cb6e84db1" /><Relationship Type="http://schemas.openxmlformats.org/officeDocument/2006/relationships/notesSlide" Target="/ppt/notesSlides/notesSlide12.xml" Id="R3241fa1855f249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44617f6e1475b" /><Relationship Type="http://schemas.openxmlformats.org/officeDocument/2006/relationships/image" Target="/ppt/media/image20.png" Id="R84e7de0c9e3e4bd3" /><Relationship Type="http://schemas.openxmlformats.org/officeDocument/2006/relationships/notesSlide" Target="/ppt/notesSlides/notesSlide13.xml" Id="Rc0e7cf17863740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92dd12d4844f9" /><Relationship Type="http://schemas.openxmlformats.org/officeDocument/2006/relationships/image" Target="/ppt/media/image21.png" Id="Raadc27915c404820" /><Relationship Type="http://schemas.openxmlformats.org/officeDocument/2006/relationships/notesSlide" Target="/ppt/notesSlides/notesSlide14.xml" Id="Rc14c6b83971849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b0d0a544e4fc7" /><Relationship Type="http://schemas.openxmlformats.org/officeDocument/2006/relationships/image" Target="/ppt/media/image22.png" Id="R7b5eb1279e874037" /><Relationship Type="http://schemas.openxmlformats.org/officeDocument/2006/relationships/image" Target="/ppt/media/image23.png" Id="Rfe75f39c3cd34139" /><Relationship Type="http://schemas.openxmlformats.org/officeDocument/2006/relationships/notesSlide" Target="/ppt/notesSlides/notesSlide15.xml" Id="Re4d0bf9a61eb48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4F7E1C-920A-4177-91E3-2ADCEC51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58055-F45A-4A82-AC37-D75F340B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BDF1A-2B02-481F-B4B5-2C5C83B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4a389c59e48c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345D3-831D-486D-9BE1-EC616BE3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6E199-A3AA-48D1-B8C0-0D1AA378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2ec7f22254748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55ECD-73A1-42C5-9756-0A93B439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F5FB3-0A8B-42AC-9637-57149F0E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53415-B6AE-4714-BD78-FAFFDAFD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25891-6873-483A-AA07-98F1770C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28D99-8B40-4BA5-93CD-BCB1E1EF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4C7EA-72AB-4F41-A53E-04D637EF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4503A-1F70-4FBE-94FA-F2AC0CB8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E085A-94B3-4D19-8626-78D81176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2C4BC-B2DC-4F61-8E14-77899761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5024171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5E293D-C0F5-4494-873E-39DF9E16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9BF34-74B8-42D2-8B02-0680F1CB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D8767-DCBE-421B-A788-56CDD0A0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4BCE3D-775A-42D6-A271-E1E1DB0A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5BDE4-2E60-46E1-A6E0-3664E022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ca9b3033945b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33DDA-06D7-4F42-9648-1BDDFD9E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3B5E6-EDFD-4C5B-BF32-316DABAD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A0382-CF81-42B9-8A97-0AB49047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E59DA-7087-4B66-9CFF-FC301EFB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65B9B-508E-40AA-8E4E-432C6BF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3FA0A-4D5D-447C-9922-BFC61703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6D857-1326-4206-A99C-03D12EBD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413E6-9023-4037-B8CA-47913F13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5A347-0FB0-4004-B01E-7684AC0A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05F177-0054-482F-A7ED-D82E7C45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B93E3-AB81-45BE-97A0-03EB5414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A140C-D3C1-4E28-A47F-00798C89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27F38-7EB9-4D7C-BB00-842AA49E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1CE6B-D821-4C14-BE7A-C0BA94E4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DB74CA-BCF5-43AB-AE3B-B80E3EE6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9F2F81-DA60-4E96-97A5-1BDB0898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ACDBB-AACA-4930-B712-DA06D428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9BE848-9D61-4B82-8BD1-32335AA0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4D75A2-EC7D-4C4D-9EDE-5949C27E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9E4FED-FC63-4002-9BCB-7F811DD3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4F9CCA-B623-446B-B491-D93C6859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D57813-3761-455C-9697-A2CABC52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BC2E16-A78E-401C-8B67-E94F6114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2179BC-7856-4DF5-92B3-A548CB53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5BFD6D-DAA1-44E0-AF68-D261CA65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1CC78B-43E3-4BDA-9A1F-F175498B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E787CF-24EC-4533-9A63-747C2527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DEE8C2-4A48-4978-9F5A-7F57AECB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68AB9D-23F0-4C88-A70A-B6BC3C1B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6DC01E-3416-4CCB-819E-A35BCB55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DF44B4-B9F1-4041-AB12-E27961EA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990EEE-0A5B-44A9-B07D-FD9716DF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263834-85FF-417E-B01E-0F0164A4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8CE9CD-69FE-4BC9-B88D-D7A2E5F7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F087C7-B7C8-4CBE-8EFB-B5A6E6BA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9459803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E4B619E-387F-4219-8BFF-7EBD3818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71C3A-342A-4B41-B8E2-69756391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6A7B4-8290-4E90-B500-E5BC6B39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97DE3-A160-4CEC-86B2-8C6EB19B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F8157-03A0-49E2-B59E-7EDFF73B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6a129e46c40f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162B0-5A59-4862-8E67-70F46F17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985D14-1A96-409D-9B85-240B7918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4B79C-877D-4390-9266-B150E31D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14A61-BDAB-48B7-9189-A65DDCC3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7C513-32DB-4805-AF1B-4F624FC8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AB9E0-B25E-4334-9F78-AB6B1814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48360-5343-4706-9B8B-EE24188B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96C980-2656-4F76-8E21-D11A8A58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6507D8-7FED-469F-87CD-26D71636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91308-71AA-4696-9B93-C6DAE609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1E3728-E1A5-4666-8239-1AA42ED0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84DDA1-9801-403D-8C3C-E7A0E226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72CFE-3BF7-4277-BF11-73177298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51D7A6-07E1-43B2-B9E2-77185B46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01D0AD-1898-4614-842B-0477FBA7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887A1B-EE37-4119-BBF2-85782353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6CE3C9-0F98-44B1-8241-79C650B8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6DFE69-5B8F-4194-B586-3AFBD319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D475E4-48B0-41AC-8B7E-0544DB7B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877CC6-9527-448D-B171-1B2DDDC0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EEEF7-6E35-4C40-8797-7AE8FB43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8DEA86-2D9B-4A6E-B264-499393D5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6A5C53-55E8-4126-AABF-B910E2FF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8491B0-6095-499F-9C72-85AF696C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6F3EDD-44D2-437C-8553-A145344A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99C5F7-FB50-471E-A7CA-198DBBD2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3803E0-4BA4-44FA-96F8-88829672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A743A3-0062-47C8-A4FE-6E876E74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2512D7-F60D-4531-AA41-8DAF2377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B14063-04DF-47DF-8219-D3310CEE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AF799A-6D2D-4516-93CA-C508FD5F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0cc7ea0744157">
            <a:extLst>
              <a:ext uri="{96DAC541-7B7A-43D3-8B79-37D633B846F1}">
                <asvg:svgBlip xmlns:asvg="http://schemas.microsoft.com/office/drawing/2016/SVG/main" r:embed="R91b1756216fa44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5B4004-5569-4E75-9961-F7289A48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5A4D31-41AB-4143-A41A-FE33104A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DBD14D-902C-4D37-99CC-835D1ADD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287288-975A-463A-8FF9-FD5A0913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403006-23BB-427C-89BD-65852684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A85EDB-F4AE-4B06-A2AB-9D96D4C77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C37CA1-B704-43C4-8DCE-A5C26A2D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E5E214-3EFF-4A87-9CBA-8BC8A682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B7097A-AEB0-4667-810A-D988E0F7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EB35D7-2B02-4BE5-A727-64FFAD68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FD517C6-7029-4D02-B059-9EE11CC2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51F05D-B4A3-4244-B7A6-62DE917B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BBAADC-9859-4F17-BB16-60A34D30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7563E8-91CB-435A-B31A-1123D6B7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AD4D84-17A6-40B3-B253-D942DC32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8A33BF-0963-4E20-A60D-C6732AF8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A8C19D-096F-431A-94FA-81A4AB1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84F741-A5B1-4634-B63B-694291BD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F4664CB-C6D1-4CE6-A2ED-217C08F0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344FEEC-6DF3-4EEA-8D09-CD7B4BD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DB0110-B994-44BF-B679-70090B5E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EE4C856-7B62-4D51-B632-8B5066EB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349C6-A0B2-4E1E-A743-6660D312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6F0C4E-E194-407A-BFD2-EC28FC4E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1C2BA64-0C48-4BDB-A629-AB8839CC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64CFCF-3C84-4927-93A5-F36E8F1E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AACADDA-6914-4F4D-AA8F-537F9160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C7E2955-EE9E-4198-B7D3-58B05F4F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3E381C3-7DB4-4031-8495-BAFB4E34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EC37B8-88FF-406D-88DD-5266B8EC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65AA8E8-961E-45CD-9D2E-06663D8C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F3D49D-69AD-470F-92D1-F45AA680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273C17-49DE-442D-9835-64B457C8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46B5F7D-4637-4264-B663-D74629DC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AEBC57D-9AED-4B24-AFC3-FC00ACC2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9CB2CCF-ACDB-415E-A5BF-F6101571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C119DE1-6F40-41F9-9368-D2812DF7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2094246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601EA-6CC9-4B68-9B0A-949DB2A5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20BAF-ED67-4DB5-A6C7-D9718E4A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6E25F-32B0-4790-B873-4C98F727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610D4-F05F-4AEE-9F98-B0ABCE4E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39A1C-0B93-4C56-9211-02EA84EE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a876d01c4b477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FA80B-7569-45A7-B252-11193F1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66D9D-D4DA-4A2A-8E5D-E4151F08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B1F3C-AAEE-4A12-8484-AB2FF949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546FA-BDB4-4E6D-B359-F3797149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285D6-41E1-41D1-BA7D-22E3E5FE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e0d515bf3435f">
            <a:extLst>
              <a:ext uri="{96DAC541-7B7A-43D3-8B79-37D633B846F1}">
                <asvg:svgBlip xmlns:asvg="http://schemas.microsoft.com/office/drawing/2016/SVG/main" r:embed="R810d11243c0843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05564B-D069-4DED-BB28-181BD67F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DAF30-4597-449A-9022-BAF049E4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A0AFE-5CD2-4F22-AA0E-F3604B4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551BB-E205-4BFA-A2F9-1991F539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CE7252-4177-4119-8325-A2070168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0598D-4ECF-4E42-A779-E09B35E1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679AC-2E96-4116-8CEA-DE2B29DB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06BFA1-45F4-492C-B7EE-81BD368D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2CC7E8-7043-4485-8468-CF539AC9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FC4AF-86C3-4C27-ACA3-BFE0610D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575C23-08F0-484F-81EF-E98041FB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C7E74-104A-4EEB-B79C-B81BA447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036A52-724C-478F-B31D-A586CDBF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949FAD-9BA1-4DB1-8DC2-397B65A0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58262C-8B65-41D3-AF5C-779FEBB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F9E927-70E4-41E8-8531-C98D51E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D9F2D8-5B1D-4462-9AA8-16039E72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8332294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07FB6E-71F6-4BAC-A728-1559A4C5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F33D8-5081-4BB5-9574-D14E3EE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9EDF0-B6CC-4B7E-B4C9-30E874B9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A8414-C235-48AA-80BE-9F020A89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0DFFD-8ECC-44CE-9EA1-4D2611CD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d9901e0954d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6C752-A64A-44B0-A65B-C557121C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FB342-E607-480D-940E-8590FAC5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5B449-FABC-40BD-95E8-18B190E4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EDE0F-83AD-4815-9F7B-7AC02E5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E33D1-2745-437A-8969-621E1B1E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4733f00f54617">
            <a:extLst>
              <a:ext uri="{96DAC541-7B7A-43D3-8B79-37D633B846F1}">
                <asvg:svgBlip xmlns:asvg="http://schemas.microsoft.com/office/drawing/2016/SVG/main" r:embed="R7c6193f4c4d94b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574557-B32E-41CE-889B-72934A2A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CE3A4-919F-4D9A-99D9-E376B8DC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7AEC5-6207-42E3-B415-53AF12C0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F145F-979F-49F4-8527-A34EC9D2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EA4B43-5CBD-4538-B527-FA4F2B06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90812-6E2B-4153-B47A-1E8ECD23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41DF8-9B22-4409-944B-DEAEECE0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547746-C333-46C7-9038-87406010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F1273A-534D-4AD5-A756-AE852516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EA962C-425E-4107-972D-0676DAC1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156D90-ED4E-4231-9D7B-E8EEFD2F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8AD6CE-9C66-4547-9FA1-E43D0FC1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2909D-DF96-4E26-B6E8-B61F5625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4189F-B80F-4005-978B-3E67CF74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BC986-36C0-442A-B96F-8F660A8A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4CBEB5-F4DB-4BBD-9003-6D8E945C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BC408A-9515-4C7E-B111-55D33F27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4F6835-5EC7-467D-8782-3D3E0D0C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798705-F96A-4B98-A249-6DD8D732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3592B4-7D8A-4DCC-B183-92960CE2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1369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31ECB6-47F0-40BA-8C29-4CD0656F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CAF63-8819-4FE9-BF9F-47826517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4C00A-F027-4D3D-9016-5CF8D489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5C499F-C1DB-426E-9B36-46ECECF8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AA66-D551-46AC-83BD-8BFEDE6C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ed329d50a420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EBBBE-EB35-47A1-B722-C6B3520A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6B0AB-F6B9-4235-B1E8-8B3F6E35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10715-7748-4D7D-987A-2980EC03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C1DFF-0ABA-4AC4-A2DF-21947CB7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90F32-412D-4432-B16B-504FD55D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1e015f6cd447a">
            <a:extLst>
              <a:ext uri="{96DAC541-7B7A-43D3-8B79-37D633B846F1}">
                <asvg:svgBlip xmlns:asvg="http://schemas.microsoft.com/office/drawing/2016/SVG/main" r:embed="Ra9a82177e37849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3E1D2-C7BF-48F6-A869-8FFB1CA3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B8F18-DB2E-4448-9CDD-58FD7C6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13269F-BCF8-42F9-A830-C1AEF001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93003-926B-4DFC-8AF6-65307B3E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F00F6-8300-4A2B-8240-42A9A27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AB3AF-8043-4CCD-87DA-74ABD5A8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B5CC60-E478-4E38-B803-2A391DBF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339042-82B2-4E89-8585-E648355B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95D535-A925-4427-9D73-8810B937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7A03D-2255-4110-8C8F-9EEEF078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E65643-6C63-423C-98FB-A755B162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620E76-26B5-440D-86D0-C2A59C5A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681B76-EC69-4B15-A1CF-6FA4FB31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095A06-47C2-45C0-91C8-B4B54218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9740115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FBDCCC-E580-480C-9D51-4A6B37AD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CA6F6-581A-4711-B714-1B782F28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A571D-9617-4333-8203-81AAEFF1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15BE1-409B-476F-996C-91856BE5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DA0D1-69C2-48B0-9B11-B0C28562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2cdf8d2484c4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B6ABC-9F7F-41C5-BD88-67F76D61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37082-3AA5-4642-AF33-E2F26ADC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B04BB-1735-4E20-A041-12630140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F99FC-B823-42A0-B7EB-0BBA0A78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84E13-A48A-42D6-A61B-6181A9E8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f8657b4d341cd">
            <a:extLst>
              <a:ext uri="{96DAC541-7B7A-43D3-8B79-37D633B846F1}">
                <asvg:svgBlip xmlns:asvg="http://schemas.microsoft.com/office/drawing/2016/SVG/main" r:embed="R4ec455c34fb84d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237F3-8A24-485F-B88B-A9E10EAF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8BBCB-6BB4-48B4-877C-4EB4CFFD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4D3FF1-A278-4F7A-846B-EAC00ACF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A2C44E-7FDD-4C67-AE33-C625845A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403D5D-D082-49EE-812C-63681C7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4A9E8-C30A-4B98-BE8D-C38ECB07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5217E-7024-4B66-890D-4087443E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980D6-CC89-41E4-9C6C-24CD60EB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90221-DB7B-46C4-B5F0-49B4A7A6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C4C518-FF79-45A5-8F8B-F3FA543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4E69C4-9B58-4258-A3B6-EE70DD96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B9D1D7-52B6-484F-8118-9A145AB8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0730BD-121F-470A-A36E-8E577AAD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93B044-90BF-446A-AA82-FA6751E9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7859327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D1AD59-153B-4672-A24D-133C6236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FD26E-21F7-4E78-BD3F-1EB5FF1C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5B058-D3AF-48FD-A2EC-E7F62B60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3AEBD-119B-42D0-9F6A-4C4F3CE7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D4686-1762-424F-8A5A-BE503717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1dea717224e9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32B47-1206-4388-B51D-2BE059F8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268DA-3E83-4606-9AA1-A82153E5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C63A7-EB57-4CD0-962A-D23C8EDB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F0EC1-7A70-4228-8E6A-F665CC73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A49A3-53E7-497D-9A8C-34B0CD3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5e0b8ccb824fde">
            <a:extLst>
              <a:ext uri="{96DAC541-7B7A-43D3-8B79-37D633B846F1}">
                <asvg:svgBlip xmlns:asvg="http://schemas.microsoft.com/office/drawing/2016/SVG/main" r:embed="R8f39e0eff7ba44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3951B-BF28-419F-932B-8A7B3DE1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BC754-4C8B-4AC0-9B69-F23C32F3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BADDC3-0E1D-433D-8D13-1BA2AECA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4E775-8600-4CDF-B975-3F166529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F5BB32-2B8C-412B-AEC4-1E12DEF1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FD2DA-5B03-4764-8B37-C84196B8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80F34-0D68-43C5-896B-B74F8636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48B4CF-446C-4281-AC81-32C261B3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EDC5E0-488C-4058-9E74-D110D36E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FC8CB1-9507-44BF-ACF4-7AECA930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F80051-B2C2-4DA0-BC9F-90156842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D2888E-732B-4FF5-8550-1FEB4FB2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139910-B3EB-4DC8-899D-C60616A8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2B5CA8-66DB-41D7-A3EA-23E24D2B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6F655D-DEE5-4A68-9C61-39E576C9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FB7F2A-CFF7-4910-AEDB-44CB0B7E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C9D8DA-9755-4944-8641-8848C693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F20B14-F0AE-4250-9EF3-4CCDBE31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CFBD55-C802-4309-98F7-7CF6801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95451B-C8D9-48FB-8DBE-D17226FB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A897EC-AF28-4DB9-A419-2054D9E3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82679F-7132-45D4-BD00-E39928C2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5701745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F5E278E-CD69-4E6D-988E-64B259B8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D3D92-4C6F-42CC-972E-7356475E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6EF52-5B8D-4EDA-BFF3-9EE775D1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DC3A0-28A0-4A75-86AD-0DA96B9E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1278D-21DF-43E4-B61A-B33FA263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a0f8aadcc4b7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9A829-53CD-4A5C-BCBC-C2917DA5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649E0-A8D5-4E12-AB17-73F14896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40F21-2AF5-4A6B-8DDB-FC1FBEEF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51232D-ACA6-4166-9824-F437D31D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8F17C-BBDF-4AB8-960D-3BA84629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95E3E-7548-455D-9F07-0E01A0EB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544D24-DB2F-4A6F-AD13-2BFF20C5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DFD76-6859-4AB9-B5CE-BE773CEE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2B7E1-09FB-47BF-9C63-D9139AB4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1121B0-1CC5-41EE-8B8B-B8437F92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6CBAA3-4EDB-42C0-8E07-99D3250B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395AA-9633-4347-9E9D-9250554A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C482CF-B114-4BF9-8876-B449A981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D3CF4E-931D-4CC1-8808-532E6A05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BBB2FB-239D-4DD8-A922-5FD8B2B6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2E8D30-0F6C-4C48-9673-4A8D8EFF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F4F4F2-9B9A-410B-8929-713E2364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8F78C7-18A4-4C47-9543-7CB78863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A5F3F2-F8F3-4842-8304-D64AC838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BCC7F6-A3B5-4FAD-914D-702ACFB8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FF050C-5EC0-4640-BC55-8A38465A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80B4BF-8CDD-4D8B-A272-CED7C81B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DBCC39-2221-4DB8-8C21-A4E084CA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4585E4-53CD-4667-91CD-2AE5FDD4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E3502-2DBC-48B2-AA9F-D6BEF900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673018-B9ED-4FEA-AA7F-E2A05838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C6551B-E325-4761-B0A4-1693A832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3ECCEF-27CD-4585-B111-CDAEA27D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DCD523-0C1E-488D-99E6-8A8A8D06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7EA823-AB30-4459-A01B-0DA05C76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5C83E5-47FA-4C38-B8B2-8D8FF44C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F6DA8A-C1FC-4E2F-B1AC-97728E20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BCFC38-2F6B-4338-8C32-CA2AA8A4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C4FCAA-096E-44D0-8534-324EB6EB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CBE419-C722-4002-807B-5529F744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B39425-C766-409E-9CDB-928E0179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DFDB1A-9BCD-4FF5-9F30-B8C2276B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D43D1E-ABD5-4C3C-8CD8-D062B02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5E196E-7979-41AF-B9E8-695D6589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0D1D3E-3CF1-4DF5-92F6-67A53ED4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7C1C1E-A418-48A0-9227-C212F3AF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1AB3B8-7CDC-4FD2-BB34-C8BFD8C3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D17044-0A51-4AB5-9CA8-CFE948FF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C46077-4AF5-4FEF-BFEE-8C40E5E0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5875D5-79D1-4FD0-8F72-02353480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67876EC-4032-4E59-8BA4-A3F708EB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D5E301-195C-4870-8FF5-81DC9AB1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0263FD9-833C-4280-871A-4E20385A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D9F582-5B85-43DD-A807-36098DA8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C98AF1-A743-400C-8CB9-A4C6C6CF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E9F296-E56F-409A-8293-FC78551B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3DAFD3-88EB-41C8-B42D-C41453B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E3ACB7-A46E-4F1A-A882-2AEA5D94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1B6225-1C84-48FD-82F8-999276EC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7C0FD85-464C-495D-A275-FDBF5455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BC2149C-017B-46E5-976C-06A628B6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8D7A82-A0FD-4E0F-B822-621F1A3C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A836718-52EA-4E74-B73A-C061C379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3A968C-68B5-4FF7-B31C-86EA5684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D8E4B6C-44E1-4FA6-8937-DA156921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235CC85-5DB9-47DA-A079-B4586501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5B31F7E-E2EC-46FF-8311-2DF723A9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AE73DA5-DEFB-44F2-AB93-E6C8E09E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E5F292-31B4-4E2C-861B-29B464A1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7B9ABB9-1514-4E78-B083-2C700924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6EA244E-9BE7-4ED7-BDD8-51E9A35B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8F5CB7-D43D-462B-BCEC-3A0EC5A5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0A46468-2DA1-4CE8-9F90-0AB66EBD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914DC9D-1306-4CD9-920F-F9DBA330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A03FCB7-AA6C-4AE0-90AC-99DEDD71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A88FBAC-11CB-4746-B31F-5B58B13B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E993FB3-6326-4897-8D95-16445CD3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E3A00F-0251-4D8B-BC14-2BBD4A9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A6412BD-9727-48D3-8E0C-2EAEA110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057C923-7A52-4442-B349-C32FB4C1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162E48D-52DD-42E3-B910-A1700A62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210B1BB-866F-4E51-AEC0-1B3B3980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3D75F0B-F0CC-4B71-B1EE-67F7144C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3ED0E63-9DA9-4953-9074-62CA5F3B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5D7E087-9960-427A-ACF6-4E54D67D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40A3DE7-547B-4995-B7FD-0A193E56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F43E45A-F6DC-462A-BA3E-9CF3B4BA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308657E-6CA0-4219-BEA0-F1E25FC3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BF96803-9FC5-4A99-BCE0-A1913DAB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CFA0881-01E1-4046-B0A9-2183CE40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A817010-BE28-4080-82B8-A2E4EC87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39153B2-2589-4088-9927-2E352402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515B9D0-25A1-4636-BBF2-2CDD0A2C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5A4B66A-7A80-4FD6-80AD-BAABBE89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FF4489B-C578-4C44-B144-83E18A30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1FE6071-CF1F-4C7C-9922-8A8C5615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FC0DC77-EB6B-45BA-876A-57AB6194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4227B18-2CF0-4FC4-9307-B1411668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9B747B1-3886-44C0-9628-01393A4A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53A2D08-59E2-4845-8845-2DCC8423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709889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3BC0B72-0BA7-42B5-856F-95894C9E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A64CD-3736-4689-9981-2DCCC2B4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6404E-A4EA-41EF-B69D-7B6FBA27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F8779-EE50-4042-B883-885DA77E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58D3E-E029-456D-AE7E-9A452F52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42032a785410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4E2E5-0CEF-4C0F-95EC-C6C2908D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FFC58-1873-4303-8578-E3DD4E6C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0E3D9-BD03-43BD-92C5-E3992CE2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721CB-4C93-452D-B77D-6A69971D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F4B24-EE16-4D1F-BF6D-0582D410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EE3EE-31F4-4A0C-ACD1-90492786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9E9AC-E8DD-44F6-86A2-1C7AC9B5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DBA557-6236-4B7D-97E9-B20F5D7D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16BBF6-A2BD-4CA5-B15D-A6980D6F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21A2F-A9C6-4495-B2D9-EA78B95A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C4007-4775-4DB8-ADDC-5D2BB700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16F8A-30A3-4D96-8FCC-9E4CF7A9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97D85-D25F-4B1F-82D8-B6CE81E6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555774-5B1B-487C-B6BE-80D5926D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36582F-C98A-44E6-AAF1-5472A205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6DCC75-66EF-44C1-88BF-79C2A364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AFBE5-CA67-4EC8-845C-0B216C5E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E7FB89-573B-4351-AEF1-D3F70544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FAAC47-2396-4852-A267-20270A70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DDC4C8-6827-4A65-A70F-02E8C5E2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053751-4131-4CF3-9218-0E64DBE2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BB25B1-1837-4C8C-B95C-54C3830E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1D2084-D3CF-4201-96A8-1817B1EB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48CE54-227F-4031-B7A0-4DDA92ED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6D24EA-4AFE-4B18-B643-F5540ACE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6CE1AF-3FEF-4E73-90BB-3F669C45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EAFE13-923C-4656-9D51-AD281A6A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25BB55-C60B-4BBA-8A36-6AC8ECA1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9B72AB-C37C-4C5A-9E03-D35BA0F6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C93685-45C7-4ABF-8240-4AD2DF06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651B57-ADD9-40DC-9544-06D6049B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D0F33F-06B2-435C-9C58-253B07D6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98BC16-F972-4E5B-BEF8-6F65EFFF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2E12CF-DD38-4815-9D09-5FAD47AD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671C1C-A260-4BCE-900A-70055312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A87BD8-9C1A-47DF-B3B5-8474DEF2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F6B73B-DEBD-46A1-9187-97FCBB30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2FE523-C7B3-4202-A7DD-167753FC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7010DC-3CAA-4130-8A11-544A7F67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D4CB3C-6065-402C-9B82-5ACA6FB2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50DA2F-9EC7-48A5-B640-2F4A88E0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EE60B2A-BF3E-4D56-8FE9-84A75721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D612D3-2A48-42AF-9FFF-F8C47B9C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5745E3-95CD-489D-B9E4-CBC30AA2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5B1AB61-798E-4365-A9B8-B02A831D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4119D9-F374-4BCF-9191-3BE501FF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CE2BFFC-CF88-431B-BE10-DB1B04DF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CF127-4CF7-460A-96F0-4AF6F9C2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821683A-A0EF-4A94-8158-629F73F4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50B19AB-F833-41F0-A9DA-6910CBEC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85C90A3-2DE5-45E7-BFE2-4C13674A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8B99BF-FBB6-41FD-A773-EB2F50EC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952A61-6F87-40E9-B4D1-E71156D3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B912AEC-BECD-4667-9937-B6AC00E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B928290-71CE-406F-9629-573BB972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EA6FB7-AF96-4A92-A854-A3A019DF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7F1CE15-074F-434A-80DF-AE4A2B0F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C340CAD-0AEF-4D6F-86A6-AD59282F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4E57106-AEFA-486C-8075-EA5961AA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B04055B-FE1E-48DB-9261-8162A0FF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42FF4F2-F86A-4967-A87A-8717257A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17C792F-17AD-407A-A2FC-C9C4307F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E344A64-B9BB-4A50-AE9C-E51DCE21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011993A-5101-43F6-9BE9-92FB9163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7449087-3B7A-463A-8542-C43D23E8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0DE4CD9-D352-4154-931B-E9CD330D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303E146-614A-4E64-B583-75DEE9FC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5CDBA96-3D0C-4473-BCA2-AB81B8AF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0390163-949C-4B16-9ADF-A9B11FE2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E116FDE-6523-401B-A72C-734B20AA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780370-0E4E-4926-9BB9-25E4F35A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DDA48F4-CC64-4BFA-AF93-BB09F47C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128B971-5ACD-491E-A268-26657933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66D433F-0BC4-4997-9DE7-CDB4BE22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C31FA9-B4FA-4861-9FA0-51BCA642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CFF4070-4B4A-4F33-B547-A2553E60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274AA6F-709A-41C5-87F4-78F65AC2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6BEAB49-7FED-4EF4-919E-C01ECA1D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3552061-9958-4B26-9C8B-22277C6F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597CBDE-2B32-4ACD-B244-4E5063D3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75E7B2F-EF57-48D3-811F-490CC372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10F3F13-1C68-4B1F-B54A-8334D912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7B525AF-D486-4788-9BCA-DFA0156E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A1D4E65-74EE-4AA3-B620-8703919E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72742F6-80E6-444C-B67C-C3B6A750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81373A4-1716-4272-AA5E-05097100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0B276FD-5C59-4102-BB53-B5375CA4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CA4E797-5138-4FB4-B4F8-73BA5EC8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7E2207A-ADF4-45AB-AE5E-03E2E4F5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99C53DE-3810-416C-91B3-6C8DC3FB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FAAA827-8ABE-4986-AD6C-0513FAB8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BA30691-F92D-41AF-9F55-FC39F357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9077292-EA1E-4B27-AA94-D7DA4825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AA1BCC2-23DD-4FC0-AFBA-8292C048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A93FD1F-8AF1-4892-ADA4-82864E9A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FF17C31-BC7A-4C94-AEE7-EECA03C9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914622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B8E9BEE-A80F-47B4-B7B5-C528C7D8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B0E8C-452F-4D8F-88E7-8352FED4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6EB9E-23E8-4B05-BB41-27D1D527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145A8-1D60-4B1C-BEE0-A5D4F161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0E3CB-48CE-4110-A699-57FFA6F4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222d336f647b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7BC26-47E6-45FA-8123-A4218DB5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0502A-B908-419A-8E26-0C1C45E8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03F389-39EE-40CD-A729-D7C89CAC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6959B-5959-474F-81AE-01287620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4D1DB-79E1-44D7-B73B-952D1AB4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A2AD9-66A0-45D8-B869-9B03AE4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D9669-90F7-4A20-9C11-3BBD5D5E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2C9F0-F2F5-4324-9F79-F5EAAF8E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E4B2C-1F77-47DF-8AB0-7C4A0D30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2CFC9-76BF-44B1-981D-B49CC966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958C99-A2B5-4E1E-AD93-83C8CE83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FA7A5-56A6-4289-BD2C-B1FDF454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2E0500-2389-46D1-9620-A0A02375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67A14-1543-4F16-A7E8-4E10ED36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E1356-2CF7-494F-97CE-7792989D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6119A7-D81A-405C-B541-02E9E087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87FD84-98DD-4EC7-A241-D2415CA4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1F35B1-26CB-4961-81C0-AA446578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506EE9-6D6F-411A-90A3-0492D280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FE985D-2AB2-4284-B22B-974221CC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AEF6B6-7013-46E2-B28F-DD147720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E7616F-4E01-4D43-AC8F-BD3F3691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41BA4E-C7E0-431B-9C40-7CED6B20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F16E50-42ED-4194-9614-19988009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10CDCB-3753-4498-BC75-8C84C269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8F2709-3860-45B0-A576-7158EF86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FACEDB-332E-4321-8AF2-63582BAC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9B9489-7AD8-40F2-9D36-CF1305F3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20D82F-665B-4954-89B5-734216A0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CD0710-4F46-49D9-ABA8-7A88B82F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67685F-3273-472D-B2AB-A28D985D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3927D1-E5B1-4071-9A21-0567CF75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A53E70-0732-48AC-BECC-A72C662A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07C9C2-90BE-4882-BAEB-829D883C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2E7A12-E27A-4225-8B41-5623B294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307B0F-7F19-41C1-9379-D89EF848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6C44C5-21B3-430F-9E08-D0CB1ECF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47153B-D561-4866-8FE1-819E08BD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A6BCCF-175D-411A-8472-79F9A7F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73FD7C-10B7-4614-9FDD-5B55A85F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A2BD2D-A381-4BB2-8B1F-2530FA05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7C802E-D4B0-47FE-ACDE-49A7259B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D55F5D-07CC-41FC-A7B9-2F14C087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CA97D1-4D81-4DBA-A59A-7E30B996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54D088-63E5-4601-9393-A286ECCB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FC2FC5A-8F4C-4C59-AF99-F3939A4B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3AD2DF-D7D1-4C80-9C4D-C060E047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8234F6F-0EA7-4E02-8E13-14706258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6CD712-98AA-4144-88E9-36B3397C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207906-D637-4763-BA20-C77410E4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8A7228-69E3-4E2F-9C35-FF90F64D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967A666-6A30-4CDB-A185-76395E92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28FB90-99E0-44BC-A68F-2886EFCD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D2C5B61-04AF-4DED-87E3-8A09A58D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94566C-601F-432C-A7DC-4F36703B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D5EE90-4208-43B9-9C90-3F829114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28634DF-017B-4268-8230-98124CBD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FB76FC4-CE7A-4602-9691-5D6B60F6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B514BD-7A53-4120-8D2E-AF7E6E79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B542CC3-1BE2-480E-ABD7-18F8B96D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E23025-11F7-43E2-8E45-61D71822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C551CCE-7233-463E-AEF7-49D148EF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D96009A-A2A2-4BE2-91E3-9559A61E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F875295-E140-400D-909A-7F4C0315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005EFE-FAEE-4643-AEA6-4F233381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C1B4E3F-0E46-4A29-9EE0-36036AF7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2C3A16A-62D3-4005-947E-523E4A0A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47CFE04-5A95-4943-9553-268F4DB0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BDBAC84-BE7B-4AD8-9F0C-29760ABD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85748C-3669-4F88-A596-5D53A713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7E2251-509D-4BB5-8337-508AD898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281083D-CA2A-482F-85DC-19DE5965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ED5BBED-CA80-4E96-9693-EE0BF7AE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B947030-F938-4437-87B9-7B189919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E15ACAB-5A2B-4E64-867B-72BA0E27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2D0870D-52D0-4B17-897B-4C2F5B34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6E011AD-3CAC-4C5B-9BA8-25C2981C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6AAAD8F-C0B2-4866-87B9-E7505B8D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8C9B6EF-F9F5-4CB7-8568-C644DDCC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650E9DE-E437-4374-92B2-DBB184C2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AD3F011-0DD6-40A8-AD34-B6B14C87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02B82E9-F2E1-433C-B54A-AD7F4F29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B22380D-90E3-426C-9FB4-F9011047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65E2307-A20B-44E5-8501-BF6141AA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6DB0F00-2CF6-445B-8938-D0E5F940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4B10D0D-9C14-4D35-8522-85709B58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FD9564E-76C3-4146-9697-0BC774BD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B2A5468-34B5-4FF0-BB43-BD777656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39E7FDA-630F-4FE1-8EEA-0243EAA6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C52DBD6-E68E-4C77-B0D9-28A2FA2C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8A27B19-4FE6-4465-85EB-6D6CDD29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6896226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05E562F-402A-4CB3-AC4A-1198F7A5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8B05C-2CA5-459E-B226-167390B4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1C621-9D20-45E2-A93C-19A35A2F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7045B-0A6D-4119-8438-79FA2C2E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4D3B6-65E7-4D9D-A2D2-7674D7A9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9135cb6e84db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6E804-7CA2-4069-81A9-727A674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B2CFF-6C77-4450-9CB1-8589ED9D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2ADBA-5D2E-4DC1-8C03-F4834CD0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04F45-FBAF-48E1-BE35-76EBBDBD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C88074-F624-4B1C-9A6C-F444BF4F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3F2B97-EA35-40AC-94E1-0E3637B7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5E137-F758-46E8-896D-18CF7B8C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2F17CA-739F-4941-A454-90364A01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800D51-F4C1-470B-9F85-B32CFF3A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D47F2-3230-45BA-AEA1-3B370986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620BC-806B-4F14-A7DA-5137CE69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F1A4A-D586-4853-BB79-F93DB7CE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1E5FA4-F7C5-444B-B5BC-1055A393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39ED1-CEF8-4E9B-A9F2-15B8D03B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44E6B6-81C4-4DC3-A69B-316A23B2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A7237B-E723-40B2-99EF-99914DE7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6ED9B5-4F44-4BDC-9597-26B7180C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11559-25CC-486F-8633-DEC2DCDB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992E01-5821-4616-A175-7C5773E0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17E88B-81CC-41EF-BA4D-04CC7078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491C1F-CC88-4FD8-BAAE-6717CF61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1E3726-C330-43BA-ADE7-005C959B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A9B76B-282F-4C66-8936-84B68F6C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311EE7-6D1C-443D-A5BF-E6AB693E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787B51-1C8C-412E-8D68-906F8278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7276C2-8BEE-41CE-9634-BED8E0CF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664ABB-4A18-425B-8000-C1ED1C1B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1EED85-BCC7-45BC-BE4B-EE6B3891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674354-962D-4F21-A4F5-04084BB1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23169-8026-4F1A-B181-A255605D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E5F931-3F63-4538-A7DC-45F33FEE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5B5D33-A4A7-45CE-BD69-754FB0B8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0ABECE-D4F5-4EDF-BF68-4F244363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C78E27-F939-4AF2-813C-A084FAC6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76B19F-957D-47D1-8DE7-DAC88A80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40E9317-42D4-47F0-BFE3-1157E284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975D95A-E74B-48B9-AA10-4D7B79EF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BDE016-160B-4821-A327-682CF78B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75341A-29C3-4B7F-90A3-152DAFA9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22DA2E-F35F-4E09-BC4D-83333C02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8B3A70-8654-483E-A0CF-28041D98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76518B-DF2A-465D-961A-4D4B9997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4C98F9-F9CF-4445-B8C9-922060E7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99C0BF-7F50-451B-A788-C6A43225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E59387-BA94-447F-83C3-AC2EC9F9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CF378C-29AD-4AB4-B5A6-24C5E632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F6DE3D-C8AF-41B1-9572-DCE220E5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FACB60-C635-4ACE-9BD6-7AB76057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BEE988-65EF-4C47-BD23-9EBDB4BA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2754B6-BBE3-4B67-A274-CD66213C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4B7A4E-D4C1-49F2-9F91-C9469F7B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71F3CF0-692A-425D-A450-68EE6995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16CE361-20DD-44C7-A77A-F11BFB46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C8094A-8893-4B84-88CC-0F7DBFD4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256081C-08A2-41A6-9971-58F74A87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F0DDD4-752D-412D-9CF8-959E445D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2E0A77-E0E9-4FD7-99B8-5F566CF2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6A1661F-8D5C-430E-9B17-A56CE14B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B33E13-2124-4A6D-8830-BE8F6F2D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0210E9D-07F6-46C5-9E4C-7AEF83AD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3C1A70C-F9C3-4372-8BD4-2753357D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F363312-F4E5-4AFB-9B98-0FEF34E0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904C99-E2CB-4E6A-A232-CA4CAFC0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E6B0209-55C0-49C6-A7E5-D04CE6B8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3FA2D39-A36B-4AFD-A908-3E19A59A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CA569D-1B8C-486E-8908-06FF0412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0CEB298-AF9B-4FFB-A1F0-4CD4CF73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330C4A2-92C1-446D-A8E6-0AAC669F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8FE4E4C-D85E-4F32-A8C1-7D5402CD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F0F176A-9F97-478C-910F-D404F451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A50677F-92DA-4E68-A0A3-05F7C417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156CB6-7886-448F-B6F0-D6DA55D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D887A33-A568-43DE-AF80-DC3A9E2A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BBB7E93-84EF-4A01-AABF-B3CDCFE6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E0B0CF9-B678-4C24-804B-091DF28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4694DB5-B87E-42F3-BDCF-053B6032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A64026B-9F9C-4989-B31A-6F532053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BAA39CD-21F6-4073-9EDA-344E5EF4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C7F255D-FCAF-4424-8B85-8A64E39D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C7376D0-4158-489B-9BB6-A66F5729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4778424-00A1-40D9-9B44-AD138D08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4691283-0CB5-4489-8D8A-C888306F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0139082-6515-437E-A294-5CAD9D68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C27E383-31E3-4B99-B2DF-DAAC6F49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C778409-6528-4DD7-A749-0CEAA6A8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17F9E5E-87A9-4CFC-83A4-FBEDD520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86C7A34-E23A-4C1F-8FB8-AB5F8310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0A52CEC-8D4F-4DC3-91EA-F6658ADF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F4CF876-19AF-4FE6-8D8D-F1BD5C2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64494AD-8F9B-4240-AE17-2501CBEA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ABE1DE6-6EF8-43D6-8420-549906E0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7D87568-A1EC-4EA5-B885-7F4A5B4A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71303C4-63C6-4914-854E-425E281B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1262FAE-F4D4-436D-93E1-C00EEEA7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E2D49AF-158C-4245-9AE2-4F38B18F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8487443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3662E3B-4DEC-480E-AC08-F4891570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F205D-24B4-46D7-BDE1-B3FAFD5A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ECA35-91EF-4ED3-BC2B-92F80330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91783-518E-40B5-BCC9-A04303AA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0B908-8BE0-4B24-8A78-2B86A0F3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7de0c9e3e4bd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162AE-68AC-4F79-9A58-37FBADAC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FA178-02D6-411E-ADB7-3999EA3F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1A792-CBAD-4C5A-9EF5-99A5A0A9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2804B-CA0F-41B9-AE8B-86D7988E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80A68-1996-4131-A338-B1E45803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7CB60-B557-4FB8-9604-A555E447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1F50C-32F1-47C6-BEAE-23F0A4D9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20CFC-9757-41F4-AE55-F00658FD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A9EC2-ABA9-44E4-B281-1F413676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8E1B24-03F8-49CF-BD7D-6C2DC5E6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9DC79-23C9-4500-B161-9A2BEDBF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7E963-F702-4FA9-B8A9-1584D126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F50DDF-AC99-48A7-9A2E-7C713673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85CB19-6E70-43C1-B6E6-7823105D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F95345-7E49-46D0-90A7-D1084D61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E2DE7-2C0C-4816-91A8-27A8B18D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A41D90-D050-4E23-AFC4-19B4C01F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F60F10-070E-49B6-91B3-69D30A07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C22EEA-A9A9-4AC0-AA3D-A9D62A5A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E88A07-12E7-4170-AE01-9E35F32A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A7B1CF-E729-449D-9F94-A2580DEB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27B7CA-EF61-49F8-9BB1-BA718335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31C790-D651-4920-B254-32F5A272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505F35-0F24-4300-8793-8910A127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062043-2232-4B08-85A9-C7E83C7F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07820F-D51A-45A3-A9BB-6E46C831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51F03D-8A6A-4282-B4C0-3F03BF81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1FE590-3D9D-47AC-BE12-EC5CBF9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EF6992-B53C-4D22-8D54-45A3AC64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6F5965-97CE-441A-BF41-F56EBD07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908FD0-4524-49F5-9113-FE1C24D3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52C832-1B5B-433D-A55A-461D71BC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5DE853-9E6A-4F2A-AF01-77DC0C95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F473D0-D1E1-4A94-A32B-01EF6E9B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F7D2CA-43F4-46C6-939D-1885C4FC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C5AF98-0956-43F1-AE9B-7A9677D7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607D0D-CDE4-476D-8BCA-99892815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A22FD2-856A-474A-93B1-1F726EB5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E04ED7-109D-4555-9D9C-428DEFFD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DA03FB-4805-4356-A945-5AACC05A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D9C340-4077-4E2F-8266-F22213C8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938878-8F75-4446-AB53-8B0B364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9BB83BF-B71B-4C73-A968-AA6A7C58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28608B-6ABC-4415-8A58-9E1E420A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E3BFE0-2D9A-476C-88BC-35906A04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E3F9988-AF68-47DE-BF6B-4FDFD327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AC41B6-F712-4831-93B6-111D0A72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E960113-4300-4979-AC53-8FC8F5A3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C5B282D-21DA-4088-80F5-A91B4E29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CDEC73-2697-44A9-B11A-2F0FC9B6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879EE7-7799-4008-B51A-302B592F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040C45B-C069-49D4-A921-4CEE038F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F5D5A2B-7BCB-4E9B-BDE2-4F086D74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0CDE71-2332-4758-A97D-83D1E3C0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FC75AA7-11B9-4972-8EFB-3A2CDF5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E95CC06-5913-4FE0-8812-063796BE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32C40CC-0F53-497D-8C4E-BADB3E2A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ECF94D-A3D9-447D-95C5-72DE8CD9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9A9ACA2-0B7C-4821-9A7C-001E9A11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C2CAE1-E1A3-428C-B1E5-FC08601E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6C5AC02-DA84-4699-B088-EF6499EA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6DF04FF-8AEC-4917-83B2-23F436A8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6A1A9B3-60AF-458F-BA26-9789D008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ED90AB-E4D0-4521-AAAC-D72E3961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D339296-58FC-4153-A636-F60E2A65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215264-3B6F-4932-AF11-704726E2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4EF6541-A750-4F4E-BE52-62BA1383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30685E5-9C06-444B-8388-CFA8EB64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3B719A1-123D-45E8-BD58-495B62F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44CFFE0-A25F-445A-876C-775CFF15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C8C5CDB-F775-449F-8BC0-C6CAC7F4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A0BF5F4-D4F0-4204-A53C-AA5C2E0D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42B655A-3BC3-4507-A657-089F7C3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F3B426F-0021-4294-AEC2-E0C41EBC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942033B-F785-4C3E-9CF4-B39486F1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06E8940-F18F-4808-B3B8-83F3CF8E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5A276D-205B-46BE-8A59-25F299F6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AE1C7BB-FB8B-4470-B783-7E4577CE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8E5888E-3BFC-46C9-B941-D2007745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586D5A5-1900-4787-90DC-91DEB738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01A1671-8438-4C60-8846-8882E081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0DDCBA1-069D-4CA0-B756-5A96D35F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F3A9741-B5AE-435E-B554-0C234E5C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E6F40DE-B1FF-4CFF-B05B-EE0D66C1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6485F2-AAB1-4A1B-8616-554751E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D55EE1E-3108-42D4-97CE-17ABE824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480A369-27B6-4007-998D-BA049AF6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85C4EE7-ED82-4F6A-8A5D-5931A797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C006FF8-1782-4004-9C28-2327723E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5670879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689BFA7-2BE0-4335-A3B0-BE16BAD3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35AB-7721-48B5-B51B-B05AB8CB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CDA2D-242F-47A5-8F2E-DA7E6E8F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0FA18-68E1-448D-A27D-CD593717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89793-E9B4-46DA-B6D1-83B87A27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c27915c40482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8A529-89F2-423E-B435-0201D364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B5FBF-D4D4-4B0D-8316-90CF8E5E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92E93-3B3C-4661-965E-14B9E603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5A509-EF1B-438F-B7C0-03852116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8CC34-F510-4526-8180-4406DF7B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CE618-EE90-4C5B-9765-DCE48DFF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C72598-B85E-4509-922D-544AF03F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AB5D9-2261-4706-BDCF-EBB9F8EA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A8D5F-E5DA-43C6-B64B-7E27CB10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DFF44D-C10D-4618-B0E3-00B3D7F3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C5DA6-F07F-4068-8176-4DB07601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B20CF-6D7C-4389-8006-64211759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74A4C8-6C88-41A2-B6C3-391305C5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F3408D-40FE-458F-AF39-1D6CA94A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9D7EFD-E46A-48A7-BD42-9554F34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C43242-6D41-4633-9DE7-86A2B930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28ACFC-8333-4524-BD8F-7477A00B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AF527B-0AA8-43F8-AF9B-AC54D408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46B378-240C-49D6-9584-EE3A5671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E375B9-6CE2-4C5C-ACB1-1B1793B3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F1DF9-02D7-4C75-B4EC-02EBC81E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427BDA-F791-46DC-BFE0-F7BF27A4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603D71-B89A-4C68-A3E2-11149428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FE3AC0-4897-4ACA-B681-EFFB574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B87FED-B947-41A2-A1F3-C265B00C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661108-6845-4F83-A54F-FABA6DE8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9258B7-76B6-4AEC-A8A5-B7AB94B3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FC089A-CA4E-4F7A-87A5-5151FAD1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D74CD0-BD85-403A-BA4E-9B1439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2D3472-2B91-4A22-B974-64DDA463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54A3D6-85E8-4EA4-B5E1-7E1FCBC1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D0215D-B16A-483E-8767-9D140593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5901CF-7FF3-4491-81C5-B549AA71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2BD516-833C-4A68-82E2-854617E0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7381FB-EAA7-42FE-9347-4024CC8B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7CA946-6C09-4330-86BF-B5B8F5C2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0B5615-1480-49D1-B4FD-1EB366ED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60FBE-9E13-441F-A018-FA21CC92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F86AE4-DBD6-4464-AD2A-62DB0F2C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2D87DA0-6BC4-44EB-B244-A2424F5B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4F7922-0A25-423D-A760-9208A05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3DE2EE-8D2F-444B-AA20-8D1EC33F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AC73DF-EF9C-46D4-87D9-78DEDE8D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D8CA3C-6D43-40D1-8172-06E98DFF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CC7D81-C8C1-4B67-B585-3F544E66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9C2B38-7A98-4C52-B037-74437AAB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4B3955-6BB6-47AE-8B8F-70259049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7554A5D-37CF-40BE-ABAD-DE61856C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F52F9A-FC96-430F-B5D0-AD3B964F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E6D161-99B0-4F97-A247-8EFA3E0C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E62240-F22D-410C-9953-E4474BD7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607D7C-60A9-4663-99D5-51349C43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D83E02-359B-4AC2-9A63-F754596D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303E132-F522-46D8-ABC6-B3F19F1F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AD12F7D-F2AF-4478-B5FC-5CDBA660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CA4F326-7A57-471C-9CF9-CECE0E23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CE82CF-141B-4675-8E16-78A7834F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174B8A7-298B-4D62-B4A1-307B34EF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7549E8C-BB04-43D8-A811-A8F9A108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424ED85-1C1C-4109-AADB-609314AB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3E3671-7B34-4898-966F-5592A890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A66959E-50DA-4335-BE99-97F4FDD5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33D9694-55D1-4A64-A7E7-24F7A286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1DFAE9-6DF0-409B-8D29-755BDF7E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52730F-588C-4AAA-8896-089D3A9E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CFE288B-54F4-483F-A6F4-35E49351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2AA8B4C-53A8-4BBB-B481-255E01C9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D99986B-8906-49D0-AF4C-E0738696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EA958F7-ADC2-4425-89DE-8220083D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597DCC-95F7-4754-A9AF-695A565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478577-7B75-484E-9FEE-B3173812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885DF66-0BF6-492D-9685-02FCF38A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3591344-A218-47E0-9CB5-601DB830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576C9CC-2D05-492A-BBB0-DAF1E4CF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E15ED33-DACB-4490-9231-B6EF1E76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49F5ED1-18B1-4EDA-8841-631F5B89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7592655-B3B2-4C20-A361-D5A5BF50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79745A0-4C20-4FB2-BAAC-2D0C8BFE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F198BA7-7759-4B7B-B698-C1508E75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5D39F87-E2EF-46F0-9ED8-3397481D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699BA04-3C53-4FE8-AE81-A2AFF90C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A44088F-E89D-4255-BF0E-E6DBDDDA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7D158E8-7463-4171-996D-67166D0A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FB5F490-6838-4DBE-BC80-8DE248AE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C20C2C-EE3A-4889-882D-6304F732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C04E3D8-0669-4EEF-BF21-8D1D4795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CC4C6CB-6D47-4B64-9BFB-3111C55A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7A2CB33-F13C-4E52-BC0F-B0FB70ED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05C5326-C687-4F29-8A0E-8656EDA0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9D33EEC-E92D-4585-A7D8-FC663DF3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D213C81-1F79-4131-A6C9-ECFE076B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435BECD-BF06-4CF7-A4A9-55178717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7318686-D133-4CB5-B1E0-CC456E91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4930892-DDE6-4244-BCFC-1700833E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D27B9AE-139E-450D-BAA8-4B25EFA2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D8B09FC-3805-45ED-9FA6-824A80A4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B2F297D-8A58-4548-9F07-6842DFE0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30B6ED3-4535-442D-8DD9-BDA4A737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419BC4D-9C02-465F-A0B0-5FC58EC0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E62D5F7-3255-4861-B2B6-3C6D82CF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5FCA5B9-0E23-47F6-88AB-0483DC14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DCE7769-7424-427B-8AB4-4124E06F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86F33C2-C810-4F68-8C6F-F8D1DD17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29A0370-781A-42B5-9EF7-03573A27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E4EE801-C8B7-451D-9B6C-C504A220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20B575E-4074-4A3F-BAA2-13F951F8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8B51E40-CD0F-4655-811E-F54B69DE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6459367-DF15-4B29-9BFA-18407F6E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0C306F5-8538-4781-8AF6-036A01FC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DDB0E48-600A-4049-B889-5DBB69A5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D120969-8356-46CA-86CB-046F964B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2FC1D25-0E67-4006-BFB7-FA75C815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8AC75B7-3719-4363-9CC0-E845D6E4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A902A52-1D4A-4873-960B-E12B5A40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974F160-7F2C-449A-980D-293BA5E0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15334BA-56D9-4337-86C0-A2CD4EE5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93634DA-119E-415B-938D-9A6CC21C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387677A-517A-40DF-8DEA-07E38023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B522EE6-DE3D-4450-AE2E-EB9A7696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7823F80-1230-4803-9749-322E1964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20930BF-BCEC-418A-91A0-1E0F3B43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EB68555-72E2-4E6E-B384-CC7492BD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B4143CB-8ECF-4B83-8969-F94320B2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CB28FA0-5852-4A9C-96CC-9BD2694F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A142698-46A0-4750-9E52-4331FECB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46C4B2F-2DFA-4B61-BF90-2FEB8470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CB2E04D-7332-4CCD-8FE6-2473CEAC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A9F4ADB-93EB-411A-A7F3-16B69142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9766283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30E0E-8353-436D-9B94-132420D5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670EF-8A16-422E-95B0-6F6EDEBA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02BF0E-12DE-45C9-9EB3-0C6D6315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F0805-8D0B-4EF1-A14A-B66542E9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eb1279e87403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8D7C9-D3D4-400D-91B6-EA465A53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F83E7-6FB9-40A9-9259-0586416D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5f39c3cd34139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191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2026-09-09T23:02:52.4800000Z</dcterms:created>
  <dcterms:modified xsi:type="dcterms:W3CDTF">2026-09-09T23:02:52.4800000Z</dcterms:modified>
</coreProperties>
</file>