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2da3a856bd45ec" /><Relationship Type="http://schemas.openxmlformats.org/officeDocument/2006/relationships/extended-properties" Target="/docProps/app.xml" Id="R0ac3fd03976a4b1c" /><Relationship Type="http://schemas.openxmlformats.org/officeDocument/2006/relationships/officeDocument" Target="/ppt/presentation.xml" Id="R6e4326c7f8ce4c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b6f938c83504c6f"/>
  </p:sldMasterIdLst>
  <p:notesMasterIdLst>
    <p:notesMasterId xmlns:r="http://schemas.openxmlformats.org/officeDocument/2006/relationships" r:id="R4cbc30cf60d34c46"/>
  </p:notesMasterIdLst>
  <p:sldIdLst>
    <p:sldId xmlns:r="http://schemas.openxmlformats.org/officeDocument/2006/relationships" id="256" r:id="Rc93bca7c024e4d9c"/>
    <p:sldId xmlns:r="http://schemas.openxmlformats.org/officeDocument/2006/relationships" id="257" r:id="R0a6c31cd43f6473f"/>
    <p:sldId xmlns:r="http://schemas.openxmlformats.org/officeDocument/2006/relationships" id="258" r:id="Rfcba66b3bc2145d1"/>
    <p:sldId xmlns:r="http://schemas.openxmlformats.org/officeDocument/2006/relationships" id="259" r:id="Rc80e4b9595854b4a"/>
    <p:sldId xmlns:r="http://schemas.openxmlformats.org/officeDocument/2006/relationships" id="260" r:id="R9fe34d88d68449d6"/>
    <p:sldId xmlns:r="http://schemas.openxmlformats.org/officeDocument/2006/relationships" id="261" r:id="Rc879712ae4d84cb7"/>
    <p:sldId xmlns:r="http://schemas.openxmlformats.org/officeDocument/2006/relationships" id="262" r:id="R877dd9879f1641fd"/>
    <p:sldId xmlns:r="http://schemas.openxmlformats.org/officeDocument/2006/relationships" id="263" r:id="Raed370f0f62548a1"/>
    <p:sldId xmlns:r="http://schemas.openxmlformats.org/officeDocument/2006/relationships" id="264" r:id="R015b2bbe1dbe40de"/>
    <p:sldId xmlns:r="http://schemas.openxmlformats.org/officeDocument/2006/relationships" id="265" r:id="Rf56247d15ad94bbd"/>
    <p:sldId xmlns:r="http://schemas.openxmlformats.org/officeDocument/2006/relationships" id="266" r:id="Rf11a28d37d87457a"/>
    <p:sldId xmlns:r="http://schemas.openxmlformats.org/officeDocument/2006/relationships" id="267" r:id="Rc144815bf6234853"/>
    <p:sldId xmlns:r="http://schemas.openxmlformats.org/officeDocument/2006/relationships" id="268" r:id="R007376b964244b73"/>
    <p:sldId xmlns:r="http://schemas.openxmlformats.org/officeDocument/2006/relationships" id="269" r:id="R1b6cbe18976747f3"/>
    <p:sldId xmlns:r="http://schemas.openxmlformats.org/officeDocument/2006/relationships" id="270" r:id="Ra08ab97de116431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52948ad40494e18" /><Relationship Type="http://schemas.openxmlformats.org/officeDocument/2006/relationships/slideMaster" Target="/ppt/slideMasters/slideMaster1.xml" Id="R2b6f938c83504c6f" /><Relationship Type="http://schemas.openxmlformats.org/officeDocument/2006/relationships/notesMaster" Target="/ppt/notesMasters/notesMaster1.xml" Id="R4cbc30cf60d34c46" /><Relationship Type="http://schemas.openxmlformats.org/officeDocument/2006/relationships/presProps" Target="/ppt/presProps.xml" Id="R6858837174e34fd4" /><Relationship Type="http://schemas.openxmlformats.org/officeDocument/2006/relationships/tableStyles" Target="/ppt/tableStyles.xml" Id="R68c5df0ffdb34af1" /><Relationship Type="http://schemas.openxmlformats.org/officeDocument/2006/relationships/slide" Target="/ppt/slides/slide1.xml" Id="Rc93bca7c024e4d9c" /><Relationship Type="http://schemas.openxmlformats.org/officeDocument/2006/relationships/slide" Target="/ppt/slides/slide2.xml" Id="R0a6c31cd43f6473f" /><Relationship Type="http://schemas.openxmlformats.org/officeDocument/2006/relationships/slide" Target="/ppt/slides/slide3.xml" Id="Rfcba66b3bc2145d1" /><Relationship Type="http://schemas.openxmlformats.org/officeDocument/2006/relationships/slide" Target="/ppt/slides/slide4.xml" Id="Rc80e4b9595854b4a" /><Relationship Type="http://schemas.openxmlformats.org/officeDocument/2006/relationships/slide" Target="/ppt/slides/slide5.xml" Id="R9fe34d88d68449d6" /><Relationship Type="http://schemas.openxmlformats.org/officeDocument/2006/relationships/slide" Target="/ppt/slides/slide6.xml" Id="Rc879712ae4d84cb7" /><Relationship Type="http://schemas.openxmlformats.org/officeDocument/2006/relationships/slide" Target="/ppt/slides/slide7.xml" Id="R877dd9879f1641fd" /><Relationship Type="http://schemas.openxmlformats.org/officeDocument/2006/relationships/slide" Target="/ppt/slides/slide8.xml" Id="Raed370f0f62548a1" /><Relationship Type="http://schemas.openxmlformats.org/officeDocument/2006/relationships/slide" Target="/ppt/slides/slide9.xml" Id="R015b2bbe1dbe40de" /><Relationship Type="http://schemas.openxmlformats.org/officeDocument/2006/relationships/slide" Target="/ppt/slides/slide10.xml" Id="Rf56247d15ad94bbd" /><Relationship Type="http://schemas.openxmlformats.org/officeDocument/2006/relationships/slide" Target="/ppt/slides/slide11.xml" Id="Rf11a28d37d87457a" /><Relationship Type="http://schemas.openxmlformats.org/officeDocument/2006/relationships/slide" Target="/ppt/slides/slide12.xml" Id="Rc144815bf6234853" /><Relationship Type="http://schemas.openxmlformats.org/officeDocument/2006/relationships/slide" Target="/ppt/slides/slide13.xml" Id="R007376b964244b73" /><Relationship Type="http://schemas.openxmlformats.org/officeDocument/2006/relationships/slide" Target="/ppt/slides/slide14.xml" Id="R1b6cbe18976747f3" /><Relationship Type="http://schemas.openxmlformats.org/officeDocument/2006/relationships/slide" Target="/ppt/slides/slide15.xml" Id="Ra08ab97de11643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ad10e4c974c41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e67da7e06c47c1" /><Relationship Type="http://schemas.openxmlformats.org/officeDocument/2006/relationships/notesMaster" Target="/ppt/notesMasters/notesMaster1.xml" Id="R2a6071a5c3b343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fd6301c6074ed3" /><Relationship Type="http://schemas.openxmlformats.org/officeDocument/2006/relationships/notesMaster" Target="/ppt/notesMasters/notesMaster1.xml" Id="Raaece6c6edbb443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794cda9c9d24699" /><Relationship Type="http://schemas.openxmlformats.org/officeDocument/2006/relationships/notesMaster" Target="/ppt/notesMasters/notesMaster1.xml" Id="R9db3d079ccbe4e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e505ecbfc146d7" /><Relationship Type="http://schemas.openxmlformats.org/officeDocument/2006/relationships/notesMaster" Target="/ppt/notesMasters/notesMaster1.xml" Id="Rf27d5b3be4e84b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e3496238fa4319" /><Relationship Type="http://schemas.openxmlformats.org/officeDocument/2006/relationships/notesMaster" Target="/ppt/notesMasters/notesMaster1.xml" Id="R7ba4dec096cd4b9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cf8a92603f4adc" /><Relationship Type="http://schemas.openxmlformats.org/officeDocument/2006/relationships/notesMaster" Target="/ppt/notesMasters/notesMaster1.xml" Id="R1966ce3e833d43b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9a55de3028144b0" /><Relationship Type="http://schemas.openxmlformats.org/officeDocument/2006/relationships/notesMaster" Target="/ppt/notesMasters/notesMaster1.xml" Id="Rb77b14800c8c454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769a053427c4077" /><Relationship Type="http://schemas.openxmlformats.org/officeDocument/2006/relationships/notesMaster" Target="/ppt/notesMasters/notesMaster1.xml" Id="R03ddf4768d324d2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c859ca5a2a34030" /><Relationship Type="http://schemas.openxmlformats.org/officeDocument/2006/relationships/notesMaster" Target="/ppt/notesMasters/notesMaster1.xml" Id="Re439d0a3af114c4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a86d9cdd8664cb7" /><Relationship Type="http://schemas.openxmlformats.org/officeDocument/2006/relationships/notesMaster" Target="/ppt/notesMasters/notesMaster1.xml" Id="R5a0ee94ff8cb4a6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6bd6e6355a6414c" /><Relationship Type="http://schemas.openxmlformats.org/officeDocument/2006/relationships/notesMaster" Target="/ppt/notesMasters/notesMaster1.xml" Id="Rd8817728591d439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dcd309e35054070" /><Relationship Type="http://schemas.openxmlformats.org/officeDocument/2006/relationships/notesMaster" Target="/ppt/notesMasters/notesMaster1.xml" Id="Rd5fb3b10607746b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b453315f8f54039" /><Relationship Type="http://schemas.openxmlformats.org/officeDocument/2006/relationships/notesMaster" Target="/ppt/notesMasters/notesMaster1.xml" Id="Rfccb4d16135446b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6393d9c7d494474" /><Relationship Type="http://schemas.openxmlformats.org/officeDocument/2006/relationships/notesMaster" Target="/ppt/notesMasters/notesMaster1.xml" Id="R89b9936f05c2414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fdcf98c8d884872" /><Relationship Type="http://schemas.openxmlformats.org/officeDocument/2006/relationships/notesMaster" Target="/ppt/notesMasters/notesMaster1.xml" Id="R8da9034c648e44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47bdefaa624e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1e3c0ce65a64be0" /><Relationship Type="http://schemas.openxmlformats.org/officeDocument/2006/relationships/slideLayout" Target="/ppt/slideLayouts/slideLayout1.xml" Id="R34eaccfa3d91474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4eaccfa3d91474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9ceff564f54ce9" /><Relationship Type="http://schemas.openxmlformats.org/officeDocument/2006/relationships/image" Target="/ppt/media/image.png" Id="R007fc7a0f8e4426e" /><Relationship Type="http://schemas.openxmlformats.org/officeDocument/2006/relationships/image" Target="/ppt/media/image2.png" Id="Rde879b83fdf14c7b" /><Relationship Type="http://schemas.openxmlformats.org/officeDocument/2006/relationships/notesSlide" Target="/ppt/notesSlides/notesSlide1.xml" Id="R398e61445eea4d2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32c9b6431e4fcd" /><Relationship Type="http://schemas.openxmlformats.org/officeDocument/2006/relationships/image" Target="/ppt/media/image3.png" Id="R1b4a8c9781ab4142" /><Relationship Type="http://schemas.openxmlformats.org/officeDocument/2006/relationships/notesSlide" Target="/ppt/notesSlides/notesSlide2.xml" Id="Rb7568a2724034fb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7574fd0abd4348" /><Relationship Type="http://schemas.openxmlformats.org/officeDocument/2006/relationships/image" Target="/ppt/media/image4.png" Id="Redae35ca82c04709" /><Relationship Type="http://schemas.openxmlformats.org/officeDocument/2006/relationships/image" Target="/ppt/media/image5.png" Id="R4ade33d9e0eb4a26" /><Relationship Type="http://schemas.openxmlformats.org/officeDocument/2006/relationships/image" Target="/ppt/media/image.svg" Id="R925264f292b84734" /><Relationship Type="http://schemas.openxmlformats.org/officeDocument/2006/relationships/notesSlide" Target="/ppt/notesSlides/notesSlide3.xml" Id="Re32d570904094a2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1b1e2d3b0941b4" /><Relationship Type="http://schemas.openxmlformats.org/officeDocument/2006/relationships/image" Target="/ppt/media/image6.png" Id="Reec114cce10d49b8" /><Relationship Type="http://schemas.openxmlformats.org/officeDocument/2006/relationships/image" Target="/ppt/media/image7.png" Id="R62d1a1e1bb274939" /><Relationship Type="http://schemas.openxmlformats.org/officeDocument/2006/relationships/image" Target="/ppt/media/image2.svg" Id="Ra776644d4d0643ed" /><Relationship Type="http://schemas.openxmlformats.org/officeDocument/2006/relationships/notesSlide" Target="/ppt/notesSlides/notesSlide4.xml" Id="R34a5d072fc994c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3c770384504fd2" /><Relationship Type="http://schemas.openxmlformats.org/officeDocument/2006/relationships/image" Target="/ppt/media/image8.png" Id="R364d38528d1346a3" /><Relationship Type="http://schemas.openxmlformats.org/officeDocument/2006/relationships/image" Target="/ppt/media/image9.png" Id="Rd84ac8e121304104" /><Relationship Type="http://schemas.openxmlformats.org/officeDocument/2006/relationships/image" Target="/ppt/media/image3.svg" Id="R37bec09c85214018" /><Relationship Type="http://schemas.openxmlformats.org/officeDocument/2006/relationships/notesSlide" Target="/ppt/notesSlides/notesSlide5.xml" Id="Rdb9ad080800247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18d616b8bd4f93" /><Relationship Type="http://schemas.openxmlformats.org/officeDocument/2006/relationships/image" Target="/ppt/media/image10.png" Id="R1aaa1df18dd84c1e" /><Relationship Type="http://schemas.openxmlformats.org/officeDocument/2006/relationships/image" Target="/ppt/media/image11.png" Id="Rae3f3e7ef9cc4d11" /><Relationship Type="http://schemas.openxmlformats.org/officeDocument/2006/relationships/image" Target="/ppt/media/image4.svg" Id="R8f4a4137c3844c51" /><Relationship Type="http://schemas.openxmlformats.org/officeDocument/2006/relationships/notesSlide" Target="/ppt/notesSlides/notesSlide6.xml" Id="Rb24d563e564c4aa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771c6ddfd14059" /><Relationship Type="http://schemas.openxmlformats.org/officeDocument/2006/relationships/image" Target="/ppt/media/image12.png" Id="Ra16b905b339248f5" /><Relationship Type="http://schemas.openxmlformats.org/officeDocument/2006/relationships/image" Target="/ppt/media/image13.png" Id="Rc1e311d85758441f" /><Relationship Type="http://schemas.openxmlformats.org/officeDocument/2006/relationships/image" Target="/ppt/media/image5.svg" Id="R00cdccb0888b486e" /><Relationship Type="http://schemas.openxmlformats.org/officeDocument/2006/relationships/notesSlide" Target="/ppt/notesSlides/notesSlide7.xml" Id="R54611896d0a6465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707335275f44bc" /><Relationship Type="http://schemas.openxmlformats.org/officeDocument/2006/relationships/image" Target="/ppt/media/image14.png" Id="R141bce75f46b44d5" /><Relationship Type="http://schemas.openxmlformats.org/officeDocument/2006/relationships/image" Target="/ppt/media/image15.png" Id="R3f91386bf7194a21" /><Relationship Type="http://schemas.openxmlformats.org/officeDocument/2006/relationships/image" Target="/ppt/media/image6.svg" Id="R4fb31dc3360d49c0" /><Relationship Type="http://schemas.openxmlformats.org/officeDocument/2006/relationships/notesSlide" Target="/ppt/notesSlides/notesSlide8.xml" Id="R5d990106ffce431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423fded11b4b77" /><Relationship Type="http://schemas.openxmlformats.org/officeDocument/2006/relationships/image" Target="/ppt/media/image16.png" Id="R326175487060409c" /><Relationship Type="http://schemas.openxmlformats.org/officeDocument/2006/relationships/notesSlide" Target="/ppt/notesSlides/notesSlide9.xml" Id="Rf14e21673077421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928efa50904dd7" /><Relationship Type="http://schemas.openxmlformats.org/officeDocument/2006/relationships/image" Target="/ppt/media/image17.png" Id="Rb19fb52846354cff" /><Relationship Type="http://schemas.openxmlformats.org/officeDocument/2006/relationships/notesSlide" Target="/ppt/notesSlides/notesSlide10.xml" Id="Rea6219fab0e9421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19f4a064a43ae" /><Relationship Type="http://schemas.openxmlformats.org/officeDocument/2006/relationships/image" Target="/ppt/media/image18.png" Id="R45e4a431955d473b" /><Relationship Type="http://schemas.openxmlformats.org/officeDocument/2006/relationships/notesSlide" Target="/ppt/notesSlides/notesSlide11.xml" Id="Rc1d27bad9bc94ab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e4e70ae18d4b16" /><Relationship Type="http://schemas.openxmlformats.org/officeDocument/2006/relationships/image" Target="/ppt/media/image19.png" Id="Ra809be7fbc054bfa" /><Relationship Type="http://schemas.openxmlformats.org/officeDocument/2006/relationships/notesSlide" Target="/ppt/notesSlides/notesSlide12.xml" Id="Rd6832c214d404ad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2da1b20d35490a" /><Relationship Type="http://schemas.openxmlformats.org/officeDocument/2006/relationships/image" Target="/ppt/media/image20.png" Id="R6c2155692ef749ad" /><Relationship Type="http://schemas.openxmlformats.org/officeDocument/2006/relationships/notesSlide" Target="/ppt/notesSlides/notesSlide13.xml" Id="R66e0a2c7323c458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a1b727bc344cd4" /><Relationship Type="http://schemas.openxmlformats.org/officeDocument/2006/relationships/image" Target="/ppt/media/image21.png" Id="Rfd3b07d2a7df478d" /><Relationship Type="http://schemas.openxmlformats.org/officeDocument/2006/relationships/notesSlide" Target="/ppt/notesSlides/notesSlide14.xml" Id="Rb1a4b372569c445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7116c673b431f" /><Relationship Type="http://schemas.openxmlformats.org/officeDocument/2006/relationships/image" Target="/ppt/media/image22.png" Id="R3c82c7c879e0473d" /><Relationship Type="http://schemas.openxmlformats.org/officeDocument/2006/relationships/image" Target="/ppt/media/image23.png" Id="R722f30c7f6d24d58" /><Relationship Type="http://schemas.openxmlformats.org/officeDocument/2006/relationships/notesSlide" Target="/ppt/notesSlides/notesSlide15.xml" Id="Ra0322c2c775147c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F57930-B97C-474F-8AF0-06F7A69A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DB65DF-DD9B-4FBA-A5D4-D6FDB4C8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A7483-F21C-47FE-8E73-A00713E3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7fc7a0f8e4426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6A0B50-E33F-4F65-AABF-82B74405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31B009-8282-455B-BB20-A0E3E02A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879b83fdf14c7b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1ACD19-8202-44FF-974A-635EF3EC0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97CCED-E3F4-44E5-AAAB-5B32A87D1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230A25-F9EC-4646-A9BB-B45A0470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E1D859-FCD8-4E3C-8DF5-D2899963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EB36E1-472A-40AB-8A76-8A0A94E5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F0F091-1598-4D49-9DC6-3DBFA239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F6E994-B774-4BE5-B191-5C26DDC0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FB518B-6985-4B3C-96DC-9BA36879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09528B-BE56-46ED-A178-9F164896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7413340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C52B721-BE7D-4F73-AD8B-9BDCC7D6A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E52546-CC69-4DAC-996C-DBB4751E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2921A8-6C76-4C67-B8E0-4D3B9AB4E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C9A4B6-D62C-44F2-860A-1C9892FB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6CF9A1-93D3-4F5C-A5AF-B01BA94F3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4a8c9781ab414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66925F-5C32-47E9-8A92-45A3E083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8FF67B-67DF-4408-9FFD-8510E904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DCA1E-56EB-4FCE-9778-FD666749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D1E6E5-128B-43F9-98BA-A036B1AE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F447C8-7B48-4363-A321-DCDE0B55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65708B-0CA9-4DE4-AE48-A82E5F98E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3ADDE9-6AD1-4D69-96A3-98445F99D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2EEC17-46CB-413B-B952-6E9FFC9E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718FB3-1A06-4E8B-8BF1-C4FD25EE2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F5017C-CCAE-4947-89EC-9CEB504B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40FD8D-7A64-4698-B1EF-B95BBC55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14025C-E399-42A3-8B95-7CA86A48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3FCB0F-FECD-42A7-925B-619ADAEC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4FB631-4A7A-494B-8F7A-CF996ED1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E25C10-BCB0-4958-8C89-E69FAEF4B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ABB231-5CC2-48FF-B281-4FD5E394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CC7F55-941B-4169-A5E6-EC0E7839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D4281C-58FA-47DE-8B83-BD63FF91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D6014F-AC21-4124-9C8F-851CA09A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BA6399-1A68-4E99-BA0F-3E3F0E55E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EC1C9C-D071-4C1E-A91B-29A66BDF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317356-061C-4B14-A7BC-C9C45A06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7FDA55-974A-4F9E-B621-7CF23BAED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D282CC-6DA2-4A56-95F3-16EE85588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CA6CAF-560C-49E1-908D-D6FDA6D40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9EDF6D-494E-40C6-B15A-6E1D2904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7EBE91-D47A-4C00-B372-AD36CB98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FDF809F-8AB5-44B8-95B8-E26E80915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F3974D-8A0A-45BB-BFA3-4F8F5AECD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B82EBC3-4A93-40C5-8275-D63C8EF1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A8341C-C3AB-42D2-88A0-35B10439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B36515-738E-42EA-B7D9-A6A02110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6E85010-32F6-4C27-88B2-1BF9A56E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06E22D-4603-47C0-B256-832A2553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E6F45D-294A-4985-8368-02732E53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20948711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3F4D31F-83AB-44F2-9B45-912643DD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FB84B3-1471-4D3D-A96D-FAEE8382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176199-F4C3-4DD1-AEDB-BE4BA9C7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1F932C-1ABB-4C92-B957-B9A15EB49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81ABD7-6C76-4849-B93F-232AE617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ae35ca82c0470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2AF7EE-FFE9-45F9-AF4D-5B6E1E26A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930A9B-2925-4CA8-BFEF-009F5D50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121682-6703-48FD-94E6-1A46B0983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7EB335-A82F-44D5-A7BB-8E85F99B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3D76BD-2E42-4D47-8C98-E9BA19F9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779520-9E4B-4BCA-BAA9-E34AC797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4CBA45-8CA9-4F12-A3F5-F910EFEF5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BACF55-9380-42D7-9C9E-D3573BB2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55A573-A1CC-4F8E-B861-FC39439B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FCB981-D6F3-497B-9057-FE5A5DAD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DADE30-0283-48A0-A850-BA7D184E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E72620-86B2-4BB6-83EA-63DAE696A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09D6D7-57F6-4360-A9B6-989C9C2A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D64BA5-CDB5-4853-9F28-6FFB382D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F4272A-CCF5-4449-9149-BF8C548E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5EDA80-A8C3-4081-8385-9D539E39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DF6A98-C17F-47A1-85EF-986A9990C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F3F315-9BD9-4D56-A6FB-D60D2117E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825D8F-EB98-4389-B0B4-012861A3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9FAE0E-F8DC-4EA2-9963-AB6F3DE1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6B496F-53D9-44D1-BF85-836DA90C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03BE1E-F946-4689-8D23-3E2E13C4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75C18C-13AB-4140-B18C-CC0F467B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C52C0D-ACAE-47DD-8535-A3B7DF95E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BA9193-C4FB-460A-9E80-EB92AD5BD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F3C4339-BE9A-4657-A8A8-FEBD9220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ABA67E-FD32-47EB-AB18-2FA72960E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81449A-0862-4D13-919A-585A0D95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3D1F31-7104-45A8-9A88-DC7775CB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3004BA4-4E39-4207-95A7-CCFC0A441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1C6BE7D-5D66-4462-A48A-26C0CBF5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e33d9e0eb4a26">
            <a:extLst>
              <a:ext uri="{96DAC541-7B7A-43D3-8B79-37D633B846F1}">
                <asvg:svgBlip xmlns:asvg="http://schemas.microsoft.com/office/drawing/2016/SVG/main" r:embed="R925264f292b8473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393BEA5-A430-49AF-881A-7C46DA8A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1689D24-6340-4305-9AB3-0B93595F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6EF37B5-E278-4C6A-A43A-91098378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C63F389-BF89-45BB-A6E4-34F4DBCBE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5FBC76-22DD-40E0-85FB-608FE443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178FC94-1453-435C-8100-F8246C95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19851A0-6788-4B99-9570-3030EF9B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D32A589-F612-4168-B253-2BF305218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B8ECDF3-AEDC-47E5-9CDC-6D3110B2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4B44B7-6858-4333-B7F9-5323199F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47237C3-7CA5-444C-B4A8-077400D8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996880E-D786-417C-8300-0AB9B44E1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FF2C56E-9D55-4805-958E-333AC818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0E5FDCD-209B-4884-B871-A4034FDE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0597033-F3D6-41F1-AAB9-0EC1481D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DF6FDA4-3661-4826-B1CB-51B182D1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CFEF32A-3E2D-48ED-B9D4-330DB2F2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BC4DBB3-23DC-4B11-9004-91384926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42DE707-2775-418D-B856-8551A051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E1F496E-F8B8-46F8-8FA3-8E62858E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DEA306C-43EA-42EC-A01D-8CCE1EA4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8EA8EAF-B839-469D-A9A3-CC98C703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2B0B2B6-2CC0-4A0E-AEB5-78846CB16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C302BFF-26A8-4F6D-BE0A-BCDA66FF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4D40F53-6B13-4DC4-9629-AE6544454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83C0945-39F6-4794-909E-C49C2AF59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043A324-B869-49E8-A022-39513100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1EA0743-B96A-42B0-A08A-69DA2441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DBB1442-9A6D-4967-B57D-C024BE563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B520A40-2713-4805-9DCA-526E853B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B84AD9B-39DC-4661-8741-8743E7EC0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F64204A-D8ED-455C-A19A-A1EB277E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CDB5068-C56C-469B-BAC1-FFCA8092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364B4B4-7689-4D97-ABD0-97886950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4300465-CD17-41F2-AE55-3E0B8DDF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9702D3A-CD62-4FE4-9DE6-7D496C5F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7064393-D312-4E26-A903-CE210127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23245509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4FE213-6668-4DB3-8A7B-4A4D688A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486BDB-7F77-439D-811E-57254384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D20174-EE63-43F0-84DB-50A07514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32990F-F4EC-4303-B09D-37A8F8F9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705745-656B-4C57-9216-E0853527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c114cce10d49b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F83857-3E92-4E9F-B68F-5AC21D27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8A0D69-B53F-4F11-8F22-68A351EB7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708298-1B5F-4B81-B11F-6C288C63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B86265-41E2-4D54-A600-C735A2F9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5AC5FD-D1FF-472D-B0B6-30ED4E68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d1a1e1bb274939">
            <a:extLst>
              <a:ext uri="{96DAC541-7B7A-43D3-8B79-37D633B846F1}">
                <asvg:svgBlip xmlns:asvg="http://schemas.microsoft.com/office/drawing/2016/SVG/main" r:embed="Ra776644d4d0643e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447D94-EDA1-4AFB-9DE7-F0ECAC217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5F17E7-2F88-442D-9D69-0EE7888A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128008-41B8-48BE-B901-0FD716660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3DE3A3-F59B-4C3F-BE4F-F748B27E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BE9344-6690-4F2E-A74B-EE2272E4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0A3022-2A79-4911-AD06-0B2D0083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2B9637-1CE6-444E-B9CE-C0E905D19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3E8D85-8070-40DB-9AA7-C6483036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E78342-7EC5-4B6F-ABFD-2FD06D43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604664-3386-4F0D-B16B-BE04187D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F3D83C-14A3-4BD6-A24B-291CEBE6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9BE146-472C-4438-BE38-634ACCBB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F610FE-5584-4BFF-AED1-77B596362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CDB80C-736A-40B0-8DB9-1266C61AC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09030D-42D4-4F49-AEA3-AA0950A2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BC4AC9-32C6-4E38-B5EE-C1192927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AF0DBA-A966-4948-A65D-325F2A96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9233793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76D26ED-14B6-4A42-B323-05B56126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1FE93F-87C4-493E-959F-5DD7957B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4C4045-4892-4FEA-98B1-06CE251C1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EABB58-3F1C-45CF-8EA2-34A5280D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8E2F16-34E0-493E-82A7-FDCE6EE0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4d38528d1346a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480AB2-5D57-4D34-B941-84AF7DCF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BA8FA6-73BD-4C02-B2F2-69E6A2E9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056899-6CFC-489F-9B01-F0B17D37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A19A84-7B5A-4DA5-B1AD-31411E41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FFC92B-C790-4290-8954-E4C0F0DF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ac8e121304104">
            <a:extLst>
              <a:ext uri="{96DAC541-7B7A-43D3-8B79-37D633B846F1}">
                <asvg:svgBlip xmlns:asvg="http://schemas.microsoft.com/office/drawing/2016/SVG/main" r:embed="R37bec09c8521401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1439A2-073D-4901-8E9E-D15DA9E1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6E92A1-69AD-4508-95DE-8D1B8918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94C223-005A-49ED-9429-6090CCE0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4528C3-E9C6-42C7-86F9-37B7CA0C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CF4820-F7F3-4ACE-86DB-310A6775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CDD834-BDB0-428E-A9B7-E7C303C9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65863E-C847-4CA5-9DE8-89FF27A9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07D5FB-8857-4409-95A8-FE1033D7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FE5EE5-CFB4-4FD1-9726-6C14955B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ED602E-1E47-41F4-9DD4-ED408268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A9AAEF-CFEC-4AE2-9216-FF7CF2519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390472-6AD9-429E-A9E7-E6E3AD1C9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590472-2AA0-44AA-992B-A24327FB0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D6B501-1A76-4B10-B06D-F38BEEB99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94152C-A46A-4CE1-8D71-8F81B1FD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481EC3-2D22-4B60-81CD-8CFDB21E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FF94D1-B1C0-4D55-A4BF-A6224D0CB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1F534C-5F05-40E9-AA98-91B9E65F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738740-D6CA-43D9-BC4E-81CF2B14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43C4BC-8C1E-4F2F-970D-ADB9CCC4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6828303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198529-6813-4DED-B271-85AC1B21F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6B1374-FE35-467B-A108-7E467EF21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046F64-6E0D-4FF8-A6FD-19212216D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DD22EF-FEE1-4674-8254-6EF352E7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13AA44-0C36-418B-A166-D1CCD805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aa1df18dd84c1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F5E73A-1C46-48EA-9512-BC767BFE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7AF80F-0BA3-4F35-A5F9-29C7A2C7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E1769C-3184-4518-AF5A-63F4D1ED3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7581CF-2CE1-4CF2-B677-E2F1320C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CA4A87-8113-4A81-B2FE-2788A538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f3e7ef9cc4d11">
            <a:extLst>
              <a:ext uri="{96DAC541-7B7A-43D3-8B79-37D633B846F1}">
                <asvg:svgBlip xmlns:asvg="http://schemas.microsoft.com/office/drawing/2016/SVG/main" r:embed="R8f4a4137c3844c5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A4BF65-3836-4D51-A3CC-DFCEF5E8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61C372-1A03-4488-A8E9-3154B772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C10F03-395C-4E73-932D-6A79559F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580F09-E68D-4ED4-8149-E0BECEC3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2A2A82-A07B-41AD-83C9-C994D498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3E1DDA-332A-49C9-8EF6-5F6BB597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4BC595-45F1-4D69-A5B6-57D49EB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FFB996-D9A7-4EFF-A8AB-EC90D69A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864903-8760-41EF-8499-94A2960B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0AD1F1-A0A7-47D2-9903-5619CA8C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84CEAF-4DCE-4474-A474-6E9F5494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7225E7-D47B-4347-B72D-8E7E432B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D41642-B2B1-4A3E-B326-B9FC8F02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069CCE-9187-426A-8CF7-BA535F5D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7473409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168AD9-CC4C-4473-913F-65A41BF2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7F4527-7A18-40FF-B09E-69F89978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52FF63-4606-4906-AB0B-CE6DE2CE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153E7C-B039-401A-93CD-44AA4D2F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867E91-C8E6-4CE7-BD34-B8EEA22F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6b905b339248f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AEAF3F-29BA-4062-BC08-1D9661BA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6BF0BB-BDCE-4654-9D5E-66FA7524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906D53-B940-424D-994E-31882350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59E17A-7FCA-442E-ACB3-6C1FB27C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4AE7D1-4588-4C91-9CBA-C039707E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e311d85758441f">
            <a:extLst>
              <a:ext uri="{96DAC541-7B7A-43D3-8B79-37D633B846F1}">
                <asvg:svgBlip xmlns:asvg="http://schemas.microsoft.com/office/drawing/2016/SVG/main" r:embed="R00cdccb0888b486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5963AE-9E86-44E9-AC88-952BFDD0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8ACCC9-FBF8-47B4-BD3E-ED4FB6087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873211-C7D0-43F7-8743-9D2B1FEA1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FE56E-0D68-437D-BEF3-B340B1BF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8A4B4A-BC4F-44FA-B9D3-91DD8A79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FCEBA0-B19F-4874-9515-E73FEF16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098B6B-D3F2-4D2B-90C2-F62CEAC3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15DA08-AC16-4A10-939B-78C14BEB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0A28F5-C177-4761-A73A-08D892B17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7AFF66-B135-49B7-8ADD-58A1EAE6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F92C01-4177-452F-A456-2AF497AB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2A5DD2-26D1-48FA-BEAE-E3D2C999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0DBB6B-0050-45C9-BAA1-71B3B085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5DC393-2871-49FC-B74B-99300985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7097699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E69DD8-5405-4985-ADC0-D55B66F8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7B3973-651E-43E3-AE96-C3608F98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61266A-BEF8-4A9C-9FDE-BBFA9CDA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09F6C-3B6C-46DB-A23E-585E04F5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44AC5E-B5E6-49D1-A0A2-DD5382DD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1bce75f46b44d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53D521-3032-4FEA-8C1B-16A94DEE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8DCC40-D09A-4987-8241-6ED7B5F03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6A1199-E266-4332-9E27-FC17FBE64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461F20-A933-425C-B0FB-C1F70047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F64B11-8704-4708-B2C6-5BD23FFC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91386bf7194a21">
            <a:extLst>
              <a:ext uri="{96DAC541-7B7A-43D3-8B79-37D633B846F1}">
                <asvg:svgBlip xmlns:asvg="http://schemas.microsoft.com/office/drawing/2016/SVG/main" r:embed="R4fb31dc3360d49c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8059C7-B332-44F8-80A3-E0E43B91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2777C4-4CA5-4536-9411-618FC096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6A1F58-43D9-4C59-90F2-A0BB3C0D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03A228-8141-4C10-B90F-54260DC0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CE16EA-0B25-4BDD-B693-850B9448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0A8412-199D-4090-814C-56046D928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CFE3A1-08F1-48F1-9AB2-B396763D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F7E787-BB95-4E7C-A16B-5B1BBEDE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01070-061C-4184-8661-299F981F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C45F83-4133-4AEB-A4E9-5120F1F1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AE2A18-655B-45D3-AC18-BA3E69209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543AC8-B841-4CC5-AF11-665469F74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98E475-D9D7-42F2-8047-DFE834E4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C572B9-41E7-4CA9-ADFD-0ABB1E47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24513F-D09E-4F41-8B6A-FB88DDA4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FCBB88-A3E9-4DF8-A002-C79E4B35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64D81F-3E60-47A0-8EE0-E4BCE972A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EE4B99-889B-4221-9E8D-0A16B3A8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FA98B1-AE03-4139-91D9-04CB36E1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D20128-6255-4212-999F-4BFDC240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E34C75-6A49-4835-B915-29D5EDA80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F9389CB-D043-49AB-B618-3E5D39E5E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20360827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71406C5-1EFB-4EFE-AF40-4E48C6319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CF4A7F-1625-466C-90E7-51D3EC3F3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9706FA-33D0-4B39-AF56-9F436F69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357662-A99D-4A29-BA66-8FA9B70B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82EBE4-3765-4013-9891-EBAF9423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175487060409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AD3D35-3A62-4DDA-9761-0FCCDA16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BAE986-D405-4181-A9AC-118EC0CB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B5043F-734A-45D8-9CF5-5220DB80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C08D92-94C8-4AFD-8A38-9EF71D73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03813A-A618-4CF8-88A2-9AC0466A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34EBF1-64A8-4340-A04F-A6834C9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B15B44-EBED-46A0-9E93-48CF028F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A00862-7FA4-4721-83DE-8AB15415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09529E-4320-449D-87D4-4CE60910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9BCDDC-F18B-40DE-BCAF-ADE24615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A2872C-FE0C-4F6F-8651-78C8043D1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305427-EBDC-4ADF-979F-F09FFC8E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3DD4CE-8CE6-41B5-8E8B-BB9C17193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70637B-F21D-439B-8B6C-4C5DE7AF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43BE22-27E0-4F28-9D31-98234382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7F5A4A-A525-40CC-B77C-29C4FAAB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D4CD3B-79AB-4E8B-AE66-30D808E2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BE5ECB-9235-46B6-BFF0-D90B2CA7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31E208-A5B7-402C-BE21-4DE13D5C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7FD31B-E972-4BC9-B66A-2AF4E4A1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888667-66CE-402C-9414-8D63A66F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4E2D11-2029-4386-AEFF-3A1B887F5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4DB651-A75E-4EFC-8D44-1EEF8895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90FCD1-E2FB-4602-A405-42F4B6A5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099695-3AD3-4FB0-9E0B-24574458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1061F4-1494-471B-B092-8D9EB643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FA0779-31BF-4BF8-BFC3-5A715F2A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37CD2F-B4E7-4A4E-A5E2-26DF85DA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2E78EBB-6D82-4C90-B1B9-1C140BA8B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E61D23-D7E5-48AB-92A3-71C980F78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10DE64-7C60-4E48-A480-5DDBD097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5BB65DF-601B-4EA6-94DB-12BDF2DA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7BE59D7-0152-4D23-BF6B-3D9357A8B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DC0E75D-B774-462C-86D7-721165F5D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19039CA-6112-482B-8FDF-30F967C51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86D1FEC-5946-4282-A865-D486EE68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0B6001-B513-4D94-8D82-217FFA33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1C5BDF9-2EB2-4D69-A121-B2A269EC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832C25B-2252-4622-A0FF-0288BC91C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51CC1D9-3E9B-48BA-8DFA-182895CF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218FAC3-25CB-4010-B8DF-5C6AAD9B8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11BAB07-497D-4F5D-8708-BF15E3C9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F06BC35-ABF0-48CF-9B8F-EDCFA382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2FC3987-B347-4A39-997F-C3CFE8E4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EC5DB96-F602-4F1A-A423-917BC3F8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D438504-405B-46B8-909F-4CA080E0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9E060CC-8415-4DBE-8E14-59D962A8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973497D-CBC7-41DC-8B5D-9D9B4CAC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D80165D-8EB6-45C2-9F88-CC0A0F21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4DFAD47-26A4-4098-87F4-7F4C530F7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1B7E0F0-36C1-4A17-8393-1C6A156E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49620B1-CDB1-4A0B-9D6A-1F1955F76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395D2E6-7219-410A-9ACB-170FBBB8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43DF596-45C9-4841-A519-8C78B560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8A42919-4BA2-426A-8786-30C32C31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E0A41E1-DDDD-48F5-968F-7BCF8FFE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6094BA0-EA80-4FBC-A1C7-7EDAF57C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8FE5BDA-57A4-4524-BF54-C02A1C42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1AD0114-BA10-4D14-A2E4-DEECAABB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7E69DE9-E578-46AF-BA17-05A2CB8A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555764B-4280-4EA1-951C-BAE7A5ED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34EFD1B-E8AC-4AE8-82B3-968D5915B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41A999A-998C-4FB9-AE98-634B55B4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C0F34D5-3BF4-4313-858B-4B647B46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05B62A2-3601-46B7-BD6C-D92CF0D9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B423D2E-83C9-4C95-A711-55754578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3537CC4-5912-413B-96B0-DA157100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7329820-82F3-40FC-A94C-36C93D28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CA8DFE4-E5D5-4EEC-829C-2749A975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8D17A06-FF74-4039-998B-BF5D23A78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AA3B775-4A04-4BE1-8749-85519D83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8EBF51C-D1F3-4903-8287-71A009F5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6354FD6-49EB-4DB6-8E88-48A9DED7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4BF69AC-C11E-4DEC-B1F7-BCB72E01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BC4857E-F8BF-4835-9E6D-69C1A7797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9436D06-9B0A-45AB-8AE7-1830FAB1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F1E96A4-ECF9-4277-AD55-ED43BBF4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B272B2C-50BD-41DB-861B-C61DF4E4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AAD8F87-648E-4669-B66F-50FCEDD09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78F770E-2870-4179-99EA-1A91ED4B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B081FD2-03A5-43D5-B604-478F55E70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D100419-6C47-4A68-9397-09405CEE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282485E-43C1-44CF-9CDC-0914628BA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6D5FC40-804C-43BF-9ACB-EBC29DFE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F1C6F9B-567A-49B4-AA76-86AFFF29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AA28468-D800-4672-9464-3BF8DE154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7500F0A-7012-44D4-B7D3-1D4B32E8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0601EB5-47D2-48AB-95E0-E29FC065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09FF0A1-79FC-4AC8-9999-ECA65F15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2925A00-8E8B-4308-92BD-A36A18CC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B492ECD-ED50-4B74-BCBF-BE8F0F5E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AC468F59-012D-4709-B9E1-636252C3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9E79B0B-352B-4580-8B51-49B32676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A20C98B-4883-485A-84E1-5B7373A5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013E75D-F306-44EE-8E04-6692AA5AF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200961915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7070BA29-34D9-43B3-83BD-ED678693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4D870B-2077-4675-9947-46D2DC77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AF7E2D-2FB5-4043-A820-15DE9FA35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23AEB1-8C38-4DF2-BF6D-F7D91593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CC88B9-9632-43E6-AE11-DEDE4563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9fb52846354cf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B54F17-480B-423C-B9F3-7CAA5FB09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6F9583-4BC6-4AE3-8579-BC70317A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AF583F-8255-4792-984B-DD53F7951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B87DEA-CCB0-491D-A7C8-C95D8072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EDFF63-5581-48C8-A733-18E2A20F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143197-5E16-4F54-AC5B-45F826B4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A182C8-76C5-4494-9E14-73F363BA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6565D4-1B82-484D-82A1-44C95041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41C708-9ED3-4BCE-82ED-0AEA20E6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307FDD-D0B2-48B4-831F-23DE40E1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F825EC-D215-47BF-8D7C-DAAD1334A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CA5CF6-9CD2-4D26-B013-0F7BBCBA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C250F0-9EC4-4D9F-B669-6EC17307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C144AE-9365-49F0-97BB-A75ED18B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DAD4D8-7E12-4F09-9DBA-D61F701D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F1D7F2-A58C-4920-868F-49514C02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AF436F-E013-4EF9-87A5-305364D5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732F6F-32EB-4785-B9BA-CC06547C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FE5211-82AB-488A-A9DA-4E5548D8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139BF7-87C7-476E-9286-F7010ECF5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1E451A-BC02-4518-8DDF-6E86E1A3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F8125F-ADF0-4521-9FD8-8E4D9DE62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F46DC7-8094-4D48-93C4-FDF64C71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C28D7E-E289-4AB7-A9A4-6EBAE67A1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AD71C1-3BC7-4AAB-9CF1-6366144C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DF3CBA-2DF3-4C8A-8534-7383DBE7A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B9B2DE-BF23-4801-A751-66F494A6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AA3182-7B73-4877-9E86-94A37FB46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A8CC59-72FA-43EB-95C3-042F96AA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ED81425-7410-4E93-8017-B181D4E10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D455F66-9051-4456-9D2B-210564AC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0628BB3-0D4E-4EE1-A867-618EA405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33B8A66-6862-4D6C-A148-010F98B7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4A8D9D7-EE09-4E9E-BF04-BE1EA1B3B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D6AC9B5-8869-48DF-BFF1-808EEA9D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8FBC76-6431-4A3A-BCD1-1A1891C3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B907911-F3AF-4C92-BCC7-B193069E1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B01E651-0AF1-417D-BA1D-AB8B3FCA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07045DC-5C5B-4B74-B3F9-3244477EA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CB8892E-A1AE-482A-A563-E81B8E3F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DD8BED9-0D6D-44DD-A08F-0D5867843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51CF795-D312-4533-9010-FDBDA8541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D9A6264-B136-4346-810B-FD57D165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B63CFC8-EF3E-48C8-9BB6-28E4F278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DA3731C-F336-4CFE-86E4-AC68CBDD1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A3F4CDF-736C-4FBF-B638-80E4D36E0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B58CA0B-9098-4425-B240-B907A3B6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D9F8DB9-3DFA-472C-82A3-8F54DB57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FF0E455-DDBC-4F70-814D-BBE409CA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106568E-BCAC-4BD1-90EA-7B2E34A8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A0AFAA5-DF84-4FD3-AEB0-BD3E071C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4C558C9-BFD7-44AA-85CC-977DCEAC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2913C64-141B-445B-A476-E94C0D42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E910140-5808-4265-BF31-F6C1EAC3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0EA57DA-44A4-4C71-BFB5-F067CA8F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1949D6B-7ED5-4DD1-844C-14FC90DDF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CDD41BB-8E63-49AA-8F7C-7F26437C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78849B1-A8C6-4ED7-A100-25749E73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54326D1-AF40-47A5-9631-DD439DCC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03934D9-2618-4AAF-99CF-2E22BD6A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9B139E1-1DBA-4937-BE68-4BAE9B99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9E4C199-A4AC-4213-8434-9179D4F5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7DA8331-E06C-4CB2-B47A-8C65E60A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047F5BE-19DC-42F2-8B2E-3DCC11396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11102CA-D9E9-4FAD-8CD0-DE60C695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3AE0AC7-A154-4180-80C3-0C95087E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B870B55-07E7-49B2-8921-4B52F743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4DDF763-B06B-43E0-8FAE-B5B64B35A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4447FCD-2DD1-4405-AD76-F2B981ED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FA3A10F-9C4C-44F0-8E62-EED0151F6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7F8D1E9-DEB8-4421-A0CC-9DBC2F5F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E540F63-E7AE-4F79-AA9D-8440A5DD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1EAEBAC-9B50-45F9-8155-8506260B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5CF4D16-CCDA-4372-8557-73B011B3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FCCD731-72CF-4E59-83CA-E2CFB038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E8AF849-94BF-4524-87D6-003E3670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1C5790A-E356-49BE-9DA0-990D347F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EFB6A6C-9C9B-4305-99EA-0969F229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990F897-3461-4A3D-A181-174A301A4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64468CA-A34A-4E14-BAFA-471F74C07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3A5FCA7-E110-49E7-919E-02CF27CC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21C5B93-933F-4E29-829B-CDD75988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4754CD9-930C-407A-B39E-F960B64E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303C4D5-1749-449A-8169-5D07EB394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7D33B6F-BBEF-4343-80FB-69F4438B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6BCFCD9-6C40-40BD-A9F2-A31478F9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D52C628-95AF-4889-B8EF-13A1AE94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39900B8-3009-4446-A2ED-9E7F1169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881A40D-C238-43F0-860C-205101A70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1DF8C1E-1F7B-47AB-99FB-E1BCB518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01BBD66-F20A-41C9-84D7-702A841B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40DA8F9-0380-4937-85E2-EF4F760D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4BA92B7-5A46-4490-8BE0-A96396E0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34AD250-E9E5-4848-A115-53D65C3C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EF5F0D0-1220-469F-A449-0DB84586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867CD65-2BFB-4900-BBEC-D1938E896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141813009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E3CA142-9A71-43D3-8FAA-3C2A230E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892849-596D-48AA-AEFB-EA75A7C8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F4B701-DBC1-4F26-9229-82CA26D9E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44BEF-8D79-4BEA-8203-026539040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8B09B3-E4A7-42AA-8EBF-4F126B77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e4a431955d473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E2D24E-9D51-4C71-8755-64B65784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B7D76C-1DAA-4867-9081-A2DA97FF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944E5E-16E8-4E05-8E47-99B54FF3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A5CF12-014D-44BC-B997-F6EE545BC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21E0EF-87A8-45EB-9D51-89AA9928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B09A80-3B6E-48D9-94B2-982DB6D2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59D953-D148-497B-8BA9-FD0D13CE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4C0C91-F4D7-494F-9EA8-3F6E3738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B7BB76-CD8D-4C85-A2BA-16957DF1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3CEB9D-A660-465B-ABF8-C4D4B4FB5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6DC14-5362-4305-AC81-C49A3FCDB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9AC1F7-C356-472F-8EBC-4730CA8B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9BF054-817B-4A10-8E21-05AC83211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1A32BE-F3F2-43D0-9710-6C8F0202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618242-4370-4CEF-A697-3DA941145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CFD92A-E6FD-40CD-A9FA-43DEFD46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A5EBB2-6D4A-41F0-8762-BDA04F6A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1D5807-BC02-4831-BDE5-4C0E80F3B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816C03-7BA4-4747-8941-CD365CF4A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EF594B-32D7-4CCA-9080-1ED6D1FD0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9B0D0F-A5FC-4CBC-B00C-E3D3D542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4DF660-460D-45F3-9D90-4CDE8FD3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B9D286-E25C-4467-9CE9-CDC81653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A3A331-6426-46D9-BAF6-6D86C794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C44C33-0A9F-4F0F-8016-43EE8703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55FF6B-ADCB-4F22-B942-06DB0345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3119E4-6646-435C-B547-99ED465A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9E16E9-4BBD-4011-A208-FDE02CDD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9A713A-E27E-4F47-9C6F-2E3E61287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E37581-7D98-437C-ADA4-87683719E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644693-D29D-4D02-A1D2-CFF7212F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B36A258-68B5-43AC-8DAA-B6711BE4D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F799516-CF95-4897-8F01-57FBA35D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9FBB87D-8F70-4C9D-AD45-E6654284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116299E-5532-4E1F-84D3-34D6AE795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55369AC-27B5-4AB0-AD33-5DF419C94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61A6618-2871-43FE-BB3B-E0A69F3A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0C20AA8-3DE5-4483-9BD0-1B4FE33E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DEA5EA3-2247-48D2-8996-5340CC2B6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FB5B9F0-A991-428D-9658-B7301C3D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90CB58-2AE4-45D5-9432-023B1B0F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04EAE97-D88E-43CB-AFBB-63ABE0CA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1CE04C2-396E-4513-9A52-AB7F8913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7849B63-AA8C-4E88-AFB3-476B1AC73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BEB941F-D469-4E45-A274-7FA45815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ED7BCD6-5A0C-423C-98E0-9B0C6562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1225A4C-0E72-413F-BCD9-D9C47195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01635D5-7EDE-4DC2-975E-5565736A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3C4983E-32D0-436A-9018-3199913F1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38E595-63FF-4BE3-89E6-5F50A3A6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52E3D81-86D6-4CDD-B21E-A4FB8C47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40AB8C2-5BD8-4A52-AEDD-2DC259A8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CCBE31C-1D0D-4A3D-8136-725D7D5C4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BD517AD-411F-4A7F-B824-503C0D46E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3DC76BF-1EA8-4264-8CB0-72F8EBB6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6E4F919-CF71-4B34-8E37-6CCC1F62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DA8271C-3853-4A57-812A-437EEAF4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28201E3-947E-434E-A9B0-C2953ECF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8475E1D-5EB7-4DCA-92A9-911CCB71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0E299BA-77F5-464B-8D3D-F262766FC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F035457-84F2-4DEE-BC8E-1F01446B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F280E7D-38FE-484F-BEE5-A1672C0D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9604265-7361-4154-B66B-5BFCC322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12A16E3-EEC0-431C-8C51-26BE7D26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43AFF1A-C89C-4E4E-993B-296E648D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A8525F3-3CE8-48DB-AAD6-88922DF95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1705002-037E-4765-B763-D72F7DF8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FDBEB0A-CF01-4A06-AD9E-89EBFBCAD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A0D1376-BB68-4375-9E91-32B68EE6D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70AE963-B533-4E17-9ACC-48EC5359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5ED15A4-1DF7-44D9-ADCC-8A6AC6817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C6F243C-CA27-4967-992E-FEA2C7EC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3A74465-9940-4334-95DF-4085BF5F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251D724-A60C-4E06-98D2-E477E92F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19453E7-DC88-41B6-ACEA-77DD2F384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0BD2D89-BF20-4043-BE8B-78944C18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EE768F8-8E4C-4380-B316-3B643324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E56B52F-A456-408F-A46F-4FFF56609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A210979-7BD1-4A3F-A1CC-323374FF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FFF381C-6741-4219-ABE6-56F9B6A4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6B09945-6B63-4F8C-AD4A-3EAD74E3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98029EB-6039-4A9B-A5AC-AA9FE15D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4183CB3-A480-41E9-9550-5AF96F52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6FF8DE0-BB3E-4027-9EB1-6993FD68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3BA8D4E-BD19-49BE-B046-6905A813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0B182AD-2E73-4020-9C31-CF6616E0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25CFB70-F9B0-429F-A5AB-92A45DAAD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A4E7922-FBB3-4697-AEDE-4313A45A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3302078-67B2-4FD5-9AF4-D139C24F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81CC15F-DE3A-4C5D-9CED-A4108BF7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CF62D23-99C3-4738-B2C7-8CEB267A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1794218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6E0992C-4345-4D81-80C6-D9728A131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CD84E3-B2A1-4C74-88E3-0DB5534F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C8369B-FEEA-466A-9C2B-C7BCCD492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BDA3DB-ACCA-4C66-A1E9-F65832ACA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89EB9-5705-417A-9842-36FE0CE1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09be7fbc054bf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B7B6E7-679A-4E78-9150-51E658F9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D9DB75-56DE-4F6F-90CE-5D155DFDE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D0D286-87FA-4DA1-98C4-F67BE1EB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631CC4-0B90-4667-9DDB-C1AD0AFDC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2382F9-ECD5-4F57-9004-E927939E3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DAF140-0FE7-480D-A256-05DC6C2F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60ABC5-0B98-4557-8844-C303DECB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5771A1-532A-4A2E-B844-F43A01085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054E31-4049-4E13-B8B8-30CEC584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0C587C-B66D-48F5-8F17-3E9F1293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35C999-6077-40E5-BCDA-F619801D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835A2F-3C94-449C-B3DF-6D3586D20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BE3D8B-9E52-40BF-9087-DB4F0DA9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D3D3E3-6F57-48EE-A3D8-463E14F0A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831766-ABBB-461E-84B7-EE4D11BB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F98BEF-25AD-4FB0-9995-644FA77A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599AB1-0B9D-4C03-AAD8-A60E9F054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019E06-0150-4DFE-A71D-7BFB3B66E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781AAF-701D-4272-BC10-E0B6EC95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04887C-EA63-4F75-8387-4B192BDB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214924-6542-44BD-B645-3B977BC8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438D40-8C76-4F54-90BC-AA78F7C75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A8540A-9E21-4957-85A9-2018FAE2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917495-DB6F-424A-8992-76FC17BE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CB31DD-E0E3-4338-990E-E2478F25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9ACC0A-51FB-4E66-B80D-7CC332680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420D94-89AF-497F-9455-312BAA297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F361F2-19ED-4F53-920A-B7A120E8E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FEDE8D-6971-4DF2-9C44-8D0933F8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D56DEC-7FE1-471E-9B94-DEF63A554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7D33383-9C08-429D-8238-B37FC334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BAD7E15-95CA-4B24-996C-AE1EAC01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BBC048-0F5B-4DF3-A05E-F3EDE77E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CC744C-5FCE-426F-B07A-FA5B7AE1A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F37D02-B9DD-4C7F-8F10-542F6E3B0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25234F0-8067-4461-8A2C-6C8B68B1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7330D8A-BEBD-4A4F-AB82-343D103D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6209637-1035-4C99-BFAB-498E16C8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FCEFCD0-4F75-496E-A540-4C15A8417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9D236A8-CA0E-457A-A738-F06FDCD6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037B716-DD36-4976-BFBD-85C29DB1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D44A6F2-B42F-4EB7-B9A9-DC3B069B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3BD4A2B-225F-4198-A1C8-9263225AA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8634575-911A-41CF-98E7-23A483191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8742C80-C6C0-4D7A-BBB6-72324390C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D7D59AB-C176-4819-93E4-E8117ECA0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17899C5-D46C-405F-B3BB-C0CD3AE53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E3C9837-1864-46ED-B728-73BAF043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3DE5E7D-17D3-4741-B023-BBE5888F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63F048F-ABCE-4232-92A1-A5EE113C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0E0F3DB-9D45-41FA-B802-B3466FFD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6AC2405-3469-400D-96C7-754FBBE79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912C86E-4173-4A12-AE80-10559B4E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7FCAC1A-3295-457E-9C34-5B9766DA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D004FC4-8E14-4C6D-BBDA-04238A8D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2ED5354-B14D-4464-A6EA-34F39921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7E88C3B-558F-4E0A-9BA9-41E7103E8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9F62137-66E1-4505-95EE-FB5D96BA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DDC5237-C20F-468B-85B8-7EA78321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7C36F32-B4B8-4849-B625-BE75DC84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EDDC082-A97D-4ED4-84A1-0C7F0813B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76AF448-7DF3-4098-B7E7-FD59C88C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8BA9774-0689-4F71-9040-B11ACE39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E4E9F4D-5369-4115-82F9-E4ACF1E4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9C2803E-5670-4E60-9442-C619923D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0D3920A-8B00-4659-81EA-697F43E2B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2FB0379-1715-43D6-A333-B3C3CDCD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2FCDCA8-354B-4892-9350-9E1DBC8F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6094D55-BB61-4135-8D46-1A799232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19D8C1C-1342-4D36-B0CA-0484828E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3BCAEFB-950C-4D45-9C47-68599FE1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35874FF-1964-449E-B0D4-4EB12621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D9AEB20-8F64-4E1F-85C7-125BFF2E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322B917-1C8D-462A-A3EC-9529E42AF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04E7372-0F32-4EC0-81A6-058E6400C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A5CE864-B383-4720-A856-E82D3123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CF074F1-9435-43FF-867B-985DC1C9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605528E-35CC-4142-848A-6D9E68545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C91D7FD-7CA5-4706-8ECD-AEDF6D4E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4EDA3E2-231F-42E1-B059-28538A46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0F07C28-01E2-4B42-A3D1-0FDDD24E8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17E7FE7-E169-4A22-B3B1-DCF3F362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3B05E34-429E-4559-95F0-35A17CEE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B0C745C-8159-42DB-AB90-F26B47DF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CF9A709-B28C-40DE-92F2-0A570ACBA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F79F560-B14A-497C-9CC1-DC5C1B5E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9F2ECD9-348F-4F96-A30B-AF0C4F94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2B515C4-FC54-4ECE-8C93-63BF76029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33335D9-FDFD-4D09-8C5A-7288A38D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AA1331E-C7F4-4EFB-B39F-F071D4159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0AD7241-95D5-41C9-A27B-EE1A19E2A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841C60A-45C7-4FC4-8E24-715BCF25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1C945CF-6516-4372-B666-C3FC914C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24C945D-8B63-4BCA-8DEE-0FD1C431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63DEFE7-4940-438C-899B-2E70CE8AB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7707664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E2A4CC5-2425-41A1-80A2-FAEC99008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477781-AEF3-4122-AB5F-1751B31B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19E439-70D1-4DCD-B630-7A6EA33B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54A346-8C9A-4A9A-85E9-E722A33F3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D9AEF4-4B19-4B60-ADBF-2F4FB2F3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2155692ef749a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4968C5-E189-45B4-B049-8ED916FD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891DE-D1F4-415F-841D-9FC97388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AAA7DC-71F5-4A91-A1E6-C6609864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807D3-F9C4-40D9-BE5A-EBD088A7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7B7AC0-5FCF-45B1-919F-6BC5A4CD8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74430B-DEC8-4C4F-A86A-A7134B16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92F4D8-E943-4B42-9FF5-D61F8E1C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666A62-4E6E-4D43-A1D7-8BA6D754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EF7327-18BF-40A6-A8CC-E8704A9AC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2B43E7-BA9F-4E8B-83E3-5481F701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F5A3B6-7B98-45DE-8E94-916D3E32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F1709A-56E8-4314-913E-352B79DB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C5EF5B-86AA-48B7-99B6-ACC2B1D3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6DCFCA-A472-4FC1-A0E5-2D408459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2F168E-D34E-4FE7-A0BE-852B77A0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98FC47-1309-411F-9612-4BA9B077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610540-B3A8-4993-BE1E-B2ADCE03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DD66EB-2AEE-47B5-B447-1A4BD1230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16B6B7-DD89-45DC-A07A-FF1434D0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D7830B-58B9-4870-99D9-C07B4B00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8FC7EF-C99F-436D-A529-AD8C2F04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24F6CA-033B-4D14-9AE0-AEB92496E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DB5091-1098-4C0A-8799-75F0226A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E66DD8-5182-45A3-A236-3D19755C9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B46E8C-ADDA-4E58-BF88-CD1E24192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420D03-F6FF-450D-A6CA-8A31A23F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8D0DBB-2507-4972-A331-38F2C66B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D5C18EE-E79F-4FFB-A3E5-7E795789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F2F06E-21F5-439D-8007-F6A2781D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79454E-B5DC-43D1-9A6B-7E2B85672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C65E533-F1C3-4BE8-9BFE-16ECCF41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6EB4D33-A045-466D-9891-9EAD8102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81E3E8A-D514-46FF-B5F7-54FC5367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D766610-642A-4D70-A391-2B5ECE2C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389E436-5B52-4CED-8220-9F78D235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165F44E-CA95-4100-8577-37008513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3D50A7D-0BA0-4444-899A-6AFDDFEC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FBCCB99-8BBB-4133-B31D-9DABBA48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4123359-124A-4A97-8F39-6060DB31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3648D81-5F77-491D-B814-04E7A740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75FBD9C-3D48-4ED1-A3C8-BDCDE3EC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F03FD27-CFCC-4F09-B6FA-E724AF7C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F125088-7389-40EF-BFAA-83642F55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DE622DE-5150-43E0-93D5-D2686115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C3F71EA-58F6-46A1-8FF6-41D278F51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9F1A214-0BE6-4CF4-BCF5-A20C19E7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37A0A04-80BB-4454-94A0-BF7B10E6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6113D36-9219-4140-9BA8-CA516326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39ACA29-D993-4E60-812B-82002601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6873D2B-C1ED-45C5-A5BB-F0ECA023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E9EC3A5-1B88-459B-9159-B08318A7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F081D5D-4079-455D-B18D-F4F9529E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1D51C61-853F-4200-B41F-B2AD1F79E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CF859B6-48AA-41F0-9D09-43870010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A6B51F2-6C5E-478D-A33F-FF9602B1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640B927-EE39-4E35-8C92-715C0B21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164DA9C-EC9A-4EA2-99C4-9A380145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B357529-A182-49B7-951F-0FD73741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42CEB1C-9124-45CD-8B65-D9B15297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09CE23E-346B-402C-B019-13F2C557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B54F7FE-8BBB-454E-B31A-469F7CE32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E274A8E-007C-4321-BA06-FDF26B19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9928E27-9B4B-40A5-856D-7B2D524A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AC5E66C-E4B2-4E4F-9B6F-5DF1C500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8E3728A-D91C-47F7-94FA-5F0431448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B770001-4B0B-4999-93FD-1D98C6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2C4320A-FC1F-46BC-BB63-9EF88BAAA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72EA23F-BB3E-4813-A0DE-F7DB7E3E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D348E47-9AAE-4DBD-80B9-6D996253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4777940-1627-45D2-AA60-D13ADE6E8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EBAB0B3-89A8-40CC-BEAD-1C3809BC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944E8A6-ACA0-4CA9-B1C0-0DA33E0F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BEC470A-BC4D-4136-8BD9-08D49BB6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C506DFE-66C0-408C-A3D6-96A04401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A8FBAD2-2660-47B5-9702-530067C23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F942177-D707-44C1-8EBE-11AB85EF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FA69F18-7B7D-4912-AD3C-B4DD6E61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B54D5CA-610D-478E-ABF3-4A4618DA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5180575-AC3F-4777-9086-5DF069205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F4058C4-CA6A-4255-B6AA-A75F5D8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B40F113-7208-4949-AE18-C68C02280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6004A50-13C5-40F6-AE3F-BDC9E565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9F8693E-516C-4C7E-87A7-EC0BD92B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F43672C-D9B5-448C-A0F8-9AAE2F27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84E61D0-7628-406B-ACF0-93EC69CD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4925DE8-9A0E-4DDA-8480-467609A2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191C41E-E6AA-4B5B-B831-1F53A5AC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4DD15B8-A380-4CB4-9619-4217C40C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CC2E6EA-6830-4909-B5AE-F7AE34731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78432602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2C066E0C-5D15-4E11-9ABD-8B1ADA3F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6441F3-ABFC-48A9-8A24-EE6E9686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921872-35B7-4720-8C81-01214D76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395D75-643F-4015-9BA6-5E54A654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DF3D96-0ED2-44F7-822C-FD9ECD1F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3b07d2a7df478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B432CA-7C07-4F01-ADB8-CA250F3C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10EEFA-07AB-4A04-A82F-F6341AFB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211358-D1B3-4EB7-9349-CF0D0962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2217A1-A015-46BE-95D4-90C0DACBB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ADEA2D-9F60-45CC-B5A7-105113B6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F17C06-11C3-4F86-B3C8-493ABF0D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670F8D-053D-4FCF-9B33-33571248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5A0546-75B7-4F3D-8A42-F651E569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A773E7-5C63-4BFE-8E90-C3259311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0D0FB9-E9E0-4973-90FF-681B43FB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9FB525-EB7F-409F-86E1-C04B990D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935ED-6715-4430-A803-EAAA6D26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A9119E-D440-4DEA-9304-D6E34613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8C02ED-7610-41E5-9188-FFA0E7A2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5E7C7F-8E75-40E0-ABE3-69C8F568C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C8F7B3-7C63-4079-B217-12356867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65CC2B-B1F2-4E84-A447-30A6C566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635A26-3668-428C-9316-5E351569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779F90-0EEE-44B8-B142-207CBE73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E551BB-0966-40FC-A0B9-5043C5A10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73D30D-923C-4FF3-A1ED-D8020D60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6DF3C4-3AA4-40A5-9EB3-BE5B492C6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608C12-4DC7-47E5-A28C-7860EA66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236108-7207-4703-831E-5167BD98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7DDD7E-DD58-4EE1-9462-C1AB8713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606879D-EAEC-4396-AE35-06D983A9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CE322A-D95F-4EC4-A518-7CE81ABD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C549CF-8412-4C65-B43F-59268F26D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C9A33A-6C48-4078-90B5-72B66B87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99D007-AEE0-4988-9DE6-0D6A80F5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C00534-22D1-4B47-B33A-129997A5D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3DC7DC9-FF8A-412B-8AE9-661CA413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566CFCF-D771-4E2A-9EE6-A92C5D2F1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1C2E4B-51E2-4BD8-B3AB-3FC7E9BA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E9FB66-C981-42AA-A0A5-6F53C3FE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F27E1-6386-402A-934B-F34EB0B1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C7D296-155F-4B84-8304-D34CBAD6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2838E78-FC6E-48DF-B1DE-9D354204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5FC6499-571D-4995-AD43-34C92659C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5749EEC-3A16-4F47-86B4-83B4A1AE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DCDD198-92D2-4ECC-B568-DF95F7797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51FDC06-9FDA-4299-97DB-D74241CD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42844C7-9C7D-4F87-9C5E-6B38919E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843BB47-CC34-481E-BD68-408DD875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443A196-59CC-49F4-891C-8A6BB9F9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498E82B-57A8-43E2-9783-8E2783B6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D3C76D0-A396-49C5-AA81-E5E5CF7DF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6905A55-F971-408D-831A-F52933AB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01C9E34-1FC7-4F13-BCAE-8FE13C7B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E98ABA5-AC7B-437F-A43C-842EEFC74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C43E894-67B4-47C9-B9FE-DFC86BFAF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F6E087F-58DD-4898-AFC8-36173FA5A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68E0DC1-A8A7-44FD-AE42-C4534FCA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66B2326-512F-435C-9EB7-1F28883F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F9FF285-B88D-4750-A223-7211F919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E8DB806-C934-4B68-BC85-E8D1370BD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DA1ACC1-A3CB-4BC2-AC84-3878A79B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04E6716-D0E8-4624-8088-5968D39B9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8539B6C-4B0F-4585-8592-FFB5306B5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F345E16-C9DE-482C-BE7A-5284596D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2AF6F9C-5F46-4C5D-9EE3-F9019EE3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5EB73FE-F558-4F0E-933E-212D19A3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1DDAD48-D37D-4472-A215-FD301AB90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7661120-A03F-418D-BEB4-A78F227B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FF8A8F7-77C0-480C-A4D5-ABF15F6D7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4CAB603-A3DD-42F4-92A4-25FD7CCA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A78F1F5-9942-4727-98A5-17CC27EC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8F48238-4C82-4009-89B1-BFF1D300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F4BAB7D-2B39-4CB7-853A-C7562F9C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3615804-ED12-4BBC-8111-6F423BA84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E681E15-C127-42AB-8131-94EB8D4F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563C7B1-63A3-4D0C-BD5A-EB11CF9D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4BDA4E5-F3D6-49E4-8790-DC559DE48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26A4450-04D8-40E9-A6A4-3245C66FA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DFB4379-06E8-46C5-B2FD-72D194D14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C897004-E9FE-45FB-8758-A5E5DEAE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AD4D55B-0644-4CC7-B323-E3CF7C58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2E6F28D-E0B9-41A6-8E50-EFED0D7C6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153D395-993E-4CBA-AC7F-EF8BCC988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256DB97-F60E-4E92-8A5A-7984877A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0A7838A-ED32-47F0-B7F6-73CB50B2B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ADD415D-F261-4B28-9BAF-0BC6C116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37A9103-F250-47E3-AD2D-C42B00D0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DB062C7-496C-4D3F-BB0B-D735A2A4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92C6CBE-3590-44CE-AF7C-DFF53DBE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0124521-E5D3-4284-B2C8-A0D805E7F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6C2228B-F7A3-43BC-88F2-DF86D891A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A21FF0C-88AF-4087-B211-2A1F23FD7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826A6C8-7243-4FB7-B4E9-73A974BA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38EA77E-D410-4454-86DC-D3181A79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817EB7C-8878-420A-B430-2E93209D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48E89CF-3276-47A3-B093-22886A33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631E804-07E1-4AC4-8F01-EF50E85C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FD5BEEF-8D3E-4970-9E60-C2DAA484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B6EF8BC-38F2-4BFA-BE7F-65DD7BE16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DB33AA7-E5F3-4FDC-A596-2005CD5D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7B937517-AC3D-428C-A99F-576C0DE32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033190A1-16F6-492A-9F0E-5BEAE367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40B965C3-3C8A-48B3-8F4F-A9F6E46CB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CDC27DCA-C424-482C-9480-2E7BBCB9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152F7D33-3E0B-4DDB-81E8-2FDD3892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1EA322EC-DD71-4673-9F87-7D67B162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C4F907A4-5DD6-45BC-BCE9-DABFC213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019FD012-B6F0-4F92-B148-0490390E0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1CA2122E-8F96-41BD-B7CC-58E27510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FB59DF8-34DF-41EE-BF14-328DBDB93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FA620311-B6CC-4A0B-8024-04CDA1071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60E1FC02-B574-49F2-A017-E41DC667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409A713-3E68-49F0-B690-C4A8ACA1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A4A4916-149D-4AE5-9C3A-95751C08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889D85BD-29D8-4B46-8E4E-6894B1826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30ACA126-5BC0-49A2-A3B5-21276FE9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4FD4C176-F41E-4844-9153-C42A9CA1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6CA6F06-1287-4AB8-AAF2-F8BBEAE6D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0CDB11AE-1825-4426-85DE-9825D4AA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284F4C12-D009-40EF-BFDC-2B8374CE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5982A58-05BB-471A-B0B1-6ACE98579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6F85352-CA7F-4EED-90F9-9887A38D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64476B1E-B0AB-4EED-82F5-C6020F98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4E6C8B7C-8680-4390-8CAE-7BFF7FFD9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59892390-2319-4311-9419-4CB3331B0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AC04FF40-C75B-4F14-89C5-FA6C5D788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2D599614-48F7-46CC-8497-767596EE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7DB2CBD0-C296-409A-A7DE-66A1341D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DD8E5324-C3A5-4F01-BC92-22009F17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489EB1C3-D2CE-4215-988A-171E2BC8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D48A14E-76FF-481D-AE2B-58267BDB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FC1779CC-4C18-447E-9E56-5BC41F70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82602915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9F0A72-804A-4EC4-B271-FF424F7F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DC075A-E536-4B79-8C5E-1FC0214E3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7AC0ED-ECFA-4482-8939-447C471A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8945F0-3FB9-4D56-BC61-7D6B29D4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82c7c879e0473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C5D4C2-DA7A-4B71-AEBB-9DB00430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D6C6F4-7462-4448-AFF4-975773107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2f30c7f6d24d58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1000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2026-08-25T03:47:01.3190000Z</dcterms:created>
  <dcterms:modified xsi:type="dcterms:W3CDTF">2026-08-25T03:47:01.3190000Z</dcterms:modified>
</coreProperties>
</file>