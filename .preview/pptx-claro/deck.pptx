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421ec91f4e4d3b" /><Relationship Type="http://schemas.openxmlformats.org/officeDocument/2006/relationships/extended-properties" Target="/docProps/app.xml" Id="R42080a6c4b844921" /><Relationship Type="http://schemas.openxmlformats.org/officeDocument/2006/relationships/officeDocument" Target="/ppt/presentation.xml" Id="R367eec11d70749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3ba4cd966f4142"/>
  </p:sldMasterIdLst>
  <p:notesMasterIdLst>
    <p:notesMasterId xmlns:r="http://schemas.openxmlformats.org/officeDocument/2006/relationships" r:id="R173f959ddf464879"/>
  </p:notesMasterIdLst>
  <p:sldIdLst>
    <p:sldId xmlns:r="http://schemas.openxmlformats.org/officeDocument/2006/relationships" id="256" r:id="Raf1fe3bc16da4d4f"/>
    <p:sldId xmlns:r="http://schemas.openxmlformats.org/officeDocument/2006/relationships" id="257" r:id="R29ae3deaa6d04cd0"/>
    <p:sldId xmlns:r="http://schemas.openxmlformats.org/officeDocument/2006/relationships" id="258" r:id="R0996d8d2f0194bd4"/>
    <p:sldId xmlns:r="http://schemas.openxmlformats.org/officeDocument/2006/relationships" id="259" r:id="R0fb9c995e4064829"/>
    <p:sldId xmlns:r="http://schemas.openxmlformats.org/officeDocument/2006/relationships" id="260" r:id="R04146fc7e9dc4e1e"/>
    <p:sldId xmlns:r="http://schemas.openxmlformats.org/officeDocument/2006/relationships" id="261" r:id="R289d9645ae9e4323"/>
    <p:sldId xmlns:r="http://schemas.openxmlformats.org/officeDocument/2006/relationships" id="262" r:id="R21a76d6c901c4463"/>
    <p:sldId xmlns:r="http://schemas.openxmlformats.org/officeDocument/2006/relationships" id="263" r:id="Rdfb5949019e64199"/>
    <p:sldId xmlns:r="http://schemas.openxmlformats.org/officeDocument/2006/relationships" id="264" r:id="R58c0558fd4534b0f"/>
    <p:sldId xmlns:r="http://schemas.openxmlformats.org/officeDocument/2006/relationships" id="265" r:id="Rb6267b87e4e5478d"/>
    <p:sldId xmlns:r="http://schemas.openxmlformats.org/officeDocument/2006/relationships" id="266" r:id="Rba903dcce3664871"/>
    <p:sldId xmlns:r="http://schemas.openxmlformats.org/officeDocument/2006/relationships" id="267" r:id="R8a7ee82c53b9423e"/>
    <p:sldId xmlns:r="http://schemas.openxmlformats.org/officeDocument/2006/relationships" id="268" r:id="Red70ad221bb946cd"/>
    <p:sldId xmlns:r="http://schemas.openxmlformats.org/officeDocument/2006/relationships" id="269" r:id="R5a05ff5ce22d42f2"/>
    <p:sldId xmlns:r="http://schemas.openxmlformats.org/officeDocument/2006/relationships" id="270" r:id="Rbede8e273b7f43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fc504ecfbf46f1" /><Relationship Type="http://schemas.openxmlformats.org/officeDocument/2006/relationships/slideMaster" Target="/ppt/slideMasters/slideMaster1.xml" Id="R8a3ba4cd966f4142" /><Relationship Type="http://schemas.openxmlformats.org/officeDocument/2006/relationships/notesMaster" Target="/ppt/notesMasters/notesMaster1.xml" Id="R173f959ddf464879" /><Relationship Type="http://schemas.openxmlformats.org/officeDocument/2006/relationships/presProps" Target="/ppt/presProps.xml" Id="R5914e0d5c4aa4cb5" /><Relationship Type="http://schemas.openxmlformats.org/officeDocument/2006/relationships/tableStyles" Target="/ppt/tableStyles.xml" Id="Rb81751fca6764499" /><Relationship Type="http://schemas.openxmlformats.org/officeDocument/2006/relationships/slide" Target="/ppt/slides/slide1.xml" Id="Raf1fe3bc16da4d4f" /><Relationship Type="http://schemas.openxmlformats.org/officeDocument/2006/relationships/slide" Target="/ppt/slides/slide2.xml" Id="R29ae3deaa6d04cd0" /><Relationship Type="http://schemas.openxmlformats.org/officeDocument/2006/relationships/slide" Target="/ppt/slides/slide3.xml" Id="R0996d8d2f0194bd4" /><Relationship Type="http://schemas.openxmlformats.org/officeDocument/2006/relationships/slide" Target="/ppt/slides/slide4.xml" Id="R0fb9c995e4064829" /><Relationship Type="http://schemas.openxmlformats.org/officeDocument/2006/relationships/slide" Target="/ppt/slides/slide5.xml" Id="R04146fc7e9dc4e1e" /><Relationship Type="http://schemas.openxmlformats.org/officeDocument/2006/relationships/slide" Target="/ppt/slides/slide6.xml" Id="R289d9645ae9e4323" /><Relationship Type="http://schemas.openxmlformats.org/officeDocument/2006/relationships/slide" Target="/ppt/slides/slide7.xml" Id="R21a76d6c901c4463" /><Relationship Type="http://schemas.openxmlformats.org/officeDocument/2006/relationships/slide" Target="/ppt/slides/slide8.xml" Id="Rdfb5949019e64199" /><Relationship Type="http://schemas.openxmlformats.org/officeDocument/2006/relationships/slide" Target="/ppt/slides/slide9.xml" Id="R58c0558fd4534b0f" /><Relationship Type="http://schemas.openxmlformats.org/officeDocument/2006/relationships/slide" Target="/ppt/slides/slide10.xml" Id="Rb6267b87e4e5478d" /><Relationship Type="http://schemas.openxmlformats.org/officeDocument/2006/relationships/slide" Target="/ppt/slides/slide11.xml" Id="Rba903dcce3664871" /><Relationship Type="http://schemas.openxmlformats.org/officeDocument/2006/relationships/slide" Target="/ppt/slides/slide12.xml" Id="R8a7ee82c53b9423e" /><Relationship Type="http://schemas.openxmlformats.org/officeDocument/2006/relationships/slide" Target="/ppt/slides/slide13.xml" Id="Red70ad221bb946cd" /><Relationship Type="http://schemas.openxmlformats.org/officeDocument/2006/relationships/slide" Target="/ppt/slides/slide14.xml" Id="R5a05ff5ce22d42f2" /><Relationship Type="http://schemas.openxmlformats.org/officeDocument/2006/relationships/slide" Target="/ppt/slides/slide15.xml" Id="Rbede8e273b7f43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daf40cee3047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c640ca03854833" /><Relationship Type="http://schemas.openxmlformats.org/officeDocument/2006/relationships/notesMaster" Target="/ppt/notesMasters/notesMaster1.xml" Id="R3070fc886ca94b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df24258fc840bb" /><Relationship Type="http://schemas.openxmlformats.org/officeDocument/2006/relationships/notesMaster" Target="/ppt/notesMasters/notesMaster1.xml" Id="Rba750ea228c644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ffe69898794fb9" /><Relationship Type="http://schemas.openxmlformats.org/officeDocument/2006/relationships/notesMaster" Target="/ppt/notesMasters/notesMaster1.xml" Id="Ra5494d64efa547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1507f9ef834df5" /><Relationship Type="http://schemas.openxmlformats.org/officeDocument/2006/relationships/notesMaster" Target="/ppt/notesMasters/notesMaster1.xml" Id="Rcac151a4cf2d4d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935e608d9c4266" /><Relationship Type="http://schemas.openxmlformats.org/officeDocument/2006/relationships/notesMaster" Target="/ppt/notesMasters/notesMaster1.xml" Id="R0b47347a0d5243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19e14d4d214c88" /><Relationship Type="http://schemas.openxmlformats.org/officeDocument/2006/relationships/notesMaster" Target="/ppt/notesMasters/notesMaster1.xml" Id="R00fc4ac1cb5747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b0e7b94fc442ea" /><Relationship Type="http://schemas.openxmlformats.org/officeDocument/2006/relationships/notesMaster" Target="/ppt/notesMasters/notesMaster1.xml" Id="R0706f3dde8b94d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caff122b5047b6" /><Relationship Type="http://schemas.openxmlformats.org/officeDocument/2006/relationships/notesMaster" Target="/ppt/notesMasters/notesMaster1.xml" Id="R2d1345dd0e8f44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17582cce5343aa" /><Relationship Type="http://schemas.openxmlformats.org/officeDocument/2006/relationships/notesMaster" Target="/ppt/notesMasters/notesMaster1.xml" Id="R83386d26f7654a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1d26e9cc104eef" /><Relationship Type="http://schemas.openxmlformats.org/officeDocument/2006/relationships/notesMaster" Target="/ppt/notesMasters/notesMaster1.xml" Id="R79542a60291f48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b4372d146b47db" /><Relationship Type="http://schemas.openxmlformats.org/officeDocument/2006/relationships/notesMaster" Target="/ppt/notesMasters/notesMaster1.xml" Id="Rc3531d72041f48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52f94000e54ba5" /><Relationship Type="http://schemas.openxmlformats.org/officeDocument/2006/relationships/notesMaster" Target="/ppt/notesMasters/notesMaster1.xml" Id="Rd7e97da23c334f8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1c0dca80b047f9" /><Relationship Type="http://schemas.openxmlformats.org/officeDocument/2006/relationships/notesMaster" Target="/ppt/notesMasters/notesMaster1.xml" Id="Re5391544c5ad4f9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48c979cb55471c" /><Relationship Type="http://schemas.openxmlformats.org/officeDocument/2006/relationships/notesMaster" Target="/ppt/notesMasters/notesMaster1.xml" Id="R8bcc20e88d1542a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4efcc9760ed42b0" /><Relationship Type="http://schemas.openxmlformats.org/officeDocument/2006/relationships/notesMaster" Target="/ppt/notesMasters/notesMaster1.xml" Id="Raebe55349b9d41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97de1233e94b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2eda3395014bac" /><Relationship Type="http://schemas.openxmlformats.org/officeDocument/2006/relationships/slideLayout" Target="/ppt/slideLayouts/slideLayout1.xml" Id="R5e2727ca30e048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2727ca30e048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091955cc94319" /><Relationship Type="http://schemas.openxmlformats.org/officeDocument/2006/relationships/image" Target="/ppt/media/image.png" Id="R0bd75c4b0a274123" /><Relationship Type="http://schemas.openxmlformats.org/officeDocument/2006/relationships/image" Target="/ppt/media/image2.png" Id="R7c3cb4acb81f4eb4" /><Relationship Type="http://schemas.openxmlformats.org/officeDocument/2006/relationships/notesSlide" Target="/ppt/notesSlides/notesSlide1.xml" Id="R8a2957159d7a4c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cc55123d24641" /><Relationship Type="http://schemas.openxmlformats.org/officeDocument/2006/relationships/image" Target="/ppt/media/image3.png" Id="R1524ab201fc94c2a" /><Relationship Type="http://schemas.openxmlformats.org/officeDocument/2006/relationships/notesSlide" Target="/ppt/notesSlides/notesSlide2.xml" Id="Rc977e4bd42194e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e6c606b554a38" /><Relationship Type="http://schemas.openxmlformats.org/officeDocument/2006/relationships/image" Target="/ppt/media/image4.png" Id="R95cc7e9090bd4828" /><Relationship Type="http://schemas.openxmlformats.org/officeDocument/2006/relationships/image" Target="/ppt/media/image5.png" Id="R92cae22f597f4127" /><Relationship Type="http://schemas.openxmlformats.org/officeDocument/2006/relationships/image" Target="/ppt/media/image.svg" Id="R26875e4cafde4649" /><Relationship Type="http://schemas.openxmlformats.org/officeDocument/2006/relationships/notesSlide" Target="/ppt/notesSlides/notesSlide3.xml" Id="Rac7d00e80b6843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88c72ad5847c7" /><Relationship Type="http://schemas.openxmlformats.org/officeDocument/2006/relationships/image" Target="/ppt/media/image6.png" Id="R6151a9ba81c04593" /><Relationship Type="http://schemas.openxmlformats.org/officeDocument/2006/relationships/image" Target="/ppt/media/image7.png" Id="Rd6935b85416e4ed3" /><Relationship Type="http://schemas.openxmlformats.org/officeDocument/2006/relationships/image" Target="/ppt/media/image2.svg" Id="Rfb7dfce1caa14778" /><Relationship Type="http://schemas.openxmlformats.org/officeDocument/2006/relationships/notesSlide" Target="/ppt/notesSlides/notesSlide4.xml" Id="Re4d9ccfc3d974e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06eadbe174f2d" /><Relationship Type="http://schemas.openxmlformats.org/officeDocument/2006/relationships/image" Target="/ppt/media/image8.png" Id="Re49be00739594543" /><Relationship Type="http://schemas.openxmlformats.org/officeDocument/2006/relationships/image" Target="/ppt/media/image9.png" Id="R69ba931e76ea484b" /><Relationship Type="http://schemas.openxmlformats.org/officeDocument/2006/relationships/image" Target="/ppt/media/image3.svg" Id="Recbbec95e75d40f2" /><Relationship Type="http://schemas.openxmlformats.org/officeDocument/2006/relationships/notesSlide" Target="/ppt/notesSlides/notesSlide5.xml" Id="R21386637644a46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e8222aceb4bfc" /><Relationship Type="http://schemas.openxmlformats.org/officeDocument/2006/relationships/image" Target="/ppt/media/image10.png" Id="Rb941c34aadb34b7b" /><Relationship Type="http://schemas.openxmlformats.org/officeDocument/2006/relationships/image" Target="/ppt/media/image11.png" Id="R11b2245fcd0040dd" /><Relationship Type="http://schemas.openxmlformats.org/officeDocument/2006/relationships/image" Target="/ppt/media/image4.svg" Id="R525844a2893d4d43" /><Relationship Type="http://schemas.openxmlformats.org/officeDocument/2006/relationships/notesSlide" Target="/ppt/notesSlides/notesSlide6.xml" Id="R94017023bd0c4a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a735077d745ad" /><Relationship Type="http://schemas.openxmlformats.org/officeDocument/2006/relationships/image" Target="/ppt/media/image12.png" Id="R57e7398a6a5d441f" /><Relationship Type="http://schemas.openxmlformats.org/officeDocument/2006/relationships/image" Target="/ppt/media/image13.png" Id="Rdfaaab9342e64161" /><Relationship Type="http://schemas.openxmlformats.org/officeDocument/2006/relationships/image" Target="/ppt/media/image5.svg" Id="Re0b1c38a027049d3" /><Relationship Type="http://schemas.openxmlformats.org/officeDocument/2006/relationships/notesSlide" Target="/ppt/notesSlides/notesSlide7.xml" Id="R91cf3bade6b848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becc49bdc4c7b" /><Relationship Type="http://schemas.openxmlformats.org/officeDocument/2006/relationships/image" Target="/ppt/media/image14.png" Id="R44f2e80d236c4baf" /><Relationship Type="http://schemas.openxmlformats.org/officeDocument/2006/relationships/image" Target="/ppt/media/image15.png" Id="R363daab8d0924e31" /><Relationship Type="http://schemas.openxmlformats.org/officeDocument/2006/relationships/image" Target="/ppt/media/image6.svg" Id="Rf659f84ddeaf48a3" /><Relationship Type="http://schemas.openxmlformats.org/officeDocument/2006/relationships/notesSlide" Target="/ppt/notesSlides/notesSlide8.xml" Id="R692067e9be644a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3f745ed434eb4" /><Relationship Type="http://schemas.openxmlformats.org/officeDocument/2006/relationships/image" Target="/ppt/media/image16.png" Id="R217badad4f914c0a" /><Relationship Type="http://schemas.openxmlformats.org/officeDocument/2006/relationships/notesSlide" Target="/ppt/notesSlides/notesSlide9.xml" Id="Rb9ed91a87c464b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2eb28b1f2e4a39" /><Relationship Type="http://schemas.openxmlformats.org/officeDocument/2006/relationships/image" Target="/ppt/media/image17.png" Id="R91172fd1f53e421e" /><Relationship Type="http://schemas.openxmlformats.org/officeDocument/2006/relationships/notesSlide" Target="/ppt/notesSlides/notesSlide10.xml" Id="R100c3f16b3604e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7bab378054043" /><Relationship Type="http://schemas.openxmlformats.org/officeDocument/2006/relationships/image" Target="/ppt/media/image18.png" Id="R34619bb712ec47ce" /><Relationship Type="http://schemas.openxmlformats.org/officeDocument/2006/relationships/notesSlide" Target="/ppt/notesSlides/notesSlide11.xml" Id="Re7c8f6e0876043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37e438b26499e" /><Relationship Type="http://schemas.openxmlformats.org/officeDocument/2006/relationships/image" Target="/ppt/media/image19.png" Id="R2f606ab343464116" /><Relationship Type="http://schemas.openxmlformats.org/officeDocument/2006/relationships/notesSlide" Target="/ppt/notesSlides/notesSlide12.xml" Id="R5d2c6bc2c10a499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4e3921c6f4392" /><Relationship Type="http://schemas.openxmlformats.org/officeDocument/2006/relationships/image" Target="/ppt/media/image20.png" Id="R3ef6c7c1327f4382" /><Relationship Type="http://schemas.openxmlformats.org/officeDocument/2006/relationships/notesSlide" Target="/ppt/notesSlides/notesSlide13.xml" Id="Rad29ed00151140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f76d96f16f4fb7" /><Relationship Type="http://schemas.openxmlformats.org/officeDocument/2006/relationships/image" Target="/ppt/media/image21.png" Id="R48ca38c341ce4179" /><Relationship Type="http://schemas.openxmlformats.org/officeDocument/2006/relationships/notesSlide" Target="/ppt/notesSlides/notesSlide14.xml" Id="R32fd1c64cc59414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b7c0fa0f24c75" /><Relationship Type="http://schemas.openxmlformats.org/officeDocument/2006/relationships/image" Target="/ppt/media/image22.png" Id="R0134a2d8766f4556" /><Relationship Type="http://schemas.openxmlformats.org/officeDocument/2006/relationships/image" Target="/ppt/media/image23.png" Id="Re42632ba54704d13" /><Relationship Type="http://schemas.openxmlformats.org/officeDocument/2006/relationships/notesSlide" Target="/ppt/notesSlides/notesSlide15.xml" Id="Rb583425d142e43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FCBD61-2922-407B-B1CD-0B7FF416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2E08B-49FD-44A0-BA7F-360566CE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AEBDB-320C-450B-88D3-4EE42D45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75c4b0a27412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C0864-27C0-45C9-9CA9-3C00C617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B8037E-0FC9-49E4-A091-A1E63D9F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3cb4acb81f4eb4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1EB3F-A7D8-45B4-8926-C077973E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BC931-0D07-46CA-993D-A4A44579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35216-1851-4FBF-998A-FF695D1C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786E33-9D8C-4758-85C0-2B7B70C8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F61032-12E3-49E7-89E3-81633873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86600-5BE2-4479-96C8-A329284F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425766-8C7B-48EE-B55F-B68F6D64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E0727-C23E-41C3-B73A-74D53C8C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394481-E7C4-475B-BDDD-07733CD0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2100669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607FBD-66A2-4F5D-8A72-7861EC95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F61E0-AE36-45F7-A3D1-45DB134C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7FED9-ECC2-4039-ABFB-CCB550AE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67F4C-B80E-4F0C-A8E7-B9CFEA3A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1FF16C-E05B-4386-AC2C-28FADEA8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4ab201fc94c2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3F98F-C6D5-4988-898B-09FC1B09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AE329B-59F9-44A3-991C-DD14CEC6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BCFE1D-E10E-4F0A-B0DA-53CEDEE7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956C3-B4CB-4917-B9AA-0A9AF216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931D23-F069-436D-9D1B-8D8DC7D0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D7F93-15E2-43CC-B091-E7B77579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97499B-2D24-4844-AA4F-F0DB284E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8F7C6E-839D-49BA-8A98-735BA0BF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23498E-5724-495C-9807-A2814322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860633-43E7-462B-8C04-433E0A9B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D0BD1B-2A2D-4138-9A31-DA90BA2B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DA8A58-573C-4F37-B085-C640E5DF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973A8F-617D-4D45-BC57-B1D66E0C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F8F16-3CFC-45A6-BCE5-2A4C4717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47CBF0-183F-41F4-BAE2-40E9115D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57CF98-0C95-4515-9C2D-AF89198D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649360-3B33-4FB0-A171-F1D01797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D4B5C2-8E6B-40D8-AD85-4ABB22BE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0511B2-D91F-4963-BD65-B3B3FC53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B13F88-18DF-4653-80AC-7A69B83C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6BE8A8-9127-453D-A7DE-5E0E1C54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730F58-3BE7-496C-9B57-5E9903E4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630266-DC0C-459F-9834-F8A1CFF0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A6D60C-8DA3-43CC-AF7A-465C3F36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DA757F-A94E-4743-94DE-6AEB8DDB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0C5E8F-CA52-469F-9EA0-1BFE86C6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9B78BC-2537-44DB-BD7F-F2E56914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72129C-7CF0-4140-B3EB-7BADAED5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F84A1E-1597-4585-93C3-BC5DAFA1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6883BE-665C-4D56-A582-2172F6BF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7B236E-2DAA-4A96-BF51-D98FB67A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D6CC65-32BD-4506-8170-8F40084C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ED0F1A-CA23-4F1B-9F6C-B279E293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583F9A-1335-4DFF-BA4B-80229168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2818BD0-2AD2-4135-B7AB-D1B771AC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67211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1D94754-285C-4B66-A9B6-6B830C23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18016-8C15-42FB-A531-35CCA874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98BD6-7F85-43F6-B4B7-082D5302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4B15C4-7E3E-4BF1-9781-5D29925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128F8-C5A5-480D-9BE7-E8B22014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c7e9090bd482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322DF7-C7AA-4294-96E9-FEC669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FF7EF-14E6-49A2-8220-445FE841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B4A8B8-E66E-4550-ADEF-CEB7D70A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45E6B-A838-45E7-BAFA-32B25A7A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E5704B-483D-492F-BD9D-C68EFFB0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EC886-1162-4877-B1B1-E899DEB1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FE9825-7748-4FA1-8DD9-9AD5C7DE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172A08-C4C8-4F82-A3E4-D77BCC5A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4A97CD-9BC8-4816-AA98-0D30C012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8FD27C-2275-485F-AB2D-9D5A3087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742E1E-6E8A-4867-A137-52551AB1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44C2A-03E4-4F88-9D45-44E89334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E150C2-7329-49B9-A64E-8DFAD166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00C932-7CB8-492A-A367-188E81E2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EEF06C-1599-4938-AD5F-843A8D56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6EF516-B281-43F2-9C44-83BA685A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95CD8-261B-40CF-8697-5B76E95A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8331F6-197E-4ECB-A75E-324F6569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29C3D0-831A-4695-A458-2F95429A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EAB19B-A7E3-460E-A6B0-F3A89CE6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7ED295-E797-4289-8793-C2E802BD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2937D9-05F8-4EB4-A178-0EF2EEE1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7190BD-EE2B-4856-B9B9-A301D88A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765487-A9D7-43AF-BAE0-5A85AA20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58DF63-1BC8-4011-BFCF-5A9DFFC7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D8A934-6D51-43C7-A670-06A83981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533F4B-3989-45E0-866D-4F51B20B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805690-ED0F-4FB5-83DA-54A43283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292234-D696-4F0F-BD2C-DB242728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4F2300-0EE6-45DE-B2FC-B86C8713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0C831D-614D-4F23-96CD-354D8A73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ae22f597f4127">
            <a:extLst>
              <a:ext uri="{96DAC541-7B7A-43D3-8B79-37D633B846F1}">
                <asvg:svgBlip xmlns:asvg="http://schemas.microsoft.com/office/drawing/2016/SVG/main" r:embed="R26875e4cafde46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C2AD26-9C48-4A6D-BD69-483119A5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BF3B29-A4A3-4FF1-A745-D4A082A4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BF1595-64C1-4D44-AF8F-D4887826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0B0EB2-4901-43C4-813E-E1D93289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08531E-511F-4B92-A16E-E42B39FC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C1B5EB-A34A-454F-AC61-061CD6EB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CC75A0-4A5C-4763-ADF1-503B3038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67C989-EAF9-4F10-AC16-21DB7115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F0A3C64-0DD5-4166-A4B4-ECB172F9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D0EE7C7-7308-4E3D-A413-2051CB37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DD3D78-B5F5-4263-9CD7-8128245E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2AD778A-92AC-4E91-898A-10B1F615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79112E6-E82C-47B4-9FF5-2B914D28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30170A5-6D90-4F6E-8DDF-FF11E141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33B49BB-47FC-4DF5-8F64-9BCAE01D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5008F8A-9E25-4488-B639-DE73F300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0245C88-270E-4A85-9FBA-281CF898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AB8B02-83D0-4C7C-997A-250B302E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8791A92-98AD-4321-9478-89604411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D12CBED-FE4C-43DF-82BA-15AC6C6E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BCA4CD-99F1-458F-98A4-191A350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A6FADD-D717-486B-8317-F4EE9948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EC4D88A-ED67-49DC-8EB0-12584F83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CA1E1DF-A3E4-48B5-9BA4-4FDC3BB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36B965-A8E3-4D61-91D0-7D26E858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F388016-1424-49EA-88E3-99DD9A61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AA72CF-4D1E-4634-A11C-413A31B5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33C0382-6E0D-4F4B-92C1-3B661407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5020E8B-ACB7-41EF-A8EE-43D14D5A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FA03BB9-BAA2-41CB-9E17-4E110D1B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DF88846-A00B-488C-B076-754035ED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E4D316-E579-46D7-8379-86F9940A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AB8FEAB-47A0-421B-AB2F-7DFF22EF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5DF21CF-AB17-4578-AAC1-93F4B2EC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31DF544-1344-4031-9D1E-39215C54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244F015-EBCE-44DF-B915-F5432AC9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29165AF-F482-4902-845A-1B26F58B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6033604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B1C023-A38D-470E-919F-97DC1A80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A7456B-C207-43ED-B2A7-BD5CBBD8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BCD1E-04FB-46FC-BC0D-C18A1798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5AB05-59FD-459F-B3AC-2D0C5DAC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AB209-41D4-4B1B-9073-9F89FAA0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1a9ba81c0459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2CEA3-4402-4E5B-A7F2-05943106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A2E66-BAF8-4B75-9C61-2E7850CC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4A3223-0728-4E31-A495-D50AF6A7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24ED5E-CDA8-4AE5-9157-3319E0BB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124822-0EF4-4885-A961-85A1BD84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935b85416e4ed3">
            <a:extLst>
              <a:ext uri="{96DAC541-7B7A-43D3-8B79-37D633B846F1}">
                <asvg:svgBlip xmlns:asvg="http://schemas.microsoft.com/office/drawing/2016/SVG/main" r:embed="Rfb7dfce1caa1477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56479-A38A-4C57-B6FA-FA73BECD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211A1F-AEDA-4BB4-99FE-5E97A32F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84000-8490-4D2C-9912-D687239E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0BE00-106B-4777-8E0D-B513AA2F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E6F157-6679-4615-961C-1E6064F2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87073-944D-424D-AC37-7AD874FC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2D9175-AFD9-4BC3-8BA9-94B24ABE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951173-9407-45BB-93D3-A6782C2A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69F62C-4B2B-4F0D-B1DF-87BDE86F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41602B-AE6D-4160-ADC8-38CB2E71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5743E5-FD8F-4C3B-AC42-8B945A8E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ED0AD2-0B3C-4C1F-ADD6-695B2470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EBE0F2-CFE1-4B34-8838-A360B978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EC9B5F-408A-47A2-B28E-803177D2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9A806B-558F-48C8-AFD0-8E9E616D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7C3006-9191-4947-816A-B39ADEA1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499590-F28F-4ECE-985F-28DCAD74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453677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70CE3C-583A-459F-BA4A-7300E51F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668C55-7188-4528-ABA1-F6E97B1F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3578D-804A-4D64-A4B3-C618B628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A4EE9-B993-467E-8516-FAFF35E5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2D82C-EC5C-4511-9B7C-E416313D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9be0073959454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8B43B0-EA8B-4015-83E3-1D5EBF3E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4CE0FD-D376-4F30-B3FA-A928B2F2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9C987C-4E08-4FA6-AB3D-76C9C6F4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ED655-1C69-4BB7-8CB6-9CEE79DB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A6F06-4FA7-420B-8D86-649D436C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ba931e76ea484b">
            <a:extLst>
              <a:ext uri="{96DAC541-7B7A-43D3-8B79-37D633B846F1}">
                <asvg:svgBlip xmlns:asvg="http://schemas.microsoft.com/office/drawing/2016/SVG/main" r:embed="Recbbec95e75d40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F8AC3E-F8B7-418B-BDE8-30B95912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28A263-5462-4EFC-8BCC-86B4E6C4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55C3F-8DD9-4311-8900-2ABD3CE1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DBE1A-1DF0-4152-AEAA-2B81D508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07EE48-DCBF-4117-A598-F9FC138F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57116E-2CF2-40FA-A0B9-429184E4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B75FD6-25F3-4208-B5F3-CC1D4CF3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E82E9A-B946-48E8-80B0-1911E20B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7DB254-C410-4557-8CF6-C9778892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FFBC0-35E6-48F1-928F-974ACEA0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FC235-CCA9-482C-BA1B-FFEE28A8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24EE21-F1D0-4B12-B9CA-CB715511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D97ED4-84F9-4546-B8A4-4EA89B4C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1E360C-26E0-44E5-932E-B490C350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045DFC-E1CF-41D5-BFCE-93EEF58D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9B9570-9349-4697-BF13-F24E9DFB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702AE-486D-4F95-9AB8-3794921C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BD8DF3-9788-43BF-B4EE-515DF0A1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6C96EB-571F-4ACA-B47C-4DE3F13F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F75CFF-DCA8-4FF0-A487-1930A74B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8752678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250261-EAC7-4176-86B4-B0E3011A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DAB81-F197-4F83-A1A9-E18DABC7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36FB45-F278-4E71-B053-947D826F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71A76-6768-4694-B178-028B0FF1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6DCF6-0E5B-48D9-A06A-628F01FA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1c34aadb34b7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D5BA7-FF2F-4D72-95BE-2E3EEA93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EE060-15F0-4569-9BA0-10A63441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EC45A-9FBA-4205-B20D-F9B6A93E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9CEC95-283D-4912-898E-0116159C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DBA016-B0A1-446C-9166-A9F17BD8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2245fcd0040dd">
            <a:extLst>
              <a:ext uri="{96DAC541-7B7A-43D3-8B79-37D633B846F1}">
                <asvg:svgBlip xmlns:asvg="http://schemas.microsoft.com/office/drawing/2016/SVG/main" r:embed="R525844a2893d4d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23000-C1EB-4FE4-9256-FABBB05B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00603E-6C6B-40D9-B570-779DB97C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45A06B-1E21-4D48-9EBF-9A970FD3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5A7990-0C28-4050-B1A9-44C27668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2D94F7-1DF7-49FF-9BD7-7F851F2C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443AAF-03D9-42F7-B02D-1797B0CB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615D1A-7E23-40B6-9975-4D8BE792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B7DDB6-D8DA-4A4A-A098-8C2D52BA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EDB53D-D6E1-44F2-A618-F656EEA6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585465-61D4-4D2E-BB12-1EB94130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5551F0-6C67-4FB8-BC58-311C2B9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F7BE16-047C-422E-9161-A1626DCD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C501D3-9E0E-494C-8167-C1A4B669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AD8D19-D8AD-4070-B0C4-E22B7FA3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6413688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911A13-37F7-47F5-8DA1-7CC61A1D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E3427C-2866-43B3-AEAB-3EFC178D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27A24-ABA8-423E-AB5E-27CD402A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085D5-6B84-4C23-A1BD-C78848BC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050D5C-7C87-4AC7-9575-24AF2D10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7398a6a5d441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F9A07-F14F-478F-A9BC-1D253F93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40601-86F1-4D9B-AFB0-07857F2A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5A15ED-A70B-4F8E-8747-C15B459D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A8A5B9-CDCE-4EFF-85A4-80CE7606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BE957-3A5E-400F-B7BF-B50C7350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aab9342e64161">
            <a:extLst>
              <a:ext uri="{96DAC541-7B7A-43D3-8B79-37D633B846F1}">
                <asvg:svgBlip xmlns:asvg="http://schemas.microsoft.com/office/drawing/2016/SVG/main" r:embed="Re0b1c38a027049d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32BFA0-B74D-4EA9-B17F-5B34451F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E4065-1EEE-46B2-80DB-60DFC8BF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281A3-E212-4979-8F2D-26F197F4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622DE6-80B7-420B-8C75-FABD1D11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36EE6D-D5FA-488B-BB4C-5D68F5CB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286692-C408-4792-B371-80A531E2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29F22B-1603-4BD0-9949-8EA53F8F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B654A4-D3E2-4B72-8892-CD2D4588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59412D-4026-4E31-93D3-C91F65C7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489E9F-3E98-444A-8B75-BFB05430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846F29-C8D6-4A38-8BDD-4E240053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26A19B-98FA-4F23-AC28-18C343B4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8D4888-49F9-44F2-B780-352BCD0E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071175-F2FB-461E-8504-39F3780B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6930477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2A1951-3C01-4107-BA31-357E1216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8D7F7-D38C-423C-BD12-704637F1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B9348-5D82-4270-808D-7BBA10FA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98D34-D1F3-4B0F-8624-FDF393B5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C4C96-F4F9-4DB5-9B4C-1229646F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2e80d236c4ba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01415-DE52-409F-9A11-4C1F881F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4D8A9-9CF7-409E-B663-11CACC8B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B94E04-019E-4E89-A047-0776AB1C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30D057-E6F1-40F2-8549-D3C1523F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6E09DF-C14B-4A59-849D-D3856589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3daab8d0924e31">
            <a:extLst>
              <a:ext uri="{96DAC541-7B7A-43D3-8B79-37D633B846F1}">
                <asvg:svgBlip xmlns:asvg="http://schemas.microsoft.com/office/drawing/2016/SVG/main" r:embed="Rf659f84ddeaf48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259A0-EB2C-4380-9CB0-99D31557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536A8B-758D-4426-A2E9-C6E16E1F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8EDCD1-0DEF-4AC4-A525-D9FA1165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B8EBFB-1D87-401F-B8D2-2A5EB067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4809E-AED4-4777-83AD-80115FBB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A233FE-F735-4743-9291-BD2678A8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04694-EBCC-4785-AF10-9707EB8E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AD6D28-76EB-4A87-97EA-E1862BC6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7BF931-1948-47CB-BD91-75082C4E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BABEFE-EC87-4F97-B732-AD0981D8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6BB94-1B3F-499F-B1C0-5E0B02F2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CD64FB-42D0-4B32-A1B4-3571588E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D0AD4B-E554-4C8B-8A7A-DD4424FD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B9774-7618-435D-BEF4-A784D729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9C4187-8656-45F3-8AE9-EF2EC785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9029AE-8765-4B1D-A68F-1E4AFDCE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0EB58C-A2D0-4E61-A44B-926779F4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204D7A-C32F-41EF-8090-18D1CD84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E0705D-0259-4929-A955-03EC6DC2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5EE9CC-91B8-4776-9699-7ABE1070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824C30-1D38-4886-8686-90F162CD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DF07D5-D1EF-419C-8D84-756BCB59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3939312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29FA8E4-D32D-47F9-B900-ECF0AFE1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7BB6E-2C3F-48C0-B0F9-ABAAAF1D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2731E-3F18-47AC-A030-192D17A9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D557F7-F62F-46AD-BB55-D19361C3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5DD06-1D7B-4DC6-BCE8-7A9B7B50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badad4f914c0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27567-8756-4D55-BA1E-CD57738A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D96308-F55F-4114-B2AB-B0A75567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29493-0956-413D-A8AF-53D41D8D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23C719-2E0C-494D-AB38-50DF0162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3A72F-E060-42FB-9D99-9F1A3CF5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3BA8CA-C0A6-4F21-A069-61CB8860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EE61A-0E7B-4A0F-BCAF-0275EDB0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FAE526-DEF4-498A-AD9E-A5ED4D08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DD338-F937-4DC0-86FB-6B2580DC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972C9E-356E-47E6-B7F3-CBC40820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54DE71-58BE-4652-A5F3-1FC0B9A7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6326F1-4C01-4E57-A383-3E2F4A29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E6DBE5-C43C-4225-99E3-9E4CA9C1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CF1CC8-3C4D-454C-BD18-43A7ECA9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86CFE7-A8D7-4197-9957-F74D53DC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49CF8B-F397-491D-B4BA-343039AB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23144-A7FB-422E-AFC9-F575380A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E1C10D-86DE-4C76-83C3-00A39B19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31D746-3857-4893-A20E-8BC56E4B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25C7BA-29C9-4357-8C41-94D5F5F6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800DC3-6B9D-46A4-8BE7-9070AB3E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6B0700-D538-4375-A63E-7EB002DA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C3988C-7E0F-4CC2-804B-2DED750D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518C16-4DCB-4CAC-A309-62011BEB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B16119-5EB4-4DCD-BA47-A982F0BD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67C08C-B66E-4C16-BA6C-1C9E01C4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F0AE7E-1C06-47FE-B3AF-7EDE73D8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AEEF39-7048-4EAE-A750-063C3108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9C1C05-B7E3-4F0F-9EEB-5C45F613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9341B7-E531-4A5B-96E6-285BF30C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1891FF-A4E9-44CB-90C1-CD24F88D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CAFED8-49A8-42E2-95C3-D6F31898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1C7809-D3F6-43A8-AFDD-69016559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15AAB9-837A-443E-9132-F49615AD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1DA3D5-E006-49AC-83FB-1BB3368C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80BDD5-79BA-484E-BF68-A497AC49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3D43C1-4216-4423-BAF7-F6D993F0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46B4D7-EBE9-46AB-A37B-10E498DE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7A387FE-8610-461B-A314-CAAA163F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DF3C7C-AC80-4940-AECD-5ADCDD29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A90A7E-89E9-4C7D-A039-EBD55C08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96407B-6705-405C-90C7-E4B9D439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84EE6D8-3028-47AA-933F-B2B1407E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D103071-8CB0-419A-8E44-38F6D2F4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75B2DC1-1C5D-4569-A8DE-D8F855E7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AC33979-A2A6-4FA0-83DD-295A5B7C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D963AB5-524C-4249-BCC3-411FD4D8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41A681D-F787-4BB3-AD38-27F11862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07C5CC9-3C86-401B-8943-44D29F02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D39A7AB-3BEE-4BC7-8C31-59F0F88F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ACE8029-5258-4863-8D12-D3136E0F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00DC7B2-5845-47EA-9196-C4AC02DD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D677EE-6AC3-4F9C-89BD-2E24167D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5CC2D99-8599-4185-94AE-06261829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7E35362-88F1-40A6-B86A-5CF0A5B0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AB6E104-0DBB-48B2-B090-49943A02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E9A2582-EA9D-4E1C-B867-38331D44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61DA040-3957-4FEC-9F16-97830886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44E263-8358-4CE7-95A9-CB22F13A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F1CBD4C-9D49-4904-9A75-65A552DA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F011C30-DA52-41BA-B47C-F7163EF1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B3D40D0-F5FC-4612-9373-AC9AACC1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95CE3F-F5DA-4891-8380-69AB1EB1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A062CDF-6C90-42B1-978E-A8E743DA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C1E52D2-6BDC-46FE-9C8B-B5B27AAF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AF7B33E-E99A-4FE5-AF6B-5EBE4E92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53A1D84-2D11-464F-BC40-25095B9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FFC500E-AC86-4053-B11C-2807BCEF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4246C9C-6735-4817-9ABC-FDD8BFA2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5985EEB-F8A9-4847-B1A3-C0A4D0F3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1BC9A66-F369-4081-A111-13CB6F02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A53DB9A-73F4-47B9-9D78-686D023C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73F7AD7-DD94-474B-8FCE-70CDB135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CDDFF01-BD78-4442-84AF-954D8B03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BB735DC-EDBD-41A7-B16A-B4FD9783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A8FE221-E111-42B4-92DD-2223B342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DA14F45-2580-4482-B136-74F1DF59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4C1D80B-3404-40C2-8EB6-5A9C7AB9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BA741CC-6055-48D5-AF91-3D05E8B2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58359AB-7E3A-413F-AECD-73E54BD1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E5DA295-A4D7-477C-B18B-42233F36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15888B3-43A8-468C-8BEF-6DFD9FA3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7B82799-266D-43C4-9CAD-F8C4B754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0B59C2B-7CA3-4821-AD9B-E060E160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B46AEB1-FC7C-426B-80A0-53E8A38C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A314359-05E3-414F-917F-62C8A480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5505959-BC8B-4528-BB1B-FE363F3F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8A6B2F2-2E0C-4803-9D9B-78606E90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8EA9BCE-5AD7-49AC-B5F7-81BAD5DE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A15ED4C-CC52-46CA-8E57-5DFB7235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1E3D1A6-E10B-4002-8232-3C2CDD0C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2777898-4833-4730-8195-6CBA30A0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8F2A8D7-9A46-4876-95F5-585740D6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71B90D4-5E00-4614-B8E2-FF2A711B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74522BB-17A2-4753-8641-C865641E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3795452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8748B0C-4335-417F-8552-DE3BA338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831C9-4208-4A6C-987D-D8C73ABC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6A23F-0B8A-4AB0-9450-590F7558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33642D-6DB9-47AF-8852-EC55B6A2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ED7ACA-58C8-430B-A8CB-5AA4966C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172fd1f53e421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070B6-7C59-4BE1-AD8B-F67A45EB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C52D7-0051-41E8-991C-B8AE293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A3363-BEE5-43A4-ACE7-0CB3145C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E9B83-FA64-4531-A512-DAD3CD3E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7AAD2-4071-48CE-9D5C-881567DF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B48E2-A734-4628-A212-018AF3FF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BF0C7-75C8-47E3-87C8-F1E35D93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8C7A7-C25D-4340-B062-5E6A0EE4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692739-6D85-47F8-8CFA-1F0B8CA5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3040B6-FE88-47E1-B613-EB0FB247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F2207D-26D1-4A76-A5BC-01F5EA85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319C1D-935B-4174-A616-D05E365E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13E72A-5E14-4268-BCA2-8322F7BC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EA7862-CB2B-4C48-B162-FD940774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1C2BF-F1F2-4D74-AC36-FFF05E66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C52FF5-7EBA-410D-BE01-530A788E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93A5AF-FBF6-45EA-B76D-C5D9FCEB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61C9FE-6D8B-43BB-9F18-FA65C1F2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383891-6B3F-4920-B5FF-038079C2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DCE7A9-7CC0-4CC5-A3F0-D335C409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FE6D20-2646-46EA-9FDD-97111FEA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9E71C4-87E7-469C-9185-09D3A90C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0E8FB1-BCE1-4BC9-9F0F-9B5D0330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70F9E0-5FE7-45F4-878C-55D58F4A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998D57-1187-40E3-B882-DEE804D6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169587-7D38-42C9-B907-4FD75492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D4D6DD-A794-44E6-A588-0D4B31C7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A6B548-C277-472F-A8AD-0C6E4AA7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E973E7-8E3C-4EED-9F7D-20F6CEDF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AA3CD1-FB66-43E4-BEEA-297CEED8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96C199-E318-45DB-904D-01B1A01D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BC01D2-8F6D-4687-8AC3-90B39179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FA73EF-6EC3-41A5-9A6D-A961F37B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7D1A00-BCAE-4A0B-A968-1887B706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F08CD1-C9B7-4FDF-87C5-9CB94172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4EB448-24F2-482C-A0A4-239050B4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BFCD79-217B-4C68-96A8-3EA31EEF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81E0B2-6814-4367-A51F-31AE51F2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F91D60-1671-4D07-86D7-C890DFCE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5AAFA38-F4E2-4767-8640-2903BA9E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C0E1A56-135F-4683-A5AA-E5B53099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006B0E-2BA8-41FB-B524-46F5A5BF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37459FD-E0B3-456C-857B-B65A4693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1B1D4A-B84E-42F3-BC94-2C31ED39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4670FD1-2B49-412F-8D8E-AFC0E541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A9F5F3-1091-476C-9441-555F5C6E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0612F0-7193-42A3-A670-66DB1D39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5AE72F-3F18-4289-9272-E69615B3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2A0EDA-389C-44F4-9AEC-56C22330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7B1DFD6-EFF1-4AF2-98F6-C83F1041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B5E30AA-986E-47BF-AA80-73A74EF0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12D8FA-FA59-48B2-9D59-8C4B774B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64C0E09-7DD2-417F-BBAC-F34543AD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BC37E9D-2C0E-44CF-B24E-257B92C8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01F6C25-0FEB-4741-A9DD-0DD77A38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E535388-360C-480A-97BB-9CE0A13A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DC72079-0B29-489F-8CEF-4E8DBAD1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63FD74-9DB3-4B60-AD5F-5E2D3C30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932637F-C295-498C-8CF8-E7D47966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7AD8C24-E75C-4D80-855A-C88F50A1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9B1FCF6-5348-4A90-850D-95397472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B4FB8FF-3999-452D-9773-4D901D60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799A539-7EF9-4A36-9F41-81817314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2D7D692-6C37-4099-914A-8C287CCC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500C4D4-A419-4269-A5F2-C9499F93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AC85785-ABE6-4393-A5CD-210EAEE8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C75BFE3-F9AD-4513-97AA-03B520EC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C05DECC-AB1A-4A00-A694-21388088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E46BC6A-B707-4AFA-9095-1C6E66CF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C031FDD-07FB-40D8-9041-5D8B1B42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AAE3BD0-A0A1-4E36-87EF-AB1EAAA1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F2355F5-46DD-4757-9BCD-F54B9A52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D8EE4B5-4E26-41EF-BE6D-954763A5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91C8759-6D78-4E81-8A80-C2F64ED4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76B4D4C-8C3E-4458-B47C-C17CC980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E48AFE4-A274-4133-9D5C-E671DFE3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E54812F-39DB-4844-849B-991356B8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830FE11-199C-4BB8-8D0F-85B83472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B1C759F-BE37-45FB-8FF7-CFE411F3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80C3493-5DF3-46D3-929D-D11D7870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53A0076-5F04-4A25-B90D-DF58E200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97143B6-1BA4-4DE4-A33C-472CEB0D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6CE71EF-C8B1-4336-8470-B34BD53D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2B7D066-B078-42A1-9D16-7941B225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137AF00-3849-45BD-82AF-DF8B48E8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D6D0361-A2D4-4382-A9FA-062860B8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C78FC7E-9FBD-45DF-83AC-0BD1B5FC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334F15E-D2AA-4F6C-8464-34A71650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9DC3D3C-1D20-4BCD-94A7-8CD14929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CCFF1F6-A76F-49C5-B14B-53C092F7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5AEADB3-1AB2-4900-B57C-11712DEC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F123890-A2BD-4F3A-9BF6-ECEE1AD8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1000738-C065-4595-8AA9-68F68856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BC60E37-9B35-4270-9496-5DB4851A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7653E8E-93CC-402A-A06E-1FA08658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A34D133-103A-4738-9EDD-1F740C0F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8857210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9B8BBDB-0CDF-43B7-933A-6602F571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5B185F-E588-4582-90AF-1760BBC5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50B63-8CBF-43F3-BF95-7A85A097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5DF3E-2319-425B-8E53-48D37420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0EE53-1F02-4D50-819C-2185C822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19bb712ec47c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58B8E-C2CE-440D-AE9C-AB3286C8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203B6-872B-4360-AFC2-1FDB556E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E505F-0F08-493E-BEAE-BC7C9CE5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400D1-CF56-4EE9-AC3C-821E60CE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44C62-F268-4F6C-9A82-3F3A0E61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3A206-99AC-425D-9B9A-D2F26769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3A182-483E-4936-B770-131310FB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3F867A-96CA-4E6C-806A-F4E8C9D5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A2F8D-14EB-407F-A41B-E239AFAE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EF6F5-336D-4AA6-86DD-88BA77DA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D04B5A-C491-4D76-A895-57B9EF7C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2921B2-F05D-4535-BF54-A40B6D1B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90839D-B7A1-42ED-A0BD-2BBFC393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A25966-3157-4E2C-A033-9D64BA63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999FF7-968F-4E66-98D1-B059F064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B022B7-6182-4A0F-B171-FE4EAE1F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E0E720-2CFC-43C2-98D6-6A01C527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83106D-E259-4776-973B-72B43D61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F1030F-53C4-40A8-B2D5-F493AF0D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46C2E9-E623-4F03-89D8-4243238F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82803F-B60B-4635-B69E-D650AE43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4E1D86-4FDC-45BA-B20F-B34BCEB6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980C04-16FB-464C-AFC2-BA698D16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F127CC-F561-4A9B-9F83-FF212F67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B2BC0D-FA86-4D93-97B1-97AE52AA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8C2F21-F09A-4B27-9676-C8320D51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BF9CCE-1DC9-41E7-B757-A46ECE8C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7D1BA6-B5BC-49D2-BA91-1E3F7E94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EA3053-B954-44DE-B5E6-EAAC63CA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832A2A-14C0-41A1-A9DB-AE943DD5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CAE54A-5152-4D79-BB32-A2D53104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4A9C4D-A9C0-42B8-97AC-46611DDD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502481-39AF-47D7-BE65-F31B7D7A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16A736-FA22-4C19-8334-F908B999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2D8D4C-FB40-4A95-99A6-1D588169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37268D-C33E-499D-8367-320320E4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81218A-E4B0-4548-94FD-2B6092AE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1CDC12-E3A6-4815-B2D0-3CBB1724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160135-B6C8-4262-B7E5-B39BFFA5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FA7DDC-9FE6-41F5-A2A3-6AC2C430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9DFBA7-F8C5-4277-8DAB-9037C4A6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9FD0A3-E57D-4894-A6D9-13D03598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1BFD68-4AC0-4C6E-8F9A-127CEA8B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BE29F99-40B3-463B-9A3A-A53ECCFA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1BCE5DE-65B6-4AC1-9295-0B61DDD5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BF7DDD-F5E6-442E-89AE-3A692308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E0B003-4FFD-4563-BA76-1AEACB12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C381F8-9E27-4720-9F79-DD9D2D2A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E8760D-7D65-4AC3-9D93-2E4A5E48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2EB47F-0939-4E5A-BE06-6FF8B085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546C61A-773A-4C85-BE03-3C2B805D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294B23-DCA3-4AE7-8374-2BB43B04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834AF93-BDC2-474E-9EBC-1EEB3C9B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14A134-761D-451E-91CD-6B9240D5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6754FD3-A7CC-4517-B334-4CB6A893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BE5886-1B5E-49EA-A088-5E40E5D3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AA5A6D7-AB06-4F18-8331-BB017749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907B494-15CB-4B9B-8AB7-46F18857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5898967-65E7-49A1-938C-7C5F3114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EE544BB-0CE3-4E38-85E8-D4E595E0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4B46455-53FC-4052-9E93-D8A2BAAD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788473A-964F-43ED-ACE4-787A55B8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0EFE698-4791-4F7F-89DD-1893749E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FC38EC0-64A8-4863-A144-922EC81D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9292CD0-C980-4DA6-BA5C-9C97A92F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F43B65A-603D-4749-97EA-1D8EB215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EF52B0F-447D-412F-9430-EB144E4A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5E281C4-1262-48B5-BF2A-B59B3364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D0D5859-1461-4FD3-AAE8-4837D138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45A0745-C4D6-4901-AD30-7535811A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3D5495D-CBB5-4534-A1A3-A772E8CB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439F1FC-9D42-444C-A704-3908EE01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6D4D675-A8C9-4672-BDB2-CCFAB7B5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7837B69-AA70-4D7E-BD05-4C3916ED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DF39C95-42AA-4A39-AA69-ECB7A6FC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0EF3D43-84D7-4C0D-83E3-E2C714B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5CCB628-2B5E-4A46-AD75-C60EDFF8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C05D054-1484-4939-82DF-36C8F61F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9519F9A-4078-42BE-90F7-FA4C51E9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5A0EFE5-A985-4C1F-881A-E8EC4F6B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46E0283-48A1-412A-98CE-33CA6501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FC8AF92-2D1D-4C73-BAE5-5DB50BFA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C0FC256-DFA7-4F04-A5BF-8D708201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708B2D9-FA0D-49BA-AB74-4891A836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E909A7E-3889-451C-BEBA-763F4128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DC14DE9-6B90-4886-AEB2-B6A20139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2C0C95A-F80D-45F5-B97B-9CA485FE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7C151B6-7675-4550-A287-B9C68BD5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D98A2FC-A901-465A-822D-04E10FCC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F0CCB80-E30C-440E-84D6-29B18CF7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CB5B1D0-5F6A-4CE3-BF74-36D35BB0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5651384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93D3B71-1978-409A-BEB9-A1A61F16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E4B06-B202-4D78-ACBC-31EFE4B8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0C3F1-4BA9-4105-B955-89A91BE6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4B3E4-0D69-4C8A-90D7-898B4716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5D913-FB8F-4E15-820A-8BAC741D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06ab34346411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0FF57-7082-4AA5-A109-88C8E629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E47BE-C7D0-412A-B255-B8153630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7A8AC-D26F-4D40-B449-D97CBBF6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9F60EA-D00F-47F2-88BB-9CBC1805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60BB5-4D73-4B07-8B3F-96CC49AE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52048-F399-43DD-BD9F-2A9F445F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9F786C-75FB-494C-AF92-5817B206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01DD3-CA41-458C-8634-13877BE9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21A219-3BBF-4743-8A80-F6F1E8AE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57C2E8-1C45-4DFB-A14C-0E951D0C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55AAAF-AFA8-4402-85E1-D1E82CE9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353D4B-7AB5-44E6-B79B-24C0D8CF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444D99-87D7-48E3-9904-5C3E9506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E21F12-F0EC-4725-8386-31E9A5D6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D7BBFE-305C-4AB4-8154-07295802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2F2D25-173C-4AE5-87AD-4D4F4FFD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B9AB4B-3773-4E1A-96EE-6333216F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A742E3-3D06-4948-98D8-DE1DAFD6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78A70B-773B-44F1-B57B-0C5266FE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061837-E439-4F0F-AEBA-1896DE59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24A94A-0DD8-46A1-83AE-494C6E5E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BE3B26-FCAB-42AC-9E97-067667F2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8FD97A-4117-4E64-B7D4-74EB3C65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C170F4-1F95-493B-9B38-5C5B73F4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09F001-5BD8-4A63-BB93-1C3533D9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969B6F-C50A-4829-B9F9-E29AE164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560936-8B68-465F-9A51-B2C9DFD0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5F4D9A-D3F4-4C6B-8B35-54EA47C2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58C6A5-E6AD-445B-B13C-24095A52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E24AAE-6263-4BD4-A226-C4A02E2A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594B0A-A9D5-4BBD-B9FF-111BB72E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3E408F-721C-4A12-B7EF-439DE78B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62B4DF-6332-4AFD-A726-31113925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A51E91-FAA7-4D24-9313-5529B3E9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0D1538-6459-4F7F-82CD-0E4BED5C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98CF6-B2CD-44C9-9354-1BAFCBDC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8DCEA02-FDB9-42E4-9BC9-FFBC186F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AC95A7-69E7-43A5-AF3A-3998B99B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A2DB00-9571-4AAE-A7FF-AF02C09B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314061-5283-4315-9ED8-768C7FA1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504F80-BED4-4F8F-A0D1-CAC6CA78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7E7F64-53C7-4DED-8420-6FB0F292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46D394E-FCAC-4ACE-8D07-43E13114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F7CC4E-8E95-420C-AB7D-FEF44040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8DA061-9884-4869-88DF-E6D24AB8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2D5FCB-0713-4B30-99EF-A77BD290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5B395BA-E270-4418-A9F3-73BE3890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2CB94E-5954-4B65-AAC8-C6A6CFE9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4C6F462-EF14-4314-AB7B-F3D64B5D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B362404-6A0F-4D5C-9B67-AAD18E70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C770058-5E8D-4AFF-B28E-47856091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EFFF893-1DED-4730-878E-13CC44B2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E8140BB-ACE9-446B-8DE0-41D4A815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8133E1-395C-480C-A416-CF41BC81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CD1DA12-6CE3-4013-ACEA-F0458F2D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34D64AB-4079-4E4A-A16C-666DD1A0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26EBBD5-5A55-4694-9581-A0B613F0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9937D0-8015-41C3-9503-80F32D23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0E9EBB4-0521-439D-A216-8A6899D4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CFFF6A7-EDEF-4B7F-B576-37241201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EC01EA6-5199-49E9-9E19-E1C4ACE9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2187D50-7077-42A3-B9C2-67A068A8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FC7728-AE99-461A-9DD9-C7CE9E85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4D63146-B04A-469F-A167-D109441A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AC2C749-BBD9-4919-A61F-AF3F3332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AA705C0-EA39-499E-BE5D-38D1EA34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36738A0-D6CD-4314-B7E5-B586ECC3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9C2778F-6A4B-4C49-B360-26C2B70C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30F7D02-D7D8-4667-9A75-13556A40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DC6E74B-072E-4BC2-BBC1-018E7A57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964630D-FC39-4614-A56E-323892D1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F1035EB-29F7-4AB0-83D7-23FD7D4A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C475D7F-DADF-46D4-AAE5-08EDCD0B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EC1CBB8-8E44-45DA-9379-FDD55256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3A7F6E8-4D73-4A66-AFAD-9145BC3E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A19E7B3-CE7B-4702-AD77-E55F0932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FDFED34-F7A3-4739-9357-846DF8E4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B4D71DB-3170-4761-B571-16B24E5D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0E4F98C-D718-4FD3-8D08-CA1A830D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A206539-8164-4241-98F3-3EC50EE3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122062D-C79D-4967-8DD7-46BA329F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08BAC5F-DBF9-4739-AC8D-E375DCD3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E1D71FA-1AB3-44DD-AC87-6ACB120E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5BD30AB-A721-41D6-AE64-E2AE28C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257AEEA-89CE-41B1-ACE5-AF275AB6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43B5C70-96A3-4A34-916B-7F648F67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C1FC3ED-FD85-4565-A7D6-F79AFEEF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6AD6D93-6420-4961-BF7A-9C1E8792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7558BB5-96E7-478E-8DF2-88EE019D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C3DB2EA-B656-48B4-81B0-F88AA022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C9A4989-EB5A-4313-9344-82A12BE3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2CC2BD3-6DBE-456E-A3B4-387BBF5A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D01D400-30D3-4FE1-814C-5F378891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5BD910F-D849-47D9-98A7-BF224341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557A359-1D0C-4AE4-92CA-564C1DFE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740488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F5F9059-7A6A-4C8B-A494-0B7DB37A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0E9DC-B4D8-460B-A5B4-BFC5D427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33AF5-E1CE-4D9C-BB80-8A323DA4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5EE7E-E15F-4767-8FB6-5A594E87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96444E-687B-4224-B982-84322663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6c7c1327f438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36C624-3923-401A-9CAC-F05781FA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0432EE-BFFE-4991-93A7-CF0FC5DF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3E768-67B6-4770-B740-0272175F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8DC848-C318-481D-9F41-54165040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0BC24-FF4B-4EED-8F60-437B6FFB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0A479-63F3-4582-A8C7-D75D7EB4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E97EDC-887B-4E27-BC6B-76F019B0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8B732-E48B-46F8-A121-F29F4E35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5E398A-FEC9-4B51-9C44-9F5D2FEE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873FCC-AA3E-47C1-B995-3155DFD2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54E181-D828-4168-9724-17A4FCE6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33035E-2179-450C-8D09-774822BB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48B2F9-D725-4744-B6FB-887C8F4A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822A3F-DFBF-4CAE-9C17-D6D94DD9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D40A5D-4A1E-4C45-BCAF-91005C70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9AA518-19CB-4D1C-B519-E4E5E602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6C21BF-B0E6-49F4-881B-3E64154A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D7A8C6-CA5F-483E-AAE6-7E78F225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928D51-C3B2-46DB-BF4F-CA2E04E0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B3FE21-B8A5-4F37-8A57-6ED1B45A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44BE74-9473-43FF-B1EB-4CA9BE27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D86BEA-4F8A-4126-B312-5855B822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BA7F69-5828-4120-B439-4CF68900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AC2B7C-8547-4886-9418-8D7A87FC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ED46F1-2391-44E7-9B72-0AF9642D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99BA67-0089-4428-86D3-71B631B6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5BDD5F-BE3B-47AB-9521-AEE17EF4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718F0A-B25C-4FE3-9DE7-B0CC214F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00E41D-1BDA-41B2-8EB4-CD63A4D0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AE8ED-39A5-4887-B8DC-2F11B81E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FA755A-4F28-424C-8C34-52413436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A3C93A-5F65-4E7D-904D-1F472113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146DCD-4F9A-4178-A86E-1AEBE101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C05A58-FEDC-448D-8ED8-A8FDB2C0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77AE24-7D56-4109-BA86-64AFB67D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6CA7A4-9AB7-40A7-A05C-CDF3A760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C494B6-4DC6-448B-BC5B-463D67B0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0806919-F927-42F5-8307-08FA2A52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45B43C-550F-4458-91D0-D3E702AD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4D8BB2-FB53-437D-BA12-B2DE2736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84394-A345-4FC5-9185-84DB8E34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6036722-A942-4BF2-8066-6381CA47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96385E5-3DE9-4A23-B41F-F361C136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3084F72-FF07-41AC-8103-1E01FE67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A001E5B-C089-48A5-AC91-2316141D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53FF5C-391F-429B-9F44-9E19676F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4B80D8E-8FE1-4636-8BD7-1A40EBEE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CF05FB-24D2-4D14-AD7C-2B6FC8CD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58ED172-3BE2-4234-8E98-0E008F47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DA13BC1-C3CE-4C3E-9FAD-2745F66C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8A12800-545C-4FB1-8DAD-69246309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23F2839-6078-4C05-8E08-37804AFE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A4502BA-9BF5-4E1B-BFF9-37B1FC96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26C67B2-DE69-4D5F-AC86-AEE45237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D07AAE2-6815-4319-906A-B720086A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13D2CC7-09D1-4C44-8070-F1E96588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60E96B4-5A93-4F27-8026-8DB36C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E632470-8501-4450-92AD-F4644C43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F00F82B-61EE-4BB6-ACB6-311B030E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F6E3D3-8AB4-4D76-B27A-A5DF3F7C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53A4AAB-447C-47F7-BDE0-C2535168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5A665C5-4FA4-4565-BCB0-FF0E2EA4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7A2D23E-E1BD-4E33-B936-E01340C2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DA0F852-4610-48DA-9CA8-F74A9C49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6891FAC-F2DB-454B-9FA9-88700959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4FF6565-06BA-4F55-AB37-88683248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1D1F1D9-90E6-4C60-B33E-325DA181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3E1CB5A-68F8-4F80-AD6A-5DE4F8D1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04C9840-049F-4702-9CB6-9861379F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CAC9550-7DC4-4CCC-94D4-111F9707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14D86FF-9E9E-448A-AFCE-768BF92B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C3648F0-DAAE-4809-B9B4-C67DEE57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EA3E2B2-E334-430C-A909-1631E2FA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D6CFC87-99AC-4177-A89C-3497CF30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8FF7F1E-6806-40D1-B596-E55EECD8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8D1ABEE-69F3-4A95-96B7-69FB964E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D12FE40-A24C-4B0D-97AA-99214FB7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97C4A43-F680-48BE-832F-5096F6C4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DF403DA-A556-4EE6-8B87-FA071F3A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6FC6038-5368-4752-8A82-1CFECC33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FFD7AB2-D4AA-48D1-A090-2A5D4D6C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7865FD0-14E6-4E48-A1DB-BC62E97B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808E1F0-1F6B-4864-8102-4C57625A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4B94F9B-73AF-4B87-93A6-1B24994C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AB66DB7-52EF-4BB5-B119-11ED2B2D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9B72FBE-84E8-42F9-AF67-FD7E85A4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A7CF2F6-B027-4B23-96C0-CC303F9F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B56BD94-A66F-4211-AC86-F2295B63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9654A96-3EF2-480F-9D94-8615461A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5400883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9F36214-AD12-4CDA-96A4-0247E3B6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78535A-5FE4-4A6A-AF49-BB4E39E7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41721-AC81-444C-9B32-CF84303F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ED1787-AF4E-45DF-8A3E-CF4A41D8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70926-D811-44CA-8DA2-C6B8AB73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ca38c341ce417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E548BA-1214-4488-95E2-6D67A779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66E5F-F66F-4DCD-B659-D4317822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90CF9-5EFF-4FF8-B369-6F9E9342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945D7-06A9-4708-9F31-B9929E09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E874D6-723D-46EE-B372-FA41783B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6638AD-89D6-4F3E-BF7C-3136994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8672C-0996-459B-ADE0-2F41FC10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D268A-95CE-4ACA-AB1A-621089CA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0E5B79-5C1E-462A-AE8C-55941725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34D71B-3FBA-4D0F-8523-5B402C21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7592C7-3936-4CD5-9A01-67D65C6F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83592-0E99-40FD-B468-43A80E7A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C7AC7B-67E7-4B95-8EB9-AEC741CE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F672AA-8E3C-4948-AE52-451F1D49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75F0C-E922-4B3C-9553-78AC99F6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3980FD-26FA-4DE4-8ACC-FAF941CF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C2DE75-59FD-45E6-A838-B6BC6A72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8316F6-9496-43EA-A316-7E9CFCDD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0C3FFE-938F-445D-8427-1B107AB6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B49F68-55CD-42E5-8E63-EFF94862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5CE465-2760-4D04-A72B-F560A806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C16E36-F701-4248-9D36-A473CE6C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6F85DE-AD6D-4501-A8E0-278A5637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F2066A-AF49-479B-8950-E6936365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8EE46A-5397-4444-ADA4-6DA3856E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642363-95CD-4D8C-8882-7EBFE978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A2D763-EEFF-4F0A-9BD9-244FFD33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4B5E95-87B5-40A8-B456-FD1463BA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23F9E1-86E9-4C95-AABD-00159937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684961-BC38-417A-83B0-C50ABA97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5D2BDD-6E31-491B-A70D-19DB983C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6A9678-11FD-443B-9CCD-A53DCD6C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8C0110-B783-4FBF-859C-17F39266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28F526-6B67-4630-83B8-46CAB099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BE7896-B941-409E-BEEF-D140FCBD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067313-2EF2-4B93-BA22-54AC0DC4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849DB3-83E2-453B-804A-54FE33EE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BDA9116-8704-469D-97CA-87A2FCA9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E4A217-22FE-42C5-932A-F1478AC9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506B6E3-9577-470D-9A05-F8613743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751531-E4AD-4A84-9431-B2E836FF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14DDDDC-90F8-4295-A42E-97BA25D8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9F14A6-878C-4B67-8966-CAE37232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89A0193-8899-4C6C-91EC-41868881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54A680-E06B-4575-8D4C-1FE32D2C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FE98F2-8EB2-4997-96A3-D665CC02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A4A8CE-BFE8-4607-82C2-A17910CC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6E26357-1998-41D6-BECE-71C0D626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2E2F62C-6C9A-4BB6-B769-4B6A2464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F01516-C1CE-49BF-8985-BD647691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6EE3D6F-5D59-4215-B87C-D827DA2C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3468F8-8129-49A4-9588-D9458937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3E800CB-EDCC-4262-A9F4-7F49F807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26FEE17-CA21-4E15-9BD4-CEEC13AA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7182959-E903-411F-AAAF-7957F407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81F5834-383B-4499-BF6A-0E7AC842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23E8247-1C1F-4936-AB38-86FFDBA7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13CD3E-EFD2-4C82-B267-E5D1C34C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CFE70B3-DDCF-4325-B25A-3A651B3D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4D64E5-D579-4288-B61B-03D34895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0BA7666-F72A-48E6-9030-61C3A6CD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2851E6C-CBB5-408D-AF27-8D3BEB54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E3AB94D-DE67-4C58-9D76-E36199AB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7D83DA4-A30A-43E7-9108-ED67115C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5B26168-D099-4FC9-BD90-90816038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CEC2532-F6E3-42F9-BB73-D469B207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A9DE996-BEB7-4BA0-A69C-BF503EBA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08FF164-F786-4155-B2AD-F97E97E9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B43D870-61B4-417B-866F-D4360ACA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0D65FB8-F301-4563-913D-93EBBAA4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1EE7060-5758-4321-AA11-38355AA1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0D02EB4-A0EA-4DEB-BF3E-B31D0AC9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47FC417-6962-45E7-A25C-1DA2780E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3C6B3C7-E6D4-469E-B610-16C10CB2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B366A7D-19CC-4377-8A5E-40E387B2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DD8B9E5-EEC3-4984-87DA-2D985C26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2F23E60-8C87-4E43-8F5F-154FFDF1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FBBDABC-667B-4D8C-9905-9B480033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4C4CD8C-3661-430E-BC91-11103BCD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C2863D3-0CDB-4652-B471-06C96D3E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304CD13-F436-402F-ACE1-F92FE958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A3D0CC3-B393-4B81-A8D5-CD4FDD8E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848AC59-E644-45B3-95B1-6065C943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6A7CC8C-5178-41F8-B276-325A33CE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822A37D-106A-4ECB-BE15-1CFEAC11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584D956-DCAA-41BB-BB26-0396CBE7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38A9F86-185B-477E-8D9F-5585FCBE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B975324-5588-4FF9-98B5-1C5B8640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281ABE9-5AFB-4E1B-98C4-81F68586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2AB2027-3207-4013-9A35-A3366CDE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5264C61-42F7-42D3-BDF1-97FBD26F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C8C612B-B155-4A43-B46E-3C25B3F5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746ED12-98AE-4752-8E09-308CBA16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31F5754-01E0-4526-B3CB-EE7BA815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4662000-54A8-4404-B2E6-91FE8894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2032C45-BED0-404B-B647-64E05100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7015C1D-B3F8-4663-A336-5CCF48B8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0F4E9E3-2436-46DA-B5A7-632D26AA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1A424A1-7FE0-4FBC-A2B8-03A314B5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B21A88E-7A94-40C1-B1C2-85D59D24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393B662-E7E4-45CF-8DCD-DF862FA5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E7DAE98-0565-4CE4-96EB-08A9DD11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6388E42-6910-4662-B697-C5AD8285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46B62AA-1ACA-4109-8214-B89E67C5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DA6F5CF-C32C-4FEB-A290-AFA4AFAD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FBF524A-2DAC-4AAC-BE15-F025FE35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2613869-9D20-42B0-BBE5-095FC2F4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722BF42-F869-4BAB-9867-1C325373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F5CA9E0-30B7-4E04-97E9-132026BD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308E6BE-FDFC-436C-9715-09510627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39FAF16-479F-41E1-BF64-CD2853CB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7AE294A-8089-44AF-AAA9-98BBFD0E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465D05F-93C4-4539-80BA-C2C532C0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271177F-9515-4334-8BB7-44635B1A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AD9284A-F392-42A7-A8D7-70EF93BF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6368667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9EAE8D-3A8B-4E10-BF73-91AD94AC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DC2080-74F2-4272-887B-7B08C52E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DA96AB-62C4-4B60-B0BF-95A3C86A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5DD1B-DC02-4CAC-938F-283665C2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4a2d8766f455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C4630-42E4-4494-8934-DF3A0417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6E2D8-1812-4F54-8727-7E35EBAA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632ba54704d13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7674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2026-09-23T15:34:09.0210000Z</dcterms:created>
  <dcterms:modified xsi:type="dcterms:W3CDTF">2026-09-23T15:34:09.0210000Z</dcterms:modified>
</coreProperties>
</file>