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e0655e1de446f2" /><Relationship Type="http://schemas.openxmlformats.org/officeDocument/2006/relationships/extended-properties" Target="/docProps/app.xml" Id="R9ea226faabca462b" /><Relationship Type="http://schemas.openxmlformats.org/officeDocument/2006/relationships/officeDocument" Target="/ppt/presentation.xml" Id="R52d15a3606f642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e4fbcc6e3f4520"/>
  </p:sldMasterIdLst>
  <p:notesMasterIdLst>
    <p:notesMasterId xmlns:r="http://schemas.openxmlformats.org/officeDocument/2006/relationships" r:id="Rac3605fb06c3448e"/>
  </p:notesMasterIdLst>
  <p:sldIdLst>
    <p:sldId xmlns:r="http://schemas.openxmlformats.org/officeDocument/2006/relationships" id="256" r:id="Rad162787f2854eaa"/>
    <p:sldId xmlns:r="http://schemas.openxmlformats.org/officeDocument/2006/relationships" id="257" r:id="R7b2cd728da7646ad"/>
    <p:sldId xmlns:r="http://schemas.openxmlformats.org/officeDocument/2006/relationships" id="258" r:id="Ra5127260120f4c21"/>
    <p:sldId xmlns:r="http://schemas.openxmlformats.org/officeDocument/2006/relationships" id="259" r:id="Rfd0b3c5dd6bc480f"/>
    <p:sldId xmlns:r="http://schemas.openxmlformats.org/officeDocument/2006/relationships" id="260" r:id="R9b806fa1a28e48ad"/>
    <p:sldId xmlns:r="http://schemas.openxmlformats.org/officeDocument/2006/relationships" id="261" r:id="Rc5d5cb9103594ae8"/>
    <p:sldId xmlns:r="http://schemas.openxmlformats.org/officeDocument/2006/relationships" id="262" r:id="R83cf517e9be54023"/>
    <p:sldId xmlns:r="http://schemas.openxmlformats.org/officeDocument/2006/relationships" id="263" r:id="R8fa3d878a1ac4c81"/>
    <p:sldId xmlns:r="http://schemas.openxmlformats.org/officeDocument/2006/relationships" id="264" r:id="R3b5ec1dc7d6242e2"/>
    <p:sldId xmlns:r="http://schemas.openxmlformats.org/officeDocument/2006/relationships" id="265" r:id="R272111ec9821431b"/>
    <p:sldId xmlns:r="http://schemas.openxmlformats.org/officeDocument/2006/relationships" id="266" r:id="Rc7841c8dc1f648ef"/>
    <p:sldId xmlns:r="http://schemas.openxmlformats.org/officeDocument/2006/relationships" id="267" r:id="R0d7d4a6a7f4e4f8b"/>
    <p:sldId xmlns:r="http://schemas.openxmlformats.org/officeDocument/2006/relationships" id="268" r:id="R7b09981cf1904eb0"/>
    <p:sldId xmlns:r="http://schemas.openxmlformats.org/officeDocument/2006/relationships" id="269" r:id="R610ce29488d64650"/>
    <p:sldId xmlns:r="http://schemas.openxmlformats.org/officeDocument/2006/relationships" id="270" r:id="R52492277fdef43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cccc16d72840f1" /><Relationship Type="http://schemas.openxmlformats.org/officeDocument/2006/relationships/slideMaster" Target="/ppt/slideMasters/slideMaster1.xml" Id="R8be4fbcc6e3f4520" /><Relationship Type="http://schemas.openxmlformats.org/officeDocument/2006/relationships/notesMaster" Target="/ppt/notesMasters/notesMaster1.xml" Id="Rac3605fb06c3448e" /><Relationship Type="http://schemas.openxmlformats.org/officeDocument/2006/relationships/presProps" Target="/ppt/presProps.xml" Id="R3b2b8910fb854e8b" /><Relationship Type="http://schemas.openxmlformats.org/officeDocument/2006/relationships/tableStyles" Target="/ppt/tableStyles.xml" Id="Ra84ec12691d645e1" /><Relationship Type="http://schemas.openxmlformats.org/officeDocument/2006/relationships/slide" Target="/ppt/slides/slide1.xml" Id="Rad162787f2854eaa" /><Relationship Type="http://schemas.openxmlformats.org/officeDocument/2006/relationships/slide" Target="/ppt/slides/slide2.xml" Id="R7b2cd728da7646ad" /><Relationship Type="http://schemas.openxmlformats.org/officeDocument/2006/relationships/slide" Target="/ppt/slides/slide3.xml" Id="Ra5127260120f4c21" /><Relationship Type="http://schemas.openxmlformats.org/officeDocument/2006/relationships/slide" Target="/ppt/slides/slide4.xml" Id="Rfd0b3c5dd6bc480f" /><Relationship Type="http://schemas.openxmlformats.org/officeDocument/2006/relationships/slide" Target="/ppt/slides/slide5.xml" Id="R9b806fa1a28e48ad" /><Relationship Type="http://schemas.openxmlformats.org/officeDocument/2006/relationships/slide" Target="/ppt/slides/slide6.xml" Id="Rc5d5cb9103594ae8" /><Relationship Type="http://schemas.openxmlformats.org/officeDocument/2006/relationships/slide" Target="/ppt/slides/slide7.xml" Id="R83cf517e9be54023" /><Relationship Type="http://schemas.openxmlformats.org/officeDocument/2006/relationships/slide" Target="/ppt/slides/slide8.xml" Id="R8fa3d878a1ac4c81" /><Relationship Type="http://schemas.openxmlformats.org/officeDocument/2006/relationships/slide" Target="/ppt/slides/slide9.xml" Id="R3b5ec1dc7d6242e2" /><Relationship Type="http://schemas.openxmlformats.org/officeDocument/2006/relationships/slide" Target="/ppt/slides/slide10.xml" Id="R272111ec9821431b" /><Relationship Type="http://schemas.openxmlformats.org/officeDocument/2006/relationships/slide" Target="/ppt/slides/slide11.xml" Id="Rc7841c8dc1f648ef" /><Relationship Type="http://schemas.openxmlformats.org/officeDocument/2006/relationships/slide" Target="/ppt/slides/slide12.xml" Id="R0d7d4a6a7f4e4f8b" /><Relationship Type="http://schemas.openxmlformats.org/officeDocument/2006/relationships/slide" Target="/ppt/slides/slide13.xml" Id="R7b09981cf1904eb0" /><Relationship Type="http://schemas.openxmlformats.org/officeDocument/2006/relationships/slide" Target="/ppt/slides/slide14.xml" Id="R610ce29488d64650" /><Relationship Type="http://schemas.openxmlformats.org/officeDocument/2006/relationships/slide" Target="/ppt/slides/slide15.xml" Id="R52492277fdef43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7522c181b543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c674037880421b" /><Relationship Type="http://schemas.openxmlformats.org/officeDocument/2006/relationships/notesMaster" Target="/ppt/notesMasters/notesMaster1.xml" Id="Rc03b6e28b6e64c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f12d3488ea4068" /><Relationship Type="http://schemas.openxmlformats.org/officeDocument/2006/relationships/notesMaster" Target="/ppt/notesMasters/notesMaster1.xml" Id="Rd5a1d88c403d45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35d7f070a14364" /><Relationship Type="http://schemas.openxmlformats.org/officeDocument/2006/relationships/notesMaster" Target="/ppt/notesMasters/notesMaster1.xml" Id="Ra6798f9b787d4b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12ef83e9194cd2" /><Relationship Type="http://schemas.openxmlformats.org/officeDocument/2006/relationships/notesMaster" Target="/ppt/notesMasters/notesMaster1.xml" Id="R86ee818a4dcf44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46be1cff604d25" /><Relationship Type="http://schemas.openxmlformats.org/officeDocument/2006/relationships/notesMaster" Target="/ppt/notesMasters/notesMaster1.xml" Id="Re40fd7d0175948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29b1a2e2a14732" /><Relationship Type="http://schemas.openxmlformats.org/officeDocument/2006/relationships/notesMaster" Target="/ppt/notesMasters/notesMaster1.xml" Id="R1b0578f79a7540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3b27b0fdb24a2a" /><Relationship Type="http://schemas.openxmlformats.org/officeDocument/2006/relationships/notesMaster" Target="/ppt/notesMasters/notesMaster1.xml" Id="Read3eebe73644a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1dc1ecc99d4bb6" /><Relationship Type="http://schemas.openxmlformats.org/officeDocument/2006/relationships/notesMaster" Target="/ppt/notesMasters/notesMaster1.xml" Id="Rdd7add6bf22d40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9588a527ea4506" /><Relationship Type="http://schemas.openxmlformats.org/officeDocument/2006/relationships/notesMaster" Target="/ppt/notesMasters/notesMaster1.xml" Id="R0420d8b204054e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505cde2b02947b2" /><Relationship Type="http://schemas.openxmlformats.org/officeDocument/2006/relationships/notesMaster" Target="/ppt/notesMasters/notesMaster1.xml" Id="R9d40082a32934f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65edc82d4543ea" /><Relationship Type="http://schemas.openxmlformats.org/officeDocument/2006/relationships/notesMaster" Target="/ppt/notesMasters/notesMaster1.xml" Id="Rdd25cd2a418440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370f5794f24782" /><Relationship Type="http://schemas.openxmlformats.org/officeDocument/2006/relationships/notesMaster" Target="/ppt/notesMasters/notesMaster1.xml" Id="R449b7f67738946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7eb736b6d524f83" /><Relationship Type="http://schemas.openxmlformats.org/officeDocument/2006/relationships/notesMaster" Target="/ppt/notesMasters/notesMaster1.xml" Id="R4534bc62141f4b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e0c0f0031994468" /><Relationship Type="http://schemas.openxmlformats.org/officeDocument/2006/relationships/notesMaster" Target="/ppt/notesMasters/notesMaster1.xml" Id="Ra1f76e7754b84e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4648b71937440cc" /><Relationship Type="http://schemas.openxmlformats.org/officeDocument/2006/relationships/notesMaster" Target="/ppt/notesMasters/notesMaster1.xml" Id="R419317f3ef4745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57a5a32c0c470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be54f955fa44d4" /><Relationship Type="http://schemas.openxmlformats.org/officeDocument/2006/relationships/slideLayout" Target="/ppt/slideLayouts/slideLayout1.xml" Id="R62596e22a5b142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596e22a5b142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389f4f1f34ae9" /><Relationship Type="http://schemas.openxmlformats.org/officeDocument/2006/relationships/image" Target="/ppt/media/image.png" Id="R407d29352f3f4545" /><Relationship Type="http://schemas.openxmlformats.org/officeDocument/2006/relationships/image" Target="/ppt/media/image2.png" Id="Rc2a36c0ef9064e81" /><Relationship Type="http://schemas.openxmlformats.org/officeDocument/2006/relationships/notesSlide" Target="/ppt/notesSlides/notesSlide1.xml" Id="R77efb56ca7d746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1a95ccb1248dd" /><Relationship Type="http://schemas.openxmlformats.org/officeDocument/2006/relationships/image" Target="/ppt/media/image3.png" Id="Rc75678afd4824e4a" /><Relationship Type="http://schemas.openxmlformats.org/officeDocument/2006/relationships/notesSlide" Target="/ppt/notesSlides/notesSlide2.xml" Id="R9331405f2a664f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48773ad584567" /><Relationship Type="http://schemas.openxmlformats.org/officeDocument/2006/relationships/image" Target="/ppt/media/image4.png" Id="R1676e32402254640" /><Relationship Type="http://schemas.openxmlformats.org/officeDocument/2006/relationships/image" Target="/ppt/media/image5.png" Id="R78e47176bb44422b" /><Relationship Type="http://schemas.openxmlformats.org/officeDocument/2006/relationships/image" Target="/ppt/media/image.svg" Id="R12227a075c6641df" /><Relationship Type="http://schemas.openxmlformats.org/officeDocument/2006/relationships/notesSlide" Target="/ppt/notesSlides/notesSlide3.xml" Id="Rd713d8318f3b40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59aba0505a472c" /><Relationship Type="http://schemas.openxmlformats.org/officeDocument/2006/relationships/image" Target="/ppt/media/image6.png" Id="Refe368c43a48456e" /><Relationship Type="http://schemas.openxmlformats.org/officeDocument/2006/relationships/image" Target="/ppt/media/image7.png" Id="Rad0915b0d0ac4e34" /><Relationship Type="http://schemas.openxmlformats.org/officeDocument/2006/relationships/image" Target="/ppt/media/image2.svg" Id="R76c9a67a770747ec" /><Relationship Type="http://schemas.openxmlformats.org/officeDocument/2006/relationships/notesSlide" Target="/ppt/notesSlides/notesSlide4.xml" Id="Raa5765a07c2140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3f0a6e5714fb1" /><Relationship Type="http://schemas.openxmlformats.org/officeDocument/2006/relationships/image" Target="/ppt/media/image8.png" Id="Ra3b76f2d84304286" /><Relationship Type="http://schemas.openxmlformats.org/officeDocument/2006/relationships/image" Target="/ppt/media/image9.png" Id="R92374d02f1e44351" /><Relationship Type="http://schemas.openxmlformats.org/officeDocument/2006/relationships/image" Target="/ppt/media/image3.svg" Id="R3b13652f50b34607" /><Relationship Type="http://schemas.openxmlformats.org/officeDocument/2006/relationships/notesSlide" Target="/ppt/notesSlides/notesSlide5.xml" Id="R88dc18534eb34d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9c57f15794fed" /><Relationship Type="http://schemas.openxmlformats.org/officeDocument/2006/relationships/image" Target="/ppt/media/image10.png" Id="R92e513a84ac34ea1" /><Relationship Type="http://schemas.openxmlformats.org/officeDocument/2006/relationships/image" Target="/ppt/media/image11.png" Id="R0a95a66c4ee54d45" /><Relationship Type="http://schemas.openxmlformats.org/officeDocument/2006/relationships/image" Target="/ppt/media/image4.svg" Id="R8555b201611d45fc" /><Relationship Type="http://schemas.openxmlformats.org/officeDocument/2006/relationships/notesSlide" Target="/ppt/notesSlides/notesSlide6.xml" Id="R678f3b859a9647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50551e2d0453e" /><Relationship Type="http://schemas.openxmlformats.org/officeDocument/2006/relationships/image" Target="/ppt/media/image12.png" Id="Rda677bd8fe5d49db" /><Relationship Type="http://schemas.openxmlformats.org/officeDocument/2006/relationships/image" Target="/ppt/media/image13.png" Id="R2d1d6eb3effc4943" /><Relationship Type="http://schemas.openxmlformats.org/officeDocument/2006/relationships/image" Target="/ppt/media/image5.svg" Id="R69eb353e8a344a8a" /><Relationship Type="http://schemas.openxmlformats.org/officeDocument/2006/relationships/notesSlide" Target="/ppt/notesSlides/notesSlide7.xml" Id="R4533fe3d0f364d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df8bf52a14201" /><Relationship Type="http://schemas.openxmlformats.org/officeDocument/2006/relationships/image" Target="/ppt/media/image14.png" Id="R73983da916604a7e" /><Relationship Type="http://schemas.openxmlformats.org/officeDocument/2006/relationships/image" Target="/ppt/media/image15.png" Id="R3eb7a7e0bf5b43a2" /><Relationship Type="http://schemas.openxmlformats.org/officeDocument/2006/relationships/image" Target="/ppt/media/image6.svg" Id="R103985b19fe64f5f" /><Relationship Type="http://schemas.openxmlformats.org/officeDocument/2006/relationships/notesSlide" Target="/ppt/notesSlides/notesSlide8.xml" Id="Ra33830254bed48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217f290a64cc4" /><Relationship Type="http://schemas.openxmlformats.org/officeDocument/2006/relationships/image" Target="/ppt/media/image16.png" Id="R36a5d2da2de043bb" /><Relationship Type="http://schemas.openxmlformats.org/officeDocument/2006/relationships/notesSlide" Target="/ppt/notesSlides/notesSlide9.xml" Id="Rf7e5f31a803c47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0d8304b944239" /><Relationship Type="http://schemas.openxmlformats.org/officeDocument/2006/relationships/image" Target="/ppt/media/image17.png" Id="R5e98aaf0881447a7" /><Relationship Type="http://schemas.openxmlformats.org/officeDocument/2006/relationships/notesSlide" Target="/ppt/notesSlides/notesSlide10.xml" Id="Ra0d7245b1f7c42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8ffd3043d42e5" /><Relationship Type="http://schemas.openxmlformats.org/officeDocument/2006/relationships/image" Target="/ppt/media/image18.png" Id="Ra9569e1c7acf4a40" /><Relationship Type="http://schemas.openxmlformats.org/officeDocument/2006/relationships/notesSlide" Target="/ppt/notesSlides/notesSlide11.xml" Id="Ra6b9cecce93a4b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10a839895c491e" /><Relationship Type="http://schemas.openxmlformats.org/officeDocument/2006/relationships/image" Target="/ppt/media/image19.png" Id="R112c1cd87639472e" /><Relationship Type="http://schemas.openxmlformats.org/officeDocument/2006/relationships/notesSlide" Target="/ppt/notesSlides/notesSlide12.xml" Id="R8579be492b9b43e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a9ae649f7441c" /><Relationship Type="http://schemas.openxmlformats.org/officeDocument/2006/relationships/image" Target="/ppt/media/image20.png" Id="R08e7d07f745841df" /><Relationship Type="http://schemas.openxmlformats.org/officeDocument/2006/relationships/notesSlide" Target="/ppt/notesSlides/notesSlide13.xml" Id="R569bf59f738a4b5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4cbfc75d394f73" /><Relationship Type="http://schemas.openxmlformats.org/officeDocument/2006/relationships/image" Target="/ppt/media/image21.png" Id="Rf7f99e7c77bf48e5" /><Relationship Type="http://schemas.openxmlformats.org/officeDocument/2006/relationships/notesSlide" Target="/ppt/notesSlides/notesSlide14.xml" Id="R8a666fca437e471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d98218d064199" /><Relationship Type="http://schemas.openxmlformats.org/officeDocument/2006/relationships/image" Target="/ppt/media/image22.png" Id="R95ab8028fd484868" /><Relationship Type="http://schemas.openxmlformats.org/officeDocument/2006/relationships/image" Target="/ppt/media/image23.png" Id="R32f504a9cee14784" /><Relationship Type="http://schemas.openxmlformats.org/officeDocument/2006/relationships/notesSlide" Target="/ppt/notesSlides/notesSlide15.xml" Id="R6df6a3c7be914a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04357B-C924-4FCD-BF66-380350E9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BF7FFD-C61D-4CD4-B453-0D46FE7D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DB489-194F-40C1-8FCE-1B202267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d29352f3f454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CCC55-0E09-4DFF-930A-6C95E5D2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552AF8-C584-4022-B82A-5F839394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36c0ef9064e81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4604D-1F9B-485D-8534-8245C28D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217AF1-F08F-44F7-85FF-AFB0A87C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8D608-2EDA-4DAC-BC6A-911F37C2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0739D-23F7-4D6D-B3EA-22585415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E1AC54-2DF5-4926-9FA5-A83B57C0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BECBF-2E09-43CB-B95E-7E653300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CC1A9-7363-44A7-9872-665C1C9C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BF39D9-8D4B-4407-B4A2-78DF9FE3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0EA6CD-2645-46B0-B6C4-B133A08F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955140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A95D6C-D2EE-4168-948E-DE10A0B8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F40D5-5579-474E-B0A1-3621059B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E3797-1575-4470-8452-B995E0F1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96BE0-5BA7-4955-A7D9-A839610E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918960-4295-491C-8467-E4BCEA40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678afd4824e4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00CC3-9A94-4CB9-9940-79725DA1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61503-664D-4BE1-B69D-292DC825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5EBC4C-A0C0-47A4-BF76-6EFADF2C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3A027-E84B-4688-A133-9D78A09E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E5B5AF-1EA8-4880-859B-4AF0815C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8198A-B951-46C1-91D8-9D121A46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2981C8-5B1C-42EF-9AFE-8C55F93E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4507A6-8A6E-4CF2-AD51-72630944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3044F-E9CE-4449-8A8F-2B977937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2706FB-FC62-43A6-8BAB-7BB172DC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8D8B32-C1FA-4AFB-BF63-606639CB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D8306-49D8-4F39-8CDF-0FCD1327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9DE5E3-7A33-440C-93DE-95EC7D5A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DB372C-B874-4E8B-B68A-342702C9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2FB2B-E421-44B4-B02F-D527FD87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47DFEE-FFBF-4C49-B44D-FF033C7F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9E659E-2EE8-447A-9138-F0F916D2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682F23-36B6-430C-B600-9561EB4D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D08BDD-A505-4460-92F1-4ECDCBD5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33DC82-6A95-4FD4-9BB7-9C9864A4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5B3D7C-BC28-49E3-921E-B2B532A1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0EF60-D389-4EF8-A26A-1674A1AE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FB2185-0485-4B8B-89BB-362F2472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401BC3-C279-4D93-9780-EEDB2002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6C0117-C6D9-4AC6-A4F4-2C879AB0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7E8199-2EB9-4C85-9FA1-6C92C254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C1B263-128C-4CC2-AFCC-0F1BB5D1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DA3687-0EEE-43D6-BE92-C7EBC6C0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3CF4CB-28E9-4F81-8BCF-CD46CC92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870727-A85B-44B1-AA13-B83A86FA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20096E-D79C-4A52-B436-96F8B18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52D85B-1A68-4D04-BC9F-D39A4139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D2039F-0E9C-4FDD-9E9D-9D91DA4A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167551-FD61-4E36-9BB5-986F1AE8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99B158-46B7-4DF2-AD43-0849890F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7975789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34F220F-1EEA-471C-BAB6-AD13BEAD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6FBF9-CFD0-4B66-AA4A-8E9FEFF0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16F2FB-71DA-4289-B071-F54AFF6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67F8B7-7E6B-421D-9F3B-2F59B2E4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F18CD-5CF0-47CB-A219-14599394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6e3240225464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7C2A7A-7B42-4435-A47E-5CC8EAB9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EBCACA-82CC-4068-A1C7-3CF98228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7057CC-CF8F-48BF-BEC7-9515034F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A158BD-49D0-4076-97BB-C3FA4758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A99A2C-C0BC-4707-A411-06AFB0AC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CBE329-197E-4C20-81C7-5E44BE44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B84A5-4B13-4F6A-8D10-D8CFFF73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80E6FB-BB30-42A6-A3FD-9C14FD1E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A3D514-6B27-4B30-8A26-BE7A1A39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F8CD0A-290E-4A3A-AA13-C2EF4AB6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6A584E-45F0-4524-938F-075C3D24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DF62E5-8B8B-4D83-981E-3F5C0A9E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599AD2-4698-42F6-86D1-FA9E9424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EE1944-63FD-44C8-8D9A-B6589CC0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4C9BB6-6076-477C-A8E0-E2032A61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167144-1B3A-4A08-8CA3-71CB3444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3921ED-5B83-49F6-A53F-38EF18FA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E5BF0E-9EDC-4503-BD9A-555255A9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E076D9-EC32-466D-A1C2-70497B0F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11D7AD-E3C9-4D3D-AA37-5441E834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129B28-6628-4A2F-80EC-FA7951FA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6D75B5-4970-4A22-A950-EA591BB2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D509AA-18B6-4941-A0F8-CFB47CE4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D0AD8D-3398-47CD-9B3B-1A82ABAE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EE93B6-A698-4C25-B4D5-FB07B311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6D54EE-22AA-4C8F-BDF6-D7FA27AA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54EA6-68CC-4A27-8992-9E499440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453445-053E-4211-9C40-A4985FB9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0E843E-0C0D-4528-A59F-44A1B4A0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8D988D-82A6-4148-B4DE-E45FFECB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6C4532-657B-4E42-9DCB-7E0A927F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e47176bb44422b">
            <a:extLst>
              <a:ext uri="{96DAC541-7B7A-43D3-8B79-37D633B846F1}">
                <asvg:svgBlip xmlns:asvg="http://schemas.microsoft.com/office/drawing/2016/SVG/main" r:embed="R12227a075c6641d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C1D7B6-BFEF-4E8E-B812-1EC3F603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284858-E2C8-4011-8DF4-570D64B4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D55942-C88D-4777-B07C-63FFF056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C804EA-3E30-4680-9545-8323170C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7537BDE-D759-4482-A19A-A41C88D1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8B3080B-E8D9-47F0-AE27-1D116833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DF48E9-6D55-4527-8152-1E41BB7E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8E9D75-D63C-4185-BD12-6FB25BFA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C301D2-4773-4F76-AE8B-6EC725807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FCF2A0-5BFF-4BCF-98F4-CCB5D65C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3A7B8ED-BD31-4AA9-9734-B96FB777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170F7F-AB5F-475C-96E2-860DE9E9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C41B13-B63A-4D50-8A2C-7D0C4502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3FC8F5E-8521-466C-B0B7-A2B2A80E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7F0EEFE-6439-45C9-A212-672AB189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DD31308-61FA-4CF5-873C-678D3C36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5F04371-5EC9-42FC-AAD4-3B45A623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3D90A77-EFD7-4DFE-A286-67E74747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D98C203-C9EF-4393-8F9E-EE28FA84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E6B337D-A00B-459C-808D-054C6C02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7CEDFC2-4B8C-445F-9E2A-F186DBFB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77BADD8-AE7A-4CF1-B209-B688F86A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43C19A-D534-4387-B144-059454CB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3FD36E0-8B1B-45F4-B43C-05BC3D91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5482C9-0510-460E-BC4A-7C1405E4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E99CB99-746A-44C1-B069-B0FC3C07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1FBC50-5CD4-4071-A790-2550613B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E3B859F-3A9B-4BBA-AA11-FC79C8F2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DF6C1B2-F280-493B-A0B1-4B638BDF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C6E23F-A1F9-4A22-834A-CF82AAB4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5732ABD-DAF9-45BD-B4DB-D262D79D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CB7D207-9939-4BEC-9CE4-D4D004BC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01CE761-47DC-4A20-A99C-4429BD9B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9FA5F00-67DC-4437-AC71-96AD3131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CDBBCFF-CDA7-4FFA-8574-7D78760A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08C1169-5CC9-4662-B7EF-A1C1810F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8A2A79D-C2A2-4221-8DDB-A8DF13EC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8613189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F25C65-850B-4703-BE8F-FEAD54E4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6766D-0AC0-4B33-A2E7-83D966A4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C95A3-4F84-4D4C-A4A8-2F5CB9E9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02D5A-19C5-4D88-A0CA-36EFD6A2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295E4-9B06-4B3F-BECE-8A4A0DCA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368c43a48456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4027AB-39A7-4929-ADDD-1B9CD24D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A6F063-FC3C-4BF0-8208-3908AED3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4DA6B5-71D2-40CE-BE75-EF611C5B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105998-E799-4ECC-B690-F9817DD5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20D852-9C5E-410A-892A-386565F2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915b0d0ac4e34">
            <a:extLst>
              <a:ext uri="{96DAC541-7B7A-43D3-8B79-37D633B846F1}">
                <asvg:svgBlip xmlns:asvg="http://schemas.microsoft.com/office/drawing/2016/SVG/main" r:embed="R76c9a67a770747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D3D823-DFBB-4675-AD94-66377266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F63042-0384-4682-80C8-BF723CD3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C0BA86-B5AF-4225-979D-FB1D7BCB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CB2C11-8061-4E02-A9EF-2996592F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50FAB6-D685-445D-B33E-6940F9A2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09591C-11A1-4ADB-AEAB-5F9D597A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D99FC-1209-497E-A330-9656806D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8891C0-B761-46C2-AD77-5D6B276E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6E2BDF-DD6C-4607-BFD6-288DB0E8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E9C699-C864-4A5C-AD3E-E4685925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29D234-5300-4B03-878F-CE16CC91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451845-922F-4126-82D6-96AD94CD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DCDB1C-49BB-4583-92CF-7B2DD848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67A53F-18F9-40BF-A743-9E339245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3D9486-1D90-47F9-877B-071DF1EF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BCE666-A343-47A8-BE0F-6A013091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078FB3-9338-46BC-8980-967C3690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3449420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DA4C17-3782-49F6-8060-4B07C654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FB5EAB-C2F1-42F5-814D-E3E57D87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49985-42EC-4C94-A5B9-26769FE5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E319F-66F3-475F-884C-A0147971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E4C558-759C-4A6F-A2FD-DCEC800E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76f2d8430428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90937-9623-40B0-AE35-E33A99D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4EB8B8-6614-436C-B6CC-C849B305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560B66-7DA6-4FF3-9AD0-E89B9EEB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EF3624-5665-4CF1-BFA9-73D3304F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A887C4-F14D-4ACB-BDAC-3EC34CC2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74d02f1e44351">
            <a:extLst>
              <a:ext uri="{96DAC541-7B7A-43D3-8B79-37D633B846F1}">
                <asvg:svgBlip xmlns:asvg="http://schemas.microsoft.com/office/drawing/2016/SVG/main" r:embed="R3b13652f50b346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787BCE-5351-4AE3-B5B4-76C28821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D84932-FB4C-4FE6-84D1-E5A7F805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3B4A8F-89FC-46AF-8CAA-0021DACD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83697C-7F6B-4E39-95FE-29DF0611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60CD81-41F6-43D4-9CF6-792BE0E8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BB64A4-77D1-4CB2-9D0E-5D8BA8FA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41E9D0-1187-4529-B3C2-532FEBB1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9DE7D8-2275-4D73-B452-A1214D0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579CF3-4EBF-477B-B840-CFB5056D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C33EB2-AD88-4FCC-8E08-326CEAFA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51E249-59CD-4B75-A8A0-6D914BA5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ABE8A3-F460-45C2-B212-B8FBDCE7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00C65D-E772-4B5D-8B58-0E9674E1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321EC9-30F7-4A37-A64A-53169813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5CBE78-BAE6-48C1-89FC-2205CBC5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BFF2B3-75E0-4A87-AE38-5EFA0F30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57A4B8-9586-4B43-9A39-3F3FC157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8EF693-ECF5-4525-800C-7A70B6BC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E33056-6DC9-495E-A119-19D5E5AA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53BA24-14A5-4A86-B77A-4E5D00A7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628629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A19638-EBC7-4BE2-B934-EA8C64E4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45595A-AA65-46DB-B8A8-BAEDC007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2963C-F882-47E6-908F-F917CE61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3ADDBE-0571-427A-AA1C-A4BE2C5E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F620A7-D701-4DED-98BD-CDDFF1C0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e513a84ac34ea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002FA-1795-4081-B88C-C9E77435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58EB7-6482-47BF-81C9-9102CC19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AF77B-DEB1-47A4-B265-8880B7E7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E0C7E-0B32-4193-8A2B-241E2780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57409B-D146-4FE8-975C-4A81C10A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95a66c4ee54d45">
            <a:extLst>
              <a:ext uri="{96DAC541-7B7A-43D3-8B79-37D633B846F1}">
                <asvg:svgBlip xmlns:asvg="http://schemas.microsoft.com/office/drawing/2016/SVG/main" r:embed="R8555b201611d45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FC46F-39D7-463F-87FC-3D994425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1364F6-5B71-44BA-8B73-61DB6E0E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87FC73-AD45-4CCD-8F87-B4D3E121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31D8C-C0B3-4832-AF71-6FC708E0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7F97C-0053-4E64-94FF-6E0F1DAE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B26BD1-2409-46A7-937E-9B628865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8EC4A2-86E0-449F-A76A-8A3BFABC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7BC5A5-EB14-451C-B6D2-562E74A0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F3A39B-21EB-4C06-A1A1-41024195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CADB7D-DE95-4547-BDCB-C75894FB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C9D0E3-F65C-4A6C-B1DC-77BB2591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01144F-750B-41BF-85AB-C64B136F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289F46-BBA1-4FB9-90E9-FD8000CA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8C91A6-1028-48E2-910C-27002F80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7243736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CD2584-DD29-4993-9AA0-5AFFCA8D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E7D550-748C-4444-AF12-B8090114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74A93-22B1-4B59-AFD7-FBA43390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74AC6-7F16-499E-86D5-3C8A33C1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58E30-4268-4D76-9BA4-96B78D76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677bd8fe5d49d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5A338B-FE6E-4FFC-A083-7FE1C9DE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4D8B7-BD22-4AB8-B06B-8A2CC7C9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789F0-375A-4A09-AEF7-C1C1D1FE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6E63A-3240-4189-82CB-6A14B838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CA2CD-1C1D-4E29-99C2-DA9F528B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d6eb3effc4943">
            <a:extLst>
              <a:ext uri="{96DAC541-7B7A-43D3-8B79-37D633B846F1}">
                <asvg:svgBlip xmlns:asvg="http://schemas.microsoft.com/office/drawing/2016/SVG/main" r:embed="R69eb353e8a344a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A7C722-828D-4FF5-9564-21D1C2AF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C27747-BA9F-4EFC-96D6-3393AFC0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D664E-32CB-4D6C-AD9D-6EE404EB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7B7828-31DF-49ED-8698-B66C6CC1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205AF3-8BFB-4CDB-B62E-733520DB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B8FE0B-07F9-4E37-BCA6-01D4AA00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D91093-829C-4977-8640-80489AC2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EDA55-1259-41BC-9716-3F1A9907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48ABCE-4139-4924-A52E-09106360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0E4105-2BCA-45F6-ACF8-58B84514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05FAE1-67A1-4EF2-9A5A-9A96B4A2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7670FA-0E77-4306-BD3A-25FE98E2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B4D01A-5895-4833-AA21-9AB26950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1EFEA0-7816-402A-BB0E-865C4994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0803695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292ACC-AE2E-48BF-85CF-7ED3CBE8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93074-1023-4706-BAF1-106A1E57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05BA2-F3CB-4087-92B6-5ACFE29B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A5319-7B03-4C16-800D-44203001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8FC2F-426B-4013-850A-E63DCD83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83da916604a7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CE55C-A767-4A01-887F-A83FB396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0AACC3-78AF-43E7-848B-49178BAA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7E80F-7F5B-4C05-83ED-54ADDF18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9E83E-E789-4489-84D8-A4F5CFD6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07473B-67BE-4F8F-BCE5-4999E39D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7a7e0bf5b43a2">
            <a:extLst>
              <a:ext uri="{96DAC541-7B7A-43D3-8B79-37D633B846F1}">
                <asvg:svgBlip xmlns:asvg="http://schemas.microsoft.com/office/drawing/2016/SVG/main" r:embed="R103985b19fe64f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7EA4D5-DA11-4EBF-BA38-55388AE1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FD5E1E-6396-485E-B8D5-8480E883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CC4C59-0384-428F-B07E-136F764F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88A7C-DB8D-41FB-8200-3B088BE3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E76FD6-38D8-4030-A1CA-A61B8336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8971BF-3867-4D67-ABBE-9E6827EB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06EA67-9E53-4D1E-8CBF-05417A55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B060B-79D7-413C-878F-C52F0947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99BADE-6E2D-47AB-8501-FB42D0C5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76D870-6ECB-4170-8C69-4B659E9E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D78645-3C83-446C-9777-350A15BF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6DA1CA-124D-4CA4-9D6D-344B1BBF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99E2C-FE2A-42AF-95E9-43812312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40A7C0-755A-4CAC-BD75-ECCC0C27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A94301-DFAD-44A8-9CB9-9CA311C5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46A24B-9E62-48FF-93EE-85CE8D76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2D891F-80E2-44B7-80AC-195DF30D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2BA494-3195-43AA-8BA8-65E0B5EC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09BBD5-8CAF-4107-9F47-18B1A069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79245F-7618-4ABC-887C-DCB15F21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1EDD14-4395-4699-A5DB-113562B9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DBCBD4-E62F-4990-B70E-813552DC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6430123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DB5295E-1186-483A-A9B1-9B41C89C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42C2C-B5FA-4CB2-85DF-4C19BA66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DE270-267B-499D-A72F-1EDCC2E0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C8573-08FC-4D1F-9ABC-0BBB3374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5E5A0-7D41-4B25-92C9-D8FCD8AF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5d2da2de043b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DB3A0-D1A5-4147-8575-75180269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D85291-938A-435F-814B-FF0FA75F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D03ED-BF6A-446B-ABD4-E150F7A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58D9F-08F2-478C-BC79-E826E98D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7B9DC7-846F-4227-87E1-9EC322CA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030AC-C45E-4DD8-B642-F7F19023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896123-046C-4CEC-A550-3E4F7B1D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97B24-8F5F-4F41-A36B-8902ADA8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1E5209-C85E-405A-9157-911C75AE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790B5D-55B6-47A1-B143-3C2ADC4B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12483-C3C7-4638-8E59-D640F351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0BA70B-11FC-49F6-AB12-E693AB89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E5E0AD-ED5E-42A2-941E-FCC83810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98C540-7539-4D89-B878-6C4EB915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9214FB-3733-4A7C-B700-6DED854F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973F82-22DD-469A-9346-E0754458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57977-6C0A-422D-BCE3-9792ACF4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F64419-D298-4A25-97CB-21ADC2A5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5115A5-9CEE-4CC8-8D4C-EBC01C62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6B4858-DA11-42A2-AB15-8BEFCD17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530E05-DA51-4DF3-97CC-A3CD4FC9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FA01D3-AA33-4C16-86A1-2AEEB8A8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9379B7-DC20-4EED-9ADA-ADD19FE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FD479C-5816-4834-998F-E4A9ECBC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AED589-6FFF-40EC-A3DB-67578D43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E83F04-96FF-4111-852E-F8982920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3F6407-AEA3-444B-818E-4AED8AA6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E6A1129-87CA-4A23-B7DA-A5851112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FFF142-A94F-47F8-80A3-6E37BC5D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2AAC9B-C3A9-44F8-BD71-7ED3F3C7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8C8E14-DD30-4D51-B76B-51DAAA62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442943-AA68-4494-8C36-43BFB5B9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0E8DA9-EAC2-4C95-BD40-07F64C7B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6073C4-FA95-49B4-94A8-C702EB7F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A9029E-9A97-4643-868A-19751BF4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147AC4-B352-4C23-85C0-2E516243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8C011C-CC56-4863-A56C-7AF4AF95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7689A4-B590-40E4-976B-40966DD5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E1E569-3F7F-439C-B5E1-9D286E28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EEEE8F-4065-4860-8CB4-5C8E2D28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7427FA-D4CF-45C6-A3ED-88883C08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0B8D85-91D1-4B9C-92E3-0667178C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6834B2-1E95-4A73-A63A-B532BD92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9152811-2242-4476-B870-A8F78547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2012260-7D4B-4C3E-BCE4-913EE0A9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6C57987-9D3E-40BA-8BDB-CD74E1B2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CFA927C-20FC-4214-B5CA-3CAB813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2D09A15-BD10-41F3-B411-0C0B3F6B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793B85D-7569-485A-9664-B89C5EB2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53B78D9-C1D7-43A6-9CBE-39CE5460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3409E0B-40BF-4C54-A9EC-3096D948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4EDC121-48DB-4405-9A5C-96D36EE4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B8F9452-7DA2-4E04-9D0D-3E9921A8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2B8519-C1BA-4A8F-BD32-628F4B11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0130508-D38D-4E50-928C-AA9125CE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B53D747-EB27-46A7-8E9A-74EF4A61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B9AA140-272E-49E3-B748-20B60A37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A244690-5740-4442-894F-F427CFC2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E8B5533-ADA4-4699-8A40-7C6B98C7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E4C4DAF-B9A2-44BB-904F-CB65F922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4E6E2A2-5D46-42E3-BA27-E98FCFB0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C03E7CF-D3F2-400A-A400-7D3DDAF9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3CE5175-C869-4BBC-9420-5E3FF053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E5D7A39-057E-446D-8C16-6F22EB1C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7DFAD87-2909-4BF5-934B-2DA8AEC8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AE3CBE-22F8-4B13-878D-1001A78C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1A25FF8-3AAA-4B53-8544-B858632F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527068E-7A79-4093-B449-275AF3E8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93A19A4-5CA9-4F32-8A07-C5DEC63F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1036751-9017-4486-9CF6-26040332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4C6A8F8-A0F4-4B08-8EDA-A5886971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221C623-98B4-4C4D-8552-F7247F6B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ADFD7C4-7A55-4889-84AE-48AA9A32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3BA07AA-8243-4851-B843-AB028D92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220DBAC-DF33-4957-9179-99EFEF7F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BAAA7D4-CAD4-4270-B3F0-980EDA4C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82C4644-E8A2-4A7E-8E59-DEE1E95F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E0599AB-9351-4E19-A3FC-3EB4E9A0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375D6A9-CCAB-47EC-A7FE-AE163857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932C7E9-4938-4310-8816-AF694E03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D8694F6-1D0B-41E4-A3B8-FB96FDBF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825BBAB-30A1-483B-8207-877162CD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BBD665E-5A0F-4161-867C-B00BD52F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656F88F-27C4-4092-B639-D5ED104A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84A4C81-2AF8-434C-9F39-4755DA4D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54F343-F358-4536-8C59-881987E8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FCC7BBA-4892-46D7-91B5-4748D127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BDBB078-48F4-47BD-B541-ED9419B2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FD126D1-1291-446F-AAE8-45C5F191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C3AB6B8-F46A-4776-950D-467B4497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DE32102-5013-43FE-980D-E92309EB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9398ADA-2FC1-4CF7-8A63-618F83F0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C4E79F4-5580-484B-A0E9-07ADEB1E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22EAA9E-2157-4FB6-A308-CACE312F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E86B37C-2B42-433D-A8A6-1CA5881F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0240145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7CEE376-0CB8-465C-88EB-E2912318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ED293-2D6A-401A-976C-B310C0A6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C40EE-6CCC-4749-9ABE-1824C894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40483-8DDA-419F-BCE9-C4DADDF7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2CD75-ECEF-4089-87ED-F72B255A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98aaf0881447a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FABAF-E2CD-4B0C-98EE-DA40AB5C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2AF3C-4C94-438B-8FE7-6E896073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D3E8B-3279-441F-A05F-FA97A3C7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FB7717-35AF-497F-BFB8-5E260814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35673B-D857-4D84-8B30-27B29736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4354D3-3FC7-4A35-98F9-164D36DA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0EF4CC-2C37-49AE-BEE3-27CD45CE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C6C33-D01B-487E-AFA5-1690999B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A0B1E1-CAC4-4668-82EE-CA887B71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853DA7-BC2C-4B46-B377-E1B8FBEA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337E8E-AA10-4D09-AD2B-4C669321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AB02E6-CB6B-4968-A110-818B835C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27A9CB-D261-4A60-82D0-9813083D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093751-801A-482D-9613-341395B2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262952-F2D2-4558-B8D3-A6B3F520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343216-90AE-45D1-B13B-6C7D67B0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8D4651-9346-4CC8-A230-C262065F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4A09F8-09C7-4681-8AE3-0C27BA49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2E0E20-42DC-413E-AF1B-67295B6E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B6B297-7FA2-4364-A93C-F19ADE1C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7BA7FB-4D13-4A8F-A030-049FCC48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65F66E-EA62-4EE7-82BE-4E831A4E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7A1EF1-655F-45E9-8AF4-196A1B08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514E59-F313-4DA6-84A9-E2B8B92C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B3469F-636D-44FB-A136-3609FE0D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4FE857-B4BF-431B-87F9-DD5025D6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2E2A67-E0FF-4F19-AF98-4B007C0E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B168DC-4D98-43D7-B480-35603F7F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7471F6-D305-4E6D-BCA9-12F6361E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F7E884-F24C-4879-99DC-E37D0433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F40AE7-9AA7-4D0D-8F87-E2998DD1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85B26D-AB7A-4B6C-B890-5D200ED6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C058DE-7119-4E37-90CE-171C30C6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980A2E-066C-4144-8562-B6C28D6D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1022CB-E57B-470C-975B-E7DADA66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C2ADCD-CC31-41CB-B13A-E9F27B4C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843200C-2127-4462-B3A2-EC4D7A0D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158147-6741-4ADD-831A-720ACACC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435995-5D64-431F-982B-2B42AE55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AC833A-5A58-436A-BA54-B537E7C5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7FB6B9-90C8-4337-8CD9-938D26FA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800BBC1-5A3B-4E92-AE20-772F8ABB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B879AE-7625-48B3-9BE7-D0DD040E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7211C58-F676-4C30-9A57-34C6E760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F27D7B-1A08-453D-A5B9-77B49737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DB65CE-1F1B-4D61-B194-5409CEAF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4DBF54-31EC-4AE2-9BBD-8667A7C0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05C5F2-0EFC-4118-A86E-4495105F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BD6C40A-DBB1-400B-BD35-516BEFEA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7A3EFC9-11DB-4BBB-8B34-72D12F94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ADE85EE-595D-418A-A995-C61A106B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739D0E6-52DB-4F39-A92C-3DED73A7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A2C44D-9E69-4005-98D0-5EC47F0E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D8131FA-1FBB-435A-92A7-02D86A99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6EB8C4-4DCD-4DE3-811E-C36356B7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408D4C5-58C2-4608-B738-2B68C8A7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EBDE78-DD3F-4DC0-A944-8FFCB05C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874C212-5FBB-4446-814C-580EAE48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21B35EA-9F30-4147-A60A-4943F439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C23F58B-83A4-46BF-BF42-CD205FEF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85751AF-A6FD-491E-8C60-9583EBAD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4AEC9C4-7610-4D4F-9E64-6CA923D6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3B8C2C6-0C73-4F0C-B2AB-153564EA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0ECEBA9-8638-4E20-AF95-06946FDD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C7860F9-B13D-471B-8B36-B2860FB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9655930-E862-4D13-9FE0-AE940D35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16F8DEB-F860-4172-BB1A-938C3A8B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1F690CA-F9BB-4875-9D0F-94120110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0BD4C29-6D6A-440B-8D39-4AAAF2D2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7E92D34-2DDC-45AD-A1F1-992046C7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024DEED-5492-4A69-8E8B-573168B5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8CEF48C-BDF5-4590-AA28-E3BE5C9D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2BB4C82-683D-42A6-959F-47668653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B9D815E-2DD7-4698-8DAC-F317A2DF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ECA958B-11CF-4DB3-90A5-FB1B0466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2D3DBC3-45F8-4947-B143-E9C7C095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89A71CC-77D4-4CAB-B0DB-FB025770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F9F5A65-70C6-4457-B207-15CEB2FC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CC58F19-E603-4B14-99FF-D8662D83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8A00448-525D-403E-94F3-EC638B83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88ABFEC-B8D7-4CFD-AA9C-902CA090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B67F1CA-1A91-4414-85B0-F102003B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A38381C-CCCC-4A84-B802-47422F91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6E2FCCF-039F-42BD-A67C-4EDF44AF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BCA2189-3CFD-4C3F-8EEA-168326ED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319F513-0BF0-4459-9D92-7C72D6B2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932F922-58C8-4C29-B487-64B83930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6B4D9CB-2216-4B1E-86B8-FF488622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AE4258D-3430-4F95-8A8A-6FFBF5D5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30E47E7-859B-4425-9357-1C16D14F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D1341E0-355E-4801-8EA2-3002E180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AF76E21-EDCC-43CD-BF01-BFD04BEE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8994981-68F2-44DE-8CAA-53B8B9A6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10DAA25-1F0B-4BC6-89B6-2A75D320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63EB30A-EC3E-4493-A1A5-9BF9F59D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9027F70-68CA-4F18-A301-C1AB26B2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3306232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4503986-14CB-4B68-8DB9-3D0E9A0F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B4425-205C-46F2-AE5F-EDEC4C7E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037206-9C63-4A3C-B033-91DD58B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DF301-C68A-4252-925E-50A9FC9D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2C718-31C7-47B3-95B8-0A895D29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569e1c7acf4a4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E7E86-91CF-4A9F-BEC1-0F9CA0A4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3601F0-48DE-4CAC-906F-7D80111C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24BC2-58D9-432E-A403-0F4A4ACF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3D2FF5-2378-4A50-B04B-CA13B422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37A14-DA05-42A4-A5A5-E5C1CDB7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4E1BC-9976-4054-B41A-E2BFE073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6F1FF0-19A8-4457-9017-E5352FAA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E3BE4-6D83-4702-A6EE-4037FC2D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F740D-86E8-43E8-B30E-0FFA46BA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09D05-B96D-42ED-9C36-A8B18815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B96CE8-9F82-406C-9DAD-6703DE91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B79055-E421-41A0-B205-BFFB4294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DC1811-95B4-4BA5-A9E2-2006C092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74721E-DEF7-4165-8EC0-5D2D8228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81A103-202E-4661-BC20-3BBAB097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66BABB-4395-4504-8ACC-B15C1872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05B770-BA18-41B5-A2C4-613E9A9B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CAEA61-4CA4-43B7-8CC4-2F61DF0A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6ACF93-FDE1-45F2-9976-1FF2734E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896079-A6E7-4E76-B446-1B59B0CC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ECAE88-B9E8-40FE-8E68-A1FAB40E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D5A6D5-9F3D-415E-9D6D-E7534782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FC7C7E-3A82-476F-A035-D26EF0D9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7DB8BC-29CF-4C91-973A-D5F29293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8F950F-2EBF-45C1-A77F-B9647725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615892-8574-4DB1-AC10-09AD00FD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1967B0-83EF-4106-B72E-C099A7B9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39F7D2-3020-4FA7-B864-EEBE208B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B18148-B46A-402E-BA77-6BD89837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43CE2A-6168-4CB6-AD1F-E61F6259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E4A9C8-6928-41F0-AE73-6F3F9119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CE4E682-0B50-4A19-9DD3-54C0309A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5FBC93-2EBC-43BA-8D21-B44C1545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87EE66-95DA-4245-90F6-C9E3B3E1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856D44-2170-47FA-BEF8-D1A28EE3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98D240-D1B9-4ED3-86AE-3F2D2C53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4F7B3E-C076-4A5B-A634-6A8A9D0F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014617-5D53-4483-884A-9580340F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20C067-70C6-4A65-810C-F3C00790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459023-B54A-4BCD-B7E1-AA5E2048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12EA0AC-7ADC-45B6-A3B1-08695FC5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B01BD3-BC3C-42DA-8C2F-A4ED5FA5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2A932A1-654D-4AB5-97EE-6C6BC6E7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CC161B-037E-4347-AD70-68A59642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7F080D-6DE4-47C9-9BC8-C8175816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C904B60-E384-45F2-95CC-E0C497E8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791CFB-7723-4CAC-AFFF-4F4EBB33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C25CA6C-EBEB-4BEC-80AF-72179C66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2BAF77B-485B-45D8-818D-116AF77B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E690C34-5714-4C4C-8BCD-BCB9BE6A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EC9A0DD-2C02-405A-A0FE-01C1F92E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F56D864-9DAB-4454-9E29-3B6BF9C9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71B29A-C767-44D3-ACC1-8005A1A9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8645535-D370-42C3-AA1E-D1C97A65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EA93E6E-8EEC-4FFB-B701-675CD7BB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5A1F132-39A8-4A18-B915-982E4066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4638A5C-E859-4850-AD32-6B710A2A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3FEC61-A470-4291-94DA-886E5425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84FF04-0BA9-4126-A439-A750874A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594EEB9-475A-4367-A349-5C998F50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0F76231-9873-479E-ADF8-1416827D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D21F91-2B0B-4B77-B3BE-DE4713D4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396367A-475B-4B72-A7E0-2DCEFFDF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21F3CDF-6817-49EB-A71D-DE81C728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5850F3F-108A-4182-ACD8-3BB9BBA6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368B3A5-FC33-4772-B529-D0E0A74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9EACE9C-2FC4-4253-938E-407982C7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6B71742-9866-4A21-8DD8-F28EBBB6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26398AE-334F-4189-967C-DE6C3EDA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0095BAD-0381-4B06-9592-C4F794D7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71CF5D7-15C9-4972-9B33-2BD86241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9C10909-F5E2-4166-9471-8F0EFC97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00D92B6-43AE-41E2-AAA1-3B5548BA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DB921EE-04A8-45D5-A050-F4B642AB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215825D-DF70-486E-9861-87BBD2CD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E74D3AB-8E21-47FE-84A2-573E5BBC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4A294D2-7CCE-412E-89F5-61652D17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3F47A34-A545-4C23-9640-876F3E08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88326BB-96BF-4459-83D3-747AA8F6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374A3E0-61A0-4CC7-95F9-B92005AE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2615C63-5E67-4E62-8F9E-C5DEE86B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2068F13-F79D-4789-8488-B9F09A02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4AE8A53-BDB3-4335-8ED3-7367EF62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761F060-BAB6-44E2-82A1-5B64F4B7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05C3E9E-2EED-4758-A872-7163FBEF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21E70B1-DEF5-4E7A-8B3E-8017B86E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029EA12-935E-42B6-88D8-36EB947E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46D7553-D9F6-4B3F-A376-04727F96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84A8831-48BE-4C9F-96F8-2E9931A1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76B4411-6749-4E43-BB37-989D6486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6C6D13E-18D1-45C0-9425-E9379D1C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2876085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59FE9E3-3B46-459F-8AC3-3C9698CB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42C0B2-79C2-45C1-AA53-3EE6C543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B2508C-B4EA-4DB8-808D-AB0657D2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B701D-B9F7-41C4-869E-3F9252D1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4F4E9-6F08-4109-B2B6-64708B13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c1cd87639472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44B8B-CCD8-40B0-AECC-BD69F4A1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E98F0-3529-4400-A2C0-D2034859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C520D-7124-464D-A7E7-407E0098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0E5BB-E189-4EF4-9D28-EDFEED57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4B294F-2CA9-4CFF-8A0E-803CDD03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ED2795-370E-443D-8843-420B0496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021960-AD41-4A91-82E6-D5432E4D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DD69BB-23B0-4DAC-8E4D-A82B4EE4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0A2DDC-7B9A-40AE-B4CA-7D505E30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C4E946-DC1B-4E5A-A64A-6130D164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D64F4-B538-4C78-935B-869863D2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C4DF8-008B-4353-A56A-D344751B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1D851A-6A93-487D-9C83-2AC49469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C58FDA-99E4-4CC7-A5A9-78E41DAE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36F2C-2725-4F96-BA84-6DB9978D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867811-95A9-4B5D-A0B1-26351D70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BDD339-DF8D-4618-AD06-0182B792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917113-75D2-48BD-A030-0EBB35E9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01FD15-8879-4BBA-9643-34F227F5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E8EE23-304A-48D7-BB84-ABA3448C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13C07F-C1BD-425F-8FE0-4651189D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CD4C88-7921-4372-BAD0-A6C4FE2E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736BE5-BFD3-4AC2-A1F3-A8BD1F43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90EE70-62AD-499F-A96D-BA9F3867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549514-4590-4208-91C9-6E0185AE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EB08F0-BB10-43DE-880D-82C8CB74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C9BB3B-704A-41DB-AE01-C8CF246C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CC415F-C13E-4613-85A6-08F4C511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91090B-27B9-4B96-8508-0D3AC57A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37515A-131D-47C7-AF09-C5085DE0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93484C-8B23-4B4E-A5C8-1DADFE8D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2C5D50-FC25-492D-8B8D-B09EB8CF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BB686B-B291-4EF7-A3D2-A131438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666E29-A1B6-46E1-B317-1A14A632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0F36C5-5E71-4180-9767-2065516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C2AE3B-6009-4FF1-BFB8-901000E0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AAAF57-531B-43DD-A612-9BC8B7FC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7BB52E-6F04-4467-A6D7-D3E7136C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2F068E4-68B1-45E7-A7DF-902847CE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5647F8-547D-468D-8B93-4F509F24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371A630-8C99-4218-A5AB-E4299083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920066-43FB-4575-95FF-33D4FF68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078621-861E-402B-8CB0-E21458DB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EABB28-416A-4EE4-9051-EE854E4E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50D4B23-BDB1-4E28-9E90-F46914E6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BD2D0F-23A6-42F1-ACBF-E17780FF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41CA376-A0E0-40B6-910D-DF884644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A8AA30-795E-4D46-95A8-A1DE0D67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CC969B2-A74B-47DF-A105-2204CC89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EB8DE6D-6543-42A6-836A-18A31FD4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910FC74-D7FB-4774-975C-917BD82E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8C0924-2E5C-46D3-8A19-35E57E28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43C0147-A610-4CF6-BD88-4FBDE7F3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0703437-49F3-4F4C-8D85-94167E9A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45A495-D406-4D09-B0C5-4DE15758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41C9E1-A0D9-4C3F-ADB6-C98E9D780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CF49C41-BC93-4E3A-9B18-67B942E7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C23A3C-1BC6-41D8-B8A5-4DE9516E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FE21321-DFD0-49C5-AA90-4E3846AA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D3D0122-CAB8-434C-B8C4-B546B51D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A783A2D-2BD4-4D43-971B-8BC19DE5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CBDECA6-110A-467A-8D23-AB7F5AC7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5A4381D-5CE9-4496-8889-CA185572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FBE1C9D-F40D-424B-B5CA-A6DE4EC0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703AF4A-9ED9-41AC-A5DC-4C9B80C0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462C0A0-0A49-4C82-B041-6FE156F9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46E3D3F-3B6C-4B7E-BAB9-FDCBD094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5AA1815-1CB0-4731-AD29-E50D128A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58EA962-F3A8-4BEE-8E55-DFCAB893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71D6C3F-9E6F-4357-B99F-82E0892D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A2FD534-FEFA-4072-B0E5-CCE0547D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49FDF98-1352-41DF-9498-F48A5712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8A316DD-A7FF-4DC1-B1E9-C2113FE4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D03FCCC-868B-4597-9B8F-8742A8F7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4D9FC1E-738F-4D3C-9F2A-FB5D3350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A6CF797-AAB7-423B-84DE-A7045035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33D8784-49FF-43F1-8424-F82E8DDE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87F47A2-E0A5-451D-954F-C1808E4E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776E407-FD72-43BC-AB53-EA9DBF92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F1DD72C-9D61-4E09-93FC-0E48079F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1270204-B155-4844-80D9-A78A7055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4AF9A71-1037-4B2E-8CF6-B9C77867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E0A8006-4AAC-4A90-9869-98E6F8C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5C45B3A-F3BF-40FB-B7D0-C78AB32C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A3746A4-F8D9-44EA-A455-FFFBBBA2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39D31C3-7169-4A4A-8DFD-8898EBA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152F4C9-12EC-4A73-A763-E5CACF71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52C4274-2A7B-47FF-9C42-7F4478BC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CA28DF8-8D37-4701-AE38-F80B998B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57BDB7C-8728-4186-9CCC-EE8F8FD9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027B4FA-98F4-4498-A647-02498BCC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AB2F27B-B6A1-422B-A8E1-F64E6376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692151C-B534-4A2A-B15E-D649E94B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7E87AA2-1BBF-4B06-A8F8-CE0937EE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F2CDEB3-65C0-4447-A89F-250B1344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21045947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EA1A113-971E-4B02-A055-3BD0E5A9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9D14F-8023-4518-9B92-14B5A5DA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A18145-101C-495D-844B-781C8E5B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7E48E-C504-46D4-9071-B7BD568A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D27A1-E93C-44D6-AA80-C52E65A6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7d07f745841d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0482B5-707D-41FC-8D86-592CD039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9B9B7E-90F5-402F-8EAB-342AF55F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EB7B29-6B3A-4E35-A662-15656A2A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5A5D0-DB29-4031-A1B7-57A22141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CD0D26-FF19-4C27-AD16-E75D0728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3A536B-67C1-4910-B892-E8DA2844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4D6DF0-71CE-4365-82EE-EEF7DB77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9D46F-4851-4A6F-B7D4-4CE6D24C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25EF51-E8EF-4BB5-9B8E-8243AD22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E40D3C-0F66-4618-B64A-DA650521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CEF3C-B735-43EC-93E1-3EFBF3F8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0F3024-EE15-4713-BEAE-BF0B2E63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9F630B-EF00-4F24-AC80-D5BE379F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69B513-6375-4F6F-885B-8826BAA9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3369D9-F45A-4567-9CB9-9F6F9BD1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E76FAE-5B9D-40A2-969B-B033D7ED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2CCA0C-E230-458A-B5A8-06C50EEF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99F6BD-29D5-4C07-AA4A-8EFFCECE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9BF8C3-B2E3-427F-82A2-11B48B99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46E2CD-D6CE-4C64-BA58-935AD169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6D1452-1212-4705-B6E4-6C0DEFF6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6B27EF-72D6-44D7-AC00-5B4319A3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4C6B97-8338-415F-BA38-B7347555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4523B7-D86C-4B0B-830E-B03E96D8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DCD2DD-2694-4579-8A19-2ECCEE4B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A7DADC-FE2E-418A-B7C5-43577EAA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A7A405-DD7E-4B82-8477-B8FCE9BA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F064AD-2F58-49AF-B314-3DC8249D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412685-781B-4C68-ACE4-81F257D0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1D203-E749-4A54-B56D-B73D2C61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3B1149-3727-4D59-B4E9-077DC716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FEF11B-D96D-4DE4-8A94-06999896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81340F-63E3-44DA-8E23-C0FE3750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11DA3E-16C2-4597-AB23-A758F2D0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CC67DD-0259-43AD-B3EE-4013DF70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39E10A-8D1F-4F9A-9C71-2CE30C13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A9EFC7F-79F6-48A0-BE84-B651224E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BCC117-7C7D-4DD5-A58E-E95FA369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E61D459-4097-41EA-81C5-050C5EDA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1C396DD-B7A9-4008-B979-9CBF04EF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1658B90-AA15-4620-902D-4AC5AE2C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0AB7D9C-25E2-4875-84D5-F324DFB7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C93AA11-9C85-4D3C-85E8-A91BCDEC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21A2C2F-A8BF-4A64-90CF-5484796A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468D0C-E17B-4C29-8F67-A23D343B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809FCBB-6E76-46B2-896C-527AC370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4EA40B-4F13-4BCB-9127-CBE46FFB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5AA4671-9FCB-401A-8D5B-78DC9503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B09C0B5-652D-48A2-B10D-7B4754C8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713BC8F-DEE9-45B3-B486-6178D2B7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AD1E446-0B5C-4F86-AC61-4227BC2D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2A07D6-0118-43F0-910A-09CA0F2D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8197BB4-A72B-4315-B467-FCDC0204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EDF10E6-5D3B-475D-83E6-A7BAF8DF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FB1A2A2-9568-4146-A4CC-45EFF224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C1924BE-B3FB-42B0-874D-D31C8C17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3DEBD6C-C1DE-47DB-951F-0284D0E1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C037695-AF42-4A0E-AF78-5340CF4C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67EF838-EA91-45D0-A307-0C83D62C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9BFF29A-70A7-407C-9223-C28ADF42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329C0A9-3F05-4437-A7C8-4C28CB3F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8E045CF-040F-4480-985E-315AF3EC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CCD0C79-B69E-476B-A7CE-64D49345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6536CF3-F47F-4757-B243-FBE22D11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7CF08F5-97E4-4FB9-A128-E02DE66F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43AF44D-7054-4873-A354-735DD0D7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7707AAE-2490-4A68-95B5-FDA58835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F708F94-3515-437A-9A78-FBBDE7E6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79B264E-6A5E-4FDF-AFD6-235C590E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8A79F64-1FFC-44B7-AE62-B8425149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DDC84F3-8821-442C-AC0A-0FFF3938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7449A6B-4994-4DA2-979B-385C4E8B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A27C1DF-BD3A-449D-B42F-9C121B30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900DF79-8AFF-4D16-AACB-BFB49D4D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CE9CAA0-D6A7-4035-B1C5-57BCA78A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4F424A3-FAE3-4008-9374-13889C23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D482B9F-A7D4-4507-9B38-927913FD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7992A32-760B-4EFD-B5E9-5ACEB739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D7CADB0-BDAB-433E-8436-9F19B836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EE74568-5717-4083-8280-19F204DC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B419410-8A2C-4256-8DAC-42DB393F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3569FD0-0EDF-4596-B7C8-85FFD44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156C21F-0E37-4134-BED7-9AC40C89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7C4FFD0-09B7-4D9C-921E-595C6E29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FC07A22-9CE5-4FCE-B23B-B63A7806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8608D09-1A9F-4C3B-B2A3-6C3D0105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5C094D9-1F99-4F69-BCCC-D5F6644C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7A5BD50-3980-4FD3-9633-72086E45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CAF3A10-1B48-4829-A9B6-AC6D56DB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6367508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B063F8E-0914-4E74-8CBF-E2C0D908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06C45-70D1-460F-9637-62D18905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D33E6-2541-4BB4-96D2-EC5F8953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6FA38-BF9E-4DF4-A968-84B962C6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C6421-5089-422B-BC75-1CC77303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f99e7c77bf48e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E6D0B-E3D2-406A-9833-8BC85B18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FE475-A28C-4BE4-AE9E-C254A82C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0D047B-3667-4E81-8DDB-59E05ECE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39688-8C8F-4E01-A5F9-9B9ECDE7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18370-45D0-434F-A268-AC0DD5B5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0141E-9710-4ED6-9EDF-8EE4FCF8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A0B92-78A6-4FFD-8279-73BB5693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528E46-3F1A-4B35-875C-A778F1B2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8D5E9A-4009-4383-AA5E-3F037DCC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383B1C-3E4E-4BCE-93E1-000A666D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45DCE-7C10-4F28-BAE0-BE5F6829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878A64-111A-4D33-9CE5-3B978288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AF6217-2A51-4FCB-90EB-3ADAC935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2A1D17-69F3-4DE7-961F-BA14376B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764FBD-7437-4057-89FE-2E2597BD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DA67BC-3F4B-4AF3-B212-2C341A71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B195BA-BFF2-4AA7-B11E-054AD211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044A97-F440-44D2-AC01-DF95C225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9603EB-8848-4C76-B689-2C364FB4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6B4C5A-2C52-441E-B7E0-048CE192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A83B8B-ED47-46DB-9AEF-D1F5D5B3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68AC22-4900-46F7-B14E-B22CEDF0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E20391-2E62-4D4A-AA41-91F2B9D3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0C8051-6D4A-40A6-80B8-ED29B9CB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705A00-ED4A-40EB-8F4B-864B923A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4BE72F-FC54-4D0D-834A-D3B5D1AF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A8E39A-2C0F-49C9-897C-E8487785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222A2E-D3C0-43E5-BAC7-D081373A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F45AF6-0099-494C-B711-9A9169BC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20B3E2-A78E-4E6A-A227-D52AB4E1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BDDA8C-A883-4CCF-A9A2-9720F178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484871-5042-4167-AD4A-EE09F9DB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29E984-EEDA-47A6-ACF9-E98C9D0D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14489A-1BC8-408C-8202-D83670C5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9555F1D-85FD-430B-8240-8672B91F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3724B3-C42B-4CC5-87F1-6AAE43DD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E72471-ADBA-4F00-A29A-65731909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EB73B7-B7D0-462F-867E-E6FEB985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C327B7-DBAD-4C77-AC1C-C4928330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CE97A2-DB6B-4DD5-AF9D-55B47DD1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FFFD47-E53B-460B-860E-1AAE7758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19183F-B799-4A06-BF9F-DDF70744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DCF69C-4314-4C35-80D7-44CDE723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0F49C82-20B6-40E9-9251-D467FE60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EFC4390-2E0F-41C2-8632-B1C89407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6359722-8CDE-4D81-8335-A5FAF524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E3E79EC-898C-4DB2-BFA7-4FB681D9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D9358A-7979-430E-A967-02176B70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D5FBBB-3704-4A48-A400-F3DBD343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8F92BD-EFA8-44A8-99C4-49FB7F94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F4E760F-2B00-4333-8517-93FB74BD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7B661B2-B6B6-4ACC-A22C-79F2D2FB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575655E-B5DF-4ACD-9826-E8AA9F3A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16463ED-6543-47FA-8DBF-71773142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6AF1C09-6FF0-48BD-8C44-9BBA402B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D22EC7F-EC1F-4143-8536-E26DD217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723B9C2-5191-4F04-96C7-9B844AED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841D616-B047-4B21-AE8E-78886135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4E046B0-48F4-4065-89CE-BB0E0F85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5AC875C-E333-4393-B02E-60F4544D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E4E4809-9AAE-4F02-9993-E3EB5A2A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2F9531-1623-4F43-8C23-3AF0346A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49CF7EE-9216-45AB-ACD1-7474BC94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28C8581-2D64-4D7D-8F06-ED773029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E8CE196-C7B5-41CE-850F-65C3A959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1E420F7-19E7-47F0-9C64-0D66BDBA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9CAD1BF-A707-4A92-A41C-B06DD050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B541383-85E1-41D0-A3B6-4D9ECB37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1597937-762F-4425-8ADF-EA06B3C2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5236AD4-5F89-440D-85C8-83FAE222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B9F44D1-322D-4996-BAC1-5E4F665B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81EE1A5-2DCE-4724-888D-8B145A03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F0EB74D-DBFD-49CB-93EB-2CB1C3E2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D22EE4A-31E4-4FEA-84E6-D34FC0DE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A5BD854-E2C3-4790-92A9-32B9A9BD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39227BE-0110-4681-9A39-A2108DD5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0AD5F9E-23EE-4AAB-9FD8-F909C29E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7534329-9329-49A6-ACB4-3A7A6529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C200D8C-0F13-4878-8672-D82A504E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CE9AE12-7C6A-452B-9121-CD2B5F94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FA50902-E990-4F65-8D1F-23DD5BDE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DA411EA-81CF-4438-85C3-460CF529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B3E6A22-996D-40E8-A074-43A8AD8D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9ED99D7-ED74-49E8-BE1B-EFDDE560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21BCCB3-6746-4ACC-9E90-2F9A68C1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A060ED1-602F-4108-A744-75CC5EF3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169073E-EA9E-4A4F-9D0C-8CC34E13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E44B610-2FC4-4314-BFF0-85DCBD4F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3742D4A-6D6B-48CB-B25C-E459AB0B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5EF63B0-05F2-49B7-BF55-2591D306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E1B5271-AAB7-4AA5-800E-F6718765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A03227F-E13F-466E-A3F2-B68F1204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E773FEE-3BF1-43F5-829D-73B57F7E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054150B-C1D4-4D2C-8B15-A88125B9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E1377D9-FDE0-4BE0-B64A-C1FF4AB4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7846F32-D988-4263-B205-17021B34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EC3E4C0-29D6-4237-9D72-06BE7096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B340820-751D-4D8F-B9DF-C8399C62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EC3373C-B6A7-4F75-B6DC-1B0A8C3F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7FAE21B-7080-4E88-9289-7833C337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077D480-D43A-4E36-84ED-9BB6B975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C29DD52-D1C7-4342-A344-F0253F0A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7430FE2-4DDA-4F56-93C5-2D26E682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39A8352-012F-4F52-A07E-22FA147A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5D47812-039E-467D-997C-97E3A8D6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C590889-3965-43BC-AEC1-E98D4E2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AEBB0CE-875F-4000-ABB9-F6738859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4D5359F-5EB3-4654-B7EC-2CA0C5E0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BB3F4BA-DE56-4D38-A82C-23733531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5387A0C-37B4-4423-AB6E-7AC559A8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16C1655-714E-4C78-BE55-8D483F0F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FEEF5D7-1D89-46C7-8862-19D8F7A2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330A0C5-E0BB-4322-842D-042441D4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0D68D01-1310-4626-811B-AF993454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26CBB19-0EB6-45FE-AA82-5AB74F12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1854753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3D4B5D-C9D1-4487-9842-68879340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BB1645-F4C0-4E5A-9446-DD01457B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BF0894-BAC2-48B4-99E2-BAE7F67C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E008F-6A54-454E-A164-08925A4B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b8028fd48486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498571-DE58-4ED8-95C2-CC467149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8C2EA-9741-455B-BCC0-DB8F6F82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504a9cee14784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04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2026-09-18T01:35:13.2010000Z</dcterms:created>
  <dcterms:modified xsi:type="dcterms:W3CDTF">2026-09-18T01:35:13.2010000Z</dcterms:modified>
</coreProperties>
</file>