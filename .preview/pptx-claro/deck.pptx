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e0ff3e12a74286" /><Relationship Type="http://schemas.openxmlformats.org/officeDocument/2006/relationships/extended-properties" Target="/docProps/app.xml" Id="Rd7f25bcf12ee49a6" /><Relationship Type="http://schemas.openxmlformats.org/officeDocument/2006/relationships/officeDocument" Target="/ppt/presentation.xml" Id="Rbd6afe9cb1c54d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9b35ff1e294435"/>
  </p:sldMasterIdLst>
  <p:notesMasterIdLst>
    <p:notesMasterId xmlns:r="http://schemas.openxmlformats.org/officeDocument/2006/relationships" r:id="R0c0ed49d34fb4d39"/>
  </p:notesMasterIdLst>
  <p:sldIdLst>
    <p:sldId xmlns:r="http://schemas.openxmlformats.org/officeDocument/2006/relationships" id="256" r:id="Rb3c795f7c1a743e3"/>
    <p:sldId xmlns:r="http://schemas.openxmlformats.org/officeDocument/2006/relationships" id="257" r:id="R4447d1972cb64f99"/>
    <p:sldId xmlns:r="http://schemas.openxmlformats.org/officeDocument/2006/relationships" id="258" r:id="R86ba29eac0314966"/>
    <p:sldId xmlns:r="http://schemas.openxmlformats.org/officeDocument/2006/relationships" id="259" r:id="Rd79db976aad94270"/>
    <p:sldId xmlns:r="http://schemas.openxmlformats.org/officeDocument/2006/relationships" id="260" r:id="R988c2322ee01419b"/>
    <p:sldId xmlns:r="http://schemas.openxmlformats.org/officeDocument/2006/relationships" id="261" r:id="Rea126b6105964041"/>
    <p:sldId xmlns:r="http://schemas.openxmlformats.org/officeDocument/2006/relationships" id="262" r:id="Race3c14dde9a47d7"/>
    <p:sldId xmlns:r="http://schemas.openxmlformats.org/officeDocument/2006/relationships" id="263" r:id="Rc10422a5a3864345"/>
    <p:sldId xmlns:r="http://schemas.openxmlformats.org/officeDocument/2006/relationships" id="264" r:id="Rc6398f9ac9fc495c"/>
    <p:sldId xmlns:r="http://schemas.openxmlformats.org/officeDocument/2006/relationships" id="265" r:id="R829e82aae4ee4623"/>
    <p:sldId xmlns:r="http://schemas.openxmlformats.org/officeDocument/2006/relationships" id="266" r:id="R55844aced19e4c5b"/>
    <p:sldId xmlns:r="http://schemas.openxmlformats.org/officeDocument/2006/relationships" id="267" r:id="Ra0a29ca55a5b4f42"/>
    <p:sldId xmlns:r="http://schemas.openxmlformats.org/officeDocument/2006/relationships" id="268" r:id="Re6f17fc5819c4d23"/>
    <p:sldId xmlns:r="http://schemas.openxmlformats.org/officeDocument/2006/relationships" id="269" r:id="R7bb595b572f24987"/>
    <p:sldId xmlns:r="http://schemas.openxmlformats.org/officeDocument/2006/relationships" id="270" r:id="R24d5412dfef144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e1e70c8d494478" /><Relationship Type="http://schemas.openxmlformats.org/officeDocument/2006/relationships/slideMaster" Target="/ppt/slideMasters/slideMaster1.xml" Id="R2e9b35ff1e294435" /><Relationship Type="http://schemas.openxmlformats.org/officeDocument/2006/relationships/notesMaster" Target="/ppt/notesMasters/notesMaster1.xml" Id="R0c0ed49d34fb4d39" /><Relationship Type="http://schemas.openxmlformats.org/officeDocument/2006/relationships/presProps" Target="/ppt/presProps.xml" Id="R670fc56bfaf64397" /><Relationship Type="http://schemas.openxmlformats.org/officeDocument/2006/relationships/tableStyles" Target="/ppt/tableStyles.xml" Id="Rce5af44d21d54288" /><Relationship Type="http://schemas.openxmlformats.org/officeDocument/2006/relationships/slide" Target="/ppt/slides/slide1.xml" Id="Rb3c795f7c1a743e3" /><Relationship Type="http://schemas.openxmlformats.org/officeDocument/2006/relationships/slide" Target="/ppt/slides/slide2.xml" Id="R4447d1972cb64f99" /><Relationship Type="http://schemas.openxmlformats.org/officeDocument/2006/relationships/slide" Target="/ppt/slides/slide3.xml" Id="R86ba29eac0314966" /><Relationship Type="http://schemas.openxmlformats.org/officeDocument/2006/relationships/slide" Target="/ppt/slides/slide4.xml" Id="Rd79db976aad94270" /><Relationship Type="http://schemas.openxmlformats.org/officeDocument/2006/relationships/slide" Target="/ppt/slides/slide5.xml" Id="R988c2322ee01419b" /><Relationship Type="http://schemas.openxmlformats.org/officeDocument/2006/relationships/slide" Target="/ppt/slides/slide6.xml" Id="Rea126b6105964041" /><Relationship Type="http://schemas.openxmlformats.org/officeDocument/2006/relationships/slide" Target="/ppt/slides/slide7.xml" Id="Race3c14dde9a47d7" /><Relationship Type="http://schemas.openxmlformats.org/officeDocument/2006/relationships/slide" Target="/ppt/slides/slide8.xml" Id="Rc10422a5a3864345" /><Relationship Type="http://schemas.openxmlformats.org/officeDocument/2006/relationships/slide" Target="/ppt/slides/slide9.xml" Id="Rc6398f9ac9fc495c" /><Relationship Type="http://schemas.openxmlformats.org/officeDocument/2006/relationships/slide" Target="/ppt/slides/slide10.xml" Id="R829e82aae4ee4623" /><Relationship Type="http://schemas.openxmlformats.org/officeDocument/2006/relationships/slide" Target="/ppt/slides/slide11.xml" Id="R55844aced19e4c5b" /><Relationship Type="http://schemas.openxmlformats.org/officeDocument/2006/relationships/slide" Target="/ppt/slides/slide12.xml" Id="Ra0a29ca55a5b4f42" /><Relationship Type="http://schemas.openxmlformats.org/officeDocument/2006/relationships/slide" Target="/ppt/slides/slide13.xml" Id="Re6f17fc5819c4d23" /><Relationship Type="http://schemas.openxmlformats.org/officeDocument/2006/relationships/slide" Target="/ppt/slides/slide14.xml" Id="R7bb595b572f24987" /><Relationship Type="http://schemas.openxmlformats.org/officeDocument/2006/relationships/slide" Target="/ppt/slides/slide15.xml" Id="R24d5412dfef144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d7fbec53f043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5d82bc4cb54bd5" /><Relationship Type="http://schemas.openxmlformats.org/officeDocument/2006/relationships/notesMaster" Target="/ppt/notesMasters/notesMaster1.xml" Id="R8494e41a905544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88a4af71754459" /><Relationship Type="http://schemas.openxmlformats.org/officeDocument/2006/relationships/notesMaster" Target="/ppt/notesMasters/notesMaster1.xml" Id="Ra671e888f85042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4f56826cad431f" /><Relationship Type="http://schemas.openxmlformats.org/officeDocument/2006/relationships/notesMaster" Target="/ppt/notesMasters/notesMaster1.xml" Id="Rbc962e82328e48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f49a2745154f73" /><Relationship Type="http://schemas.openxmlformats.org/officeDocument/2006/relationships/notesMaster" Target="/ppt/notesMasters/notesMaster1.xml" Id="R739b685baf4041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629a3dc47a41bf" /><Relationship Type="http://schemas.openxmlformats.org/officeDocument/2006/relationships/notesMaster" Target="/ppt/notesMasters/notesMaster1.xml" Id="R5c4d57dbadf94f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2184f88f274728" /><Relationship Type="http://schemas.openxmlformats.org/officeDocument/2006/relationships/notesMaster" Target="/ppt/notesMasters/notesMaster1.xml" Id="Rf867f8a94b4942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8a41ec824d4db2" /><Relationship Type="http://schemas.openxmlformats.org/officeDocument/2006/relationships/notesMaster" Target="/ppt/notesMasters/notesMaster1.xml" Id="R28031b1164254b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fab791c5c7428b" /><Relationship Type="http://schemas.openxmlformats.org/officeDocument/2006/relationships/notesMaster" Target="/ppt/notesMasters/notesMaster1.xml" Id="R5b35c34ff60a49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df61f393b34404" /><Relationship Type="http://schemas.openxmlformats.org/officeDocument/2006/relationships/notesMaster" Target="/ppt/notesMasters/notesMaster1.xml" Id="R630d42e3c26441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3f916af80d4a01" /><Relationship Type="http://schemas.openxmlformats.org/officeDocument/2006/relationships/notesMaster" Target="/ppt/notesMasters/notesMaster1.xml" Id="R3b044c2c700845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5573ec6c544aeb" /><Relationship Type="http://schemas.openxmlformats.org/officeDocument/2006/relationships/notesMaster" Target="/ppt/notesMasters/notesMaster1.xml" Id="R4ddb77cdeba14c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7c76db81394404" /><Relationship Type="http://schemas.openxmlformats.org/officeDocument/2006/relationships/notesMaster" Target="/ppt/notesMasters/notesMaster1.xml" Id="R59d2d9446bf546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e5300e6949400a" /><Relationship Type="http://schemas.openxmlformats.org/officeDocument/2006/relationships/notesMaster" Target="/ppt/notesMasters/notesMaster1.xml" Id="R4c05fb3e58424b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634eb4514b841e9" /><Relationship Type="http://schemas.openxmlformats.org/officeDocument/2006/relationships/notesMaster" Target="/ppt/notesMasters/notesMaster1.xml" Id="Rf844127e25b84fb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b8a94f73f2c460d" /><Relationship Type="http://schemas.openxmlformats.org/officeDocument/2006/relationships/notesMaster" Target="/ppt/notesMasters/notesMaster1.xml" Id="R6d1149b664cc46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a2d4bc19b49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ca265cddb34cb0" /><Relationship Type="http://schemas.openxmlformats.org/officeDocument/2006/relationships/slideLayout" Target="/ppt/slideLayouts/slideLayout1.xml" Id="Rb9771b5626bd45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771b5626bd45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74ce50b0d4bef" /><Relationship Type="http://schemas.openxmlformats.org/officeDocument/2006/relationships/image" Target="/ppt/media/image.png" Id="R14b0681ffc174193" /><Relationship Type="http://schemas.openxmlformats.org/officeDocument/2006/relationships/image" Target="/ppt/media/image2.png" Id="R4d9ca53e78cb4f71" /><Relationship Type="http://schemas.openxmlformats.org/officeDocument/2006/relationships/notesSlide" Target="/ppt/notesSlides/notesSlide1.xml" Id="R54dec70addbf45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b24e6f58446de" /><Relationship Type="http://schemas.openxmlformats.org/officeDocument/2006/relationships/image" Target="/ppt/media/image3.png" Id="Rd35d615d63a24f63" /><Relationship Type="http://schemas.openxmlformats.org/officeDocument/2006/relationships/notesSlide" Target="/ppt/notesSlides/notesSlide2.xml" Id="R5e7210079d1649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489ab70194abd" /><Relationship Type="http://schemas.openxmlformats.org/officeDocument/2006/relationships/image" Target="/ppt/media/image4.png" Id="Ra4a15ea9a81740d9" /><Relationship Type="http://schemas.openxmlformats.org/officeDocument/2006/relationships/image" Target="/ppt/media/image5.png" Id="Rb7c61ac6945d47ea" /><Relationship Type="http://schemas.openxmlformats.org/officeDocument/2006/relationships/image" Target="/ppt/media/image.svg" Id="R561dd380bff2495a" /><Relationship Type="http://schemas.openxmlformats.org/officeDocument/2006/relationships/notesSlide" Target="/ppt/notesSlides/notesSlide3.xml" Id="R27851c0ed5d744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21295aa844516" /><Relationship Type="http://schemas.openxmlformats.org/officeDocument/2006/relationships/image" Target="/ppt/media/image6.png" Id="R3b49b89ecf6b45df" /><Relationship Type="http://schemas.openxmlformats.org/officeDocument/2006/relationships/image" Target="/ppt/media/image7.png" Id="R6be2af94dd0e4811" /><Relationship Type="http://schemas.openxmlformats.org/officeDocument/2006/relationships/image" Target="/ppt/media/image2.svg" Id="R5f309deb57734c85" /><Relationship Type="http://schemas.openxmlformats.org/officeDocument/2006/relationships/notesSlide" Target="/ppt/notesSlides/notesSlide4.xml" Id="R3f33fd2313a844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38fc6dd504205" /><Relationship Type="http://schemas.openxmlformats.org/officeDocument/2006/relationships/image" Target="/ppt/media/image8.png" Id="R7c40b3bcee22468f" /><Relationship Type="http://schemas.openxmlformats.org/officeDocument/2006/relationships/image" Target="/ppt/media/image9.png" Id="R31eee9104aaa482f" /><Relationship Type="http://schemas.openxmlformats.org/officeDocument/2006/relationships/image" Target="/ppt/media/image3.svg" Id="Re7b61468de6e46aa" /><Relationship Type="http://schemas.openxmlformats.org/officeDocument/2006/relationships/notesSlide" Target="/ppt/notesSlides/notesSlide5.xml" Id="Rc8444de5b90d49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3e502a27f4cd7" /><Relationship Type="http://schemas.openxmlformats.org/officeDocument/2006/relationships/image" Target="/ppt/media/image10.png" Id="R4ba69b1cce714af9" /><Relationship Type="http://schemas.openxmlformats.org/officeDocument/2006/relationships/image" Target="/ppt/media/image11.png" Id="R806bd11e7b764e55" /><Relationship Type="http://schemas.openxmlformats.org/officeDocument/2006/relationships/image" Target="/ppt/media/image4.svg" Id="R70ff44f059444b7f" /><Relationship Type="http://schemas.openxmlformats.org/officeDocument/2006/relationships/notesSlide" Target="/ppt/notesSlides/notesSlide6.xml" Id="Rb135b75a1f4042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0a704544441f8" /><Relationship Type="http://schemas.openxmlformats.org/officeDocument/2006/relationships/image" Target="/ppt/media/image12.png" Id="R2239badbcb2647fa" /><Relationship Type="http://schemas.openxmlformats.org/officeDocument/2006/relationships/image" Target="/ppt/media/image13.png" Id="R763fab52b297463c" /><Relationship Type="http://schemas.openxmlformats.org/officeDocument/2006/relationships/image" Target="/ppt/media/image5.svg" Id="Rc8f1327803184728" /><Relationship Type="http://schemas.openxmlformats.org/officeDocument/2006/relationships/notesSlide" Target="/ppt/notesSlides/notesSlide7.xml" Id="Rcef49e87674549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d93b1ae4614ece" /><Relationship Type="http://schemas.openxmlformats.org/officeDocument/2006/relationships/image" Target="/ppt/media/image14.png" Id="R8d7e083856234368" /><Relationship Type="http://schemas.openxmlformats.org/officeDocument/2006/relationships/image" Target="/ppt/media/image15.png" Id="Rb25f83938c8248d0" /><Relationship Type="http://schemas.openxmlformats.org/officeDocument/2006/relationships/image" Target="/ppt/media/image6.svg" Id="R2671a709d0df4b84" /><Relationship Type="http://schemas.openxmlformats.org/officeDocument/2006/relationships/notesSlide" Target="/ppt/notesSlides/notesSlide8.xml" Id="Re91802b7ad3641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8521291914edc" /><Relationship Type="http://schemas.openxmlformats.org/officeDocument/2006/relationships/image" Target="/ppt/media/image16.png" Id="Rb834c3ca98a24fc1" /><Relationship Type="http://schemas.openxmlformats.org/officeDocument/2006/relationships/notesSlide" Target="/ppt/notesSlides/notesSlide9.xml" Id="R4719cac4c7ae40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e02311aa3445b" /><Relationship Type="http://schemas.openxmlformats.org/officeDocument/2006/relationships/image" Target="/ppt/media/image17.png" Id="R481b887441924598" /><Relationship Type="http://schemas.openxmlformats.org/officeDocument/2006/relationships/notesSlide" Target="/ppt/notesSlides/notesSlide10.xml" Id="Rb4839e6ce47e41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b731aee4341ed" /><Relationship Type="http://schemas.openxmlformats.org/officeDocument/2006/relationships/image" Target="/ppt/media/image18.png" Id="R510ea138c1ad4211" /><Relationship Type="http://schemas.openxmlformats.org/officeDocument/2006/relationships/notesSlide" Target="/ppt/notesSlides/notesSlide11.xml" Id="Rc3d631cd784740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1869b40074d1e" /><Relationship Type="http://schemas.openxmlformats.org/officeDocument/2006/relationships/image" Target="/ppt/media/image19.png" Id="R99aeda51e5864818" /><Relationship Type="http://schemas.openxmlformats.org/officeDocument/2006/relationships/notesSlide" Target="/ppt/notesSlides/notesSlide12.xml" Id="R83ac1620778b441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c7d4187f74bdb" /><Relationship Type="http://schemas.openxmlformats.org/officeDocument/2006/relationships/image" Target="/ppt/media/image20.png" Id="R57ce1533856844ec" /><Relationship Type="http://schemas.openxmlformats.org/officeDocument/2006/relationships/notesSlide" Target="/ppt/notesSlides/notesSlide13.xml" Id="R09bfe790bfc445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285f4a95c4bf5" /><Relationship Type="http://schemas.openxmlformats.org/officeDocument/2006/relationships/image" Target="/ppt/media/image21.png" Id="Rd7786cc8a1994431" /><Relationship Type="http://schemas.openxmlformats.org/officeDocument/2006/relationships/notesSlide" Target="/ppt/notesSlides/notesSlide14.xml" Id="R3b888c9868fb43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a6d17fbb74ca6" /><Relationship Type="http://schemas.openxmlformats.org/officeDocument/2006/relationships/image" Target="/ppt/media/image22.png" Id="R2475c0e4656a4dd9" /><Relationship Type="http://schemas.openxmlformats.org/officeDocument/2006/relationships/image" Target="/ppt/media/image23.png" Id="Rb24e0723467d404e" /><Relationship Type="http://schemas.openxmlformats.org/officeDocument/2006/relationships/notesSlide" Target="/ppt/notesSlides/notesSlide15.xml" Id="R4961c481bf504b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A33FB2-5D5E-4E08-9DAA-0C44A69F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D4DA6-20CA-4CF1-AA0A-B0EA2B1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8B327-AF18-4A0A-963D-8000F424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0681ffc17419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522F4-6965-45C6-83B0-C8C0F64A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133A9-ECB0-4CB4-9806-DE4CBA19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ca53e78cb4f71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1D7E5-BD4B-406A-A14B-24802B3A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CBC83-B5EE-4C84-839C-CF636C26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61D81-7ACE-4A48-9389-71B7F11C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FD0B4-59B1-4987-A18B-753A632A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20EE02-5408-447B-996D-B1ECEFC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B5D40-B863-4B45-92A2-DED4BAB4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53A5A-A8B4-4C03-B4C2-E50CE8DE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CDBAA-1207-4AC2-B807-A9FFB502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D37A0C-6C55-4E56-A6A6-216A4D2F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489410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615819-4BA5-44CD-9434-961A8B24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78733-D709-4594-9625-3BCC8936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3E1EE-664F-4168-9A5E-ABEB58C7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FA833-80AA-4CEF-8AA7-96B9EF19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4C5FA-5F6D-4612-B05C-0D3D737C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d615d63a24f6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FBDE8-50FB-4EC9-9D59-F3A7FF45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A76CF5-47E0-41C1-9E64-2E935040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AE7D6-3BF7-4BEB-9BEC-3CF5AA4E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F6D23-757B-4328-8D36-C77281C4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2032D-AB5E-4703-BF27-9B3DC878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0E2975-6748-4244-BEAA-1070250C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EBDBF3-979B-4592-A7CC-4795E30F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B7A77-3D67-43E1-8BC9-86F7BB49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4B862-BF16-4C33-825C-AA7B3965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42610B-FEA7-44C4-A9F4-364DFBF6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40BA3-06BB-4364-8988-CB7564D3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E4710-9127-40C9-99C9-DBA08518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C33D7-36B1-42D0-9164-0FB07079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FC4DB-CBD6-475F-B3AE-3282A4E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A9BDCB-2369-4047-AD49-EC5ED26D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A07540-DFC0-4879-9D77-B7A4CCF1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020645-70E0-4FA0-A5F7-57720492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58B8A1-748F-4E63-9869-5588FA09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1125A9-FBC0-4EF3-B71E-6E3B2A50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1FC502-9F1E-4115-95C5-0B11F8E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E10ADC-8407-4222-9315-B3431295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D84F99-F8DC-4869-AD18-C9189A31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F44F-D9F4-4216-8313-A9CD191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8B0602-5B3E-4940-B159-8D9AE1B3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EFF4BB-C92C-4C5D-8DC2-A5CB3D7E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B71480-3C16-4D93-97C1-63F13AE2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787768-35D2-4740-BB0C-35737B30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2ACF25-53B7-4F48-BA4C-99B9BD63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9C29F3-F852-4389-A256-B1B1D1E0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0BAA45-ACE6-47EF-B50C-2F5FC31A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1C485A-658C-4668-A7C9-F991E645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F0A218-9EDB-43E4-94F2-A3ED4AEB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FA82C8-4869-4A64-B43A-56C0938A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584821-6CEB-4F26-B961-7D304D22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133738-1BF8-4576-B170-E550C015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21281672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8D65B37-478B-4421-A505-23A338E0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694DA-A3B1-4158-890F-42253754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88FD3-F7F9-4A9D-85A3-14AFD104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559B5-5098-4495-B0A6-E8E5EABF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52591-6C2D-41A4-BFAB-B5752B8C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15ea9a81740d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8E404-2476-4186-A9A0-70A3FAF5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60781-4549-49EC-A84B-4530C217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21C456-4FEC-4F17-A000-304ACF5A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BAD7D-0764-47F5-8927-0ACF6216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D8B10-1FD0-4E07-AA31-BF6F3295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24557B-D0B4-4B43-A672-2BF52E01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2E423-1E8C-4185-A1BB-BD521CD4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E9B33-9991-4BC9-A2AF-3A873F93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36A07-53C4-40A5-9858-6B67716B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5E7247-7770-4B31-B949-726BDCB9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D3C07-D50D-4A41-8AD2-290EB40E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EDC174-8FDC-420E-AF0C-97C52B3C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C75914-16A4-4C18-9A1A-D20013BB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D43ED-AB0A-4055-8A7A-5D8D96FE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106EB6-BC9D-4A49-96E0-A351ED8D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2366D4-8CAD-421A-9BE1-DF7C2A39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AC9AB4-EBBE-41FC-803B-A923308A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21F029-33F4-439F-91E4-6518A038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0520D9-8F52-44D4-AE49-FDE6A2E8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FF6E6E-4BD9-42FD-9C79-C508E513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3270A-33C5-4916-9D0B-40F8F47D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009DEB-5A6B-4808-A4D6-FD4E7C04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74E1A5-D599-4FAB-BDF6-B8181A34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46FD30-C9F3-4AE3-B397-503668FE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D367C3-BC9B-4EC8-BBB6-E82A986A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7D472B-B17D-4C4E-B628-911D14B6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CE442C-DD65-43A8-983E-D118BB00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54FE57-D060-4A41-BAE6-958DECBC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492759-0A63-4FB4-86DD-AEE0123A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9FBEAF-4D82-4655-98E5-1ACB1A55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1C7E60-AF43-4843-9499-EF88EF4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61ac6945d47ea">
            <a:extLst>
              <a:ext uri="{96DAC541-7B7A-43D3-8B79-37D633B846F1}">
                <asvg:svgBlip xmlns:asvg="http://schemas.microsoft.com/office/drawing/2016/SVG/main" r:embed="R561dd380bff249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08429E-252F-4BF1-B0D1-8885305F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44FA60-78C2-4305-A2E9-19514F26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CBBA1B-CACE-4073-92BC-B7686A4C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818460-6EB8-4582-B12F-7FE4418C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0A252E-9E4C-4165-B6CA-D220CD9E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65D806-B4B2-4886-B27D-BB652D4B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6778ED-1842-4EAE-8708-333AAF76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A95817-8048-4FC0-812F-CF1C1FB2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BFFE82-19CB-42B8-A306-E2887308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0EBCCA-173F-4F23-AFFC-8A5C9132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AEC935-7A6C-45B1-8B06-EA8A3A51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1BC7E9-4031-4125-8A7D-ECE80304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8710C2-4DDA-450A-99F5-E4CEC0FB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0A1F84-12BF-4B72-BF3C-A414F3B1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DF2ACA-2882-497C-B400-4E789B06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3D1549-1CC9-49A9-9F7B-E8609236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0E1A564-4030-4061-8A7C-413E4F97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B15C3E-7EC0-45EF-88AD-EEA9BAB4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9DCD618-86D6-4486-9A2F-5E7D2FE9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7273A5C-0BB4-42CB-A42B-9BD551C8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1BD7F4D-3B87-4A05-86C1-1000F286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1FD493-1E35-4AF3-A4EA-4983C456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18E740-71F4-4C77-BB33-3A948EE5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DC07C1E-4843-42FF-A5F3-2D2A97B3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EC2960-FB35-4FAA-A790-7D39FC08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BFB8CB1-BE62-460E-BFB0-DE0625A2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493D50C-BD3E-4611-9A61-3E1E7659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623EC6D-43C5-499C-BDFB-FC293104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467BE23-9F0B-4363-8CB4-A6F767D3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69599D-1914-4EDF-92B7-93595CD9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5CA09E3-9105-4B93-B363-D702AECF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453F23D-E206-4CC5-BDF3-2B230463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5489A6A-A2D7-4AF9-AE6B-FF5D4015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B8C258C-1EBE-4359-A81B-428C8739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F37993D-EC27-4DE1-B413-4B2FD746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8440D3-105F-40F8-A979-07C03435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4C5D701-C869-4AE1-B549-9F505C8C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0271377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2DAFCC-05F2-4681-A37C-3EFDAD1A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1E3A4-CF50-487A-95F4-6E95EECB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1887A-E063-44D5-886B-BFE36F7D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48F65-FFF0-4F38-9260-D2681AC3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8630A-420C-49C9-BDE5-3412FB72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9b89ecf6b45d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68067-165A-4AD1-9B65-DCCA5D24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41ECB-132C-4CDE-A1D4-D9FA2B15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9FD32-3562-4460-AD1E-65DBAC26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701664-4626-4403-87C7-DA3443E3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3116E-B344-49AB-A753-3572C5E2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2af94dd0e4811">
            <a:extLst>
              <a:ext uri="{96DAC541-7B7A-43D3-8B79-37D633B846F1}">
                <asvg:svgBlip xmlns:asvg="http://schemas.microsoft.com/office/drawing/2016/SVG/main" r:embed="R5f309deb57734c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D146A-37F6-4890-8AFF-F6E429D6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AF135-B05C-4D99-B53D-F4C9ABF4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40FB7E-C29E-44F1-BCF7-18C54619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2E1B5-E5F0-4D1B-9F5C-995E8024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36DEE-7554-4F65-AB7D-6AC21318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88465C-A44C-4394-AA13-C4D6FC0E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23F407-623B-4BA2-A2AC-2AF81387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64C828-B8DB-4B6E-8D61-71C2680C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FFCE2-C53C-4F7A-96B5-8C1EE7D2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38F55E-8C04-4AED-92DB-BCF6C475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EAAF32-32D4-44F3-B89F-F6BAD76C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44B579-F796-45AB-832F-30871057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8A1045-01FB-42E3-8F26-20023D9F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E1BEEB-F743-47DC-BCA2-0D79D1F0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400081-DA31-46E8-9E2C-FCFA230E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E4021F-866D-4F6A-A51B-BD1F3D3E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DEE495-D96B-4476-AD43-B0B51BB9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7793977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F866E8-D4F1-4BF5-975C-07F7A072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BE7C9-08FA-4D97-A35D-36000A98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20B05-7D96-411C-8080-396BBA75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C5E21-D5D1-4938-93F7-90374E90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AFD563-68AF-41B0-8F1D-F1BDA442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0b3bcee22468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2AAFD-9C60-4067-A94C-15E6F52D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309F23-D831-4C3F-9D57-574EE93B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55767-7B27-4567-AAB4-4BCAC338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43A311-067B-464A-9D66-606BBDEE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F52C0-CB94-440F-B608-2BE319A0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ee9104aaa482f">
            <a:extLst>
              <a:ext uri="{96DAC541-7B7A-43D3-8B79-37D633B846F1}">
                <asvg:svgBlip xmlns:asvg="http://schemas.microsoft.com/office/drawing/2016/SVG/main" r:embed="Re7b61468de6e46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67155-F3C4-42A8-8F68-3A2624BF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FAE34-D346-4B3D-9CF2-93E9BF9D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26758A-50E2-406A-BC45-7CC932DA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E8D32-5A1A-493C-B8C2-45D4CBB0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8CC73B-1385-4F48-B858-2B3A4A74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D4E2B-4C9B-4C9B-A69A-A3FC258C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54AA7B-534F-42E7-95E1-B5479047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3282A4-ECF3-4906-8977-B2E01E49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243731-44E4-48F8-9498-35511250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3251CE-72C3-4B6F-BC38-6D8B632B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3D15F-912C-4926-AD4F-2A75AAEF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86E063-71E0-4784-ABB3-6C204449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CE0250-15B3-4E40-A60C-11C3EC29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CCB3FB-259C-4D59-BD3D-8D0935BD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5A77E6-4826-4D9B-B643-57C665F7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C5BD0A-F516-44D2-8E5F-F3078823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69630A-934E-43FE-BF4A-6E8AA7B0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87EFE7-839F-47A0-9019-0C7F3546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017027-89D8-48E7-B687-662F9276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A2E846-4318-4619-9612-77520A28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586305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157759-1260-4665-A299-44BD2DF2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93EB8C-77CD-4721-B04B-ACFEEB31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34492-8413-4361-8219-533017DF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4A2F5-2F9E-41BD-A0CA-9921AD61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AA8CD-862A-4547-980F-C6439B48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69b1cce714af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EC481-8F91-4990-A494-A7043371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9EC73-BA12-4B72-8658-08089BAE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1441C-AE02-45CE-A545-2CC300A6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F5039-F90A-4B36-A34F-3631B32F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EF8C9-6ABE-4B48-943F-76647686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6bd11e7b764e55">
            <a:extLst>
              <a:ext uri="{96DAC541-7B7A-43D3-8B79-37D633B846F1}">
                <asvg:svgBlip xmlns:asvg="http://schemas.microsoft.com/office/drawing/2016/SVG/main" r:embed="R70ff44f059444b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27BCC-467A-47EA-918C-8AD9A88D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8A9BE7-9934-4529-AC0E-954ADFDD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9E55AA-2110-4109-BE9F-38CCA4EF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15D848-B36E-4B38-A738-6A32B306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26DD6F-DB45-4C38-BEB2-EC48D6B1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C34823-C779-4D8A-A480-925AA070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37C05-F956-43F3-A41D-E7A1B27D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AB3CD4-FA7B-4308-ABA6-EFAA9BF3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462808-0EB3-40F3-B142-5524C647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ACB26F-AE28-4E0B-940C-E0EA2729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D288A-7204-42B5-81D4-A447996D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90CFA2-8520-407C-B35F-7D13C243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DAFAEB-965F-4569-A400-A5C9F5CF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E3736-DD20-4706-9F63-DFA5117D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2928750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B1031-EADC-4784-ADA8-EECF7384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23389-33B4-4ECD-8DBC-CBF24F4D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1CA88-FA59-431A-9232-F897EEEB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97572-5876-4127-ABFE-59587A19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97F10A-84FB-4F80-8B27-B034D213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9badbcb2647f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DEAEB-E282-47EE-8BE7-A8E8B85C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43649-A509-46FE-BE0F-6FB5D5F6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DF4A6-4F12-4819-9FA5-6D739230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03088-E5EA-40AC-BAF0-3312B5D4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55E913-BB0D-438D-9403-AED230DC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fab52b297463c">
            <a:extLst>
              <a:ext uri="{96DAC541-7B7A-43D3-8B79-37D633B846F1}">
                <asvg:svgBlip xmlns:asvg="http://schemas.microsoft.com/office/drawing/2016/SVG/main" r:embed="Rc8f13278031847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C5CDE-D69D-40CD-A045-645DAE41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13D7B-F518-4606-A786-A01BCFEE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1A2EF1-B5FD-4BBB-804D-D6657EE0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247309-3621-4BDC-9190-017D2687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2E2549-427F-48A6-BE0A-6E15B8DC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27A28-11C6-4BE8-9579-B536828C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E17B92-DF01-433C-B9E3-CC55D94E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4F81A-2B7E-46A2-8A79-74D97FE4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D3B004-EF87-4896-A01F-FE2E0C4E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DD43F1-71BC-4000-9745-FFA7EAED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4BBC1D-B968-4D52-8DF9-560BC289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FC936A-3533-48B2-99C5-BFEF7446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285355-2950-41A2-A785-44B6A59E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07833B-F86A-4020-BB34-6971394D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6036924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1A4FBA-57B6-449A-BCEB-483273D9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4B18D-88B5-4039-942A-27BA0F8E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BEEC9-80BF-405A-ABAA-E73A4AE4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FBBD62-E42E-4431-9CD7-3355FB3F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1F068-ED18-4AC3-AB8B-D6A37244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e08385623436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26C2B-97A8-429C-9FE2-4EA10839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26924-34E2-4B3A-9489-FA898E84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B8376-F0A6-478D-A604-8158AF1C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F432F3-1DB3-4186-BE4B-DAD6056D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80AE73-EF1D-4FB8-82BE-E77E164C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f83938c8248d0">
            <a:extLst>
              <a:ext uri="{96DAC541-7B7A-43D3-8B79-37D633B846F1}">
                <asvg:svgBlip xmlns:asvg="http://schemas.microsoft.com/office/drawing/2016/SVG/main" r:embed="R2671a709d0df4b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788D7-CE57-4268-AF94-B5DC10FD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806B4-D26C-465A-97A3-D5696258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8E4846-2C71-46F1-ACCF-F57EC12A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51EE9-F632-4E29-BA4F-17942CB0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1B9C4-2DEA-4DCE-8922-41F2F7B3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CEE2-AB27-447C-9D7B-7BC1343B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E5C5F6-703A-4C4A-A5C2-CDDB666E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E41729-8551-4EAE-AA54-D97AA2AF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B7053-B0B7-4AC4-80F1-B781FD70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567A63-A289-4AB3-957F-F0C0225B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B8D62-95AE-47A5-A574-9FDFB4B8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AFB863-FECC-454E-A935-6A4F8C76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BEE430-9C5E-4BD2-B118-CD7F899C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5EB07D-391B-49BB-BB3B-977B9ECA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159080-F750-4638-87D8-7DF95A04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726CB3-DA9E-48E6-BB16-CC116A6D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883017-7A99-4D08-A87A-A9D5855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B96A04-3FA2-466D-86D4-246B2703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0C3324-1508-4B2E-9EE8-0C0021AC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81E3B9-B0F2-4EF8-BF7E-A1C7AD17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518D91-83CC-4ACC-8B3C-07D59347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510AAD-15B3-4DD5-BD8D-4E1B29D0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6336358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45A8E44-47C9-4019-856F-F6D1C2EF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6EC23-9B44-43D8-882E-55B989CC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DA3AB-F6DB-492A-AB82-1CF2B9C3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AD883-5107-4023-A0BB-58E67E4E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B203C-320F-4EEB-A429-BD00E66D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4c3ca98a24fc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A99F6-D69F-4F53-B900-22F4345A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04629-5B0C-4A5A-BA0E-F67BE8BA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F240A6-7DE9-4FB3-A3D8-4D420620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504C0-5241-4D2F-A190-8F18C2E2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A01EB-B046-4244-9B45-DC143246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04110-EE19-40B6-A0AA-B1D8914F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DC50AD-4BD9-4B7D-8C63-DC6F4EEF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0309B-9FF6-4E7A-A2EA-455430FC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AF5416-13CB-49D8-B215-64B2FC72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2E16A-4CA9-4B59-9D00-ECD5F9B6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481F7-7222-422E-BEF3-E9CBCFE7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84A01-9DC8-4191-AA7D-DBF99222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C9D150-F514-43B8-BE8D-03703E3E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2F389A-F2E4-4665-95FA-0FC1D2A1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BCA5D6-364A-4ABD-AD71-243178F6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9DCF60-42EB-4A6F-AB7A-66B7C7F4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38F75F-406C-4817-A354-64143B1C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D83FA2-24A1-4455-95F7-CC614F3A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E55C38-51A4-486B-9460-36CADD20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EA476A-9D2F-4BCA-87C7-B340AA59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8A64BD-B24C-4FD9-B48C-437008BB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50C40-15C2-4D33-8A69-11A2E3E5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C24134-B1E7-4248-B0B2-AF55EDB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B255AE-80F9-4DD6-8264-16A930CE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476F70-0AEB-4064-8DFF-7023330D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BB37B4-F8A3-42D4-B3C9-09B28607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4FC02F-CCAD-484C-B8B4-764DC225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55634A-20BA-493A-8AEF-221D7375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20F441-B3F0-4C96-A34B-E7888F8B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2579B0-8463-4F8A-96B3-9723101E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E37B0C-8E52-4EF4-A65A-E186E130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04EF8B-9562-42E6-8254-31E68EC2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82D0E4-9EDE-49E7-A647-2D3E4F4E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4C9E73-A6EC-4BB2-A862-14EB0811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F67487-FDD9-401C-A342-30848594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51EC7D-D349-4B08-B12B-4EA146B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1B7A2F-CD33-4360-9254-8C432D01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243E07-F976-4638-BFB7-B83E5D12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17B153-F73C-4771-A006-0A92C129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84644D-B7EB-441F-9A02-CB1EE517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7C55608-6542-4EDB-9954-F637E2A3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371A06-685E-4ECD-9388-81811F20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44939D-FC36-4DC3-B0D1-FC337471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431E32-C8D9-4653-B124-164260F0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30C257-C258-419D-85D7-E17E9311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B253E7-B23F-4A6D-B36A-D376D356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0F45B15-AD82-4C7D-8546-4DE3852C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22AAB3-41E5-4C7A-8995-A7D9A34F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F89ED69-33F8-4E3E-B6FA-7FAE9B47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A222C8-C3EE-4568-A268-2B54F9C8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B20174-0C14-460A-AC22-BAF38F24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EBF7A54-D2FF-49D1-988F-AE1A4BC0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E4FFDF-C0E0-4E00-88EB-07DBB7A8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6C9FAD8-6F97-429C-80F8-0C8829C6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FCA766E-E50E-4D95-AFF5-B97332CF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CA5041C-E2E8-4C64-A0F6-F696E869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96C5185-9AB7-4997-BE62-C379ED2D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E9DEB20-11F1-4C7C-88CF-CB9907C3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8CD097D-5BF5-4683-A2DC-9348A4F4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4C6AB40-5794-4521-8306-8C8F0F97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2266B3E-5184-45FD-9B8A-33335D06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C4303B-6693-4222-8EAD-8AD73D20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47C5E1-9634-4ACA-918D-C8D95301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6A02767-A003-404C-852B-3B93F115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38CBCCF-F6B7-4FF3-B419-A5C848CA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9F9C337-3564-4042-8261-73836503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615F81-21DA-42A0-9940-E2AAA4E2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3431572-32C3-49C8-9B55-E39347D6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9C59887-D1A3-45BA-A802-8BCEEA0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37BE035-1C97-421E-9830-03BA16A9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60980E9-1C59-451B-9B5A-81EE2824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56E29D-8FED-4C5E-9629-918F0523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2C52541-FDC5-46DB-B894-28C15328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B4B6E7F-2E6D-4D0B-9655-4D879233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0EE4D43-D76F-442B-8830-C9EF0358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C7C0273-CBFB-4F9B-A682-8DE6F7F5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AAE5DDF-6A2D-49AD-BBB3-711CA7DA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13A1A4B-C35E-47C4-9A72-ABB22FBE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F1DC701-D36F-479E-ACC4-8EC9A7B2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72B9E57-F742-4E96-BB63-A5396573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8FF222D-9E1B-4AFD-9F54-49F4700A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8B954F8-421F-434B-A613-D14D589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5284238-ED24-4F9D-BBE3-3978F249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39868C3-9580-4F92-8E86-0E11DA89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5FA5C0A-11BC-4E7D-8ABF-CE1341CD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95A9E6A-C18B-424F-80D1-A5F169FB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4C47C28-F9BD-4A7B-A59C-FFE620AC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4E0C733-F71B-4AE7-95AF-73CD2639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185C992-2CA6-4B3A-9CEB-2C92ED8C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22B1B3D-0236-47D3-A081-8393064A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02DFDEF-BE29-410A-9FB1-35A12F24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96563B8-D4F4-4CC7-ABFE-93755F8A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FC443B8-4F50-46C3-BC95-10222E38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084F61D-4050-4B73-9954-D1993234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4C43275-E1A7-4C2B-95DD-6ADD782E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5893804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096C3E0-0111-458A-8B46-441250F3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6D12E-BFB9-4F22-868A-095FC018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9D4B7C-8825-41CD-8DE7-9CE6F317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7F166-3F2A-42B9-8FE0-E847A84D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9DA32-DB14-49BC-A76C-A03BAEDD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b88744192459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0CD3E-18E3-4A8D-8154-4B2BA1D0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DA49C5-8227-4660-B36C-FD54B1E1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D0576-82DC-4934-8CDA-00FC0BA9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59564-6048-4974-9E5F-F44170D7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478EAC-D4C4-48E6-8115-259DF36B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28092-16A1-4547-88A3-35B34C2B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CC61C-939B-4647-9141-131B42B6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5A991-6EE1-4350-8C14-2FE4A000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0063F-B579-4C1B-90BF-8921CC54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CAE4F3-67BC-4BFE-9768-CCE26A0B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3A882F-D3F7-4314-9B6B-38E744C7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2C962-BA01-45BA-B2E4-7AF939D2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5C3A96-5382-4C7B-9DA7-A73D5B02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CB8257-E159-4763-9CC9-1C256D91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05F4CC-7CAF-4BD9-9C20-34508853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FD9E3E-F027-4F5C-AD30-7A37810E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D30C5-569B-4FC9-B500-3BC89ABB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734AAB-2439-40A3-9867-A2C9DA58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735B4-CAF1-4009-BA07-03FBEDB3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F206EE-0D4C-42EF-AC1A-606A2B0D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569BAB-0F56-407B-A583-3BD305C7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6F4D6B-56E1-466B-AA4C-EB517AFC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434B09-A7CB-4A7F-8BDD-65B3004D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8FE27B-5AA4-4161-B997-F516CAA3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55E0E8-523F-4E9C-BC25-5952850A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7A7ED-0D24-48D8-87AE-46AA0DD5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A2DC6B-F328-4B72-8E45-9AD81135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ACDBA3-BDCA-4D4E-AAFD-CE28E720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C0DD2D-9303-43A3-BB3A-28364F9C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D01F84-E0B7-4E26-A052-D9A176CB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9BC3C8-790E-4888-96AE-6055DA06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5EDD98-76F3-4934-87A1-C83C77BD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DC880F-096E-4A63-9F61-15322463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B8223E-DC0E-4B0B-821D-35F84516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45B986-7BF4-4A3A-994F-70E7DA39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527A59-DB44-4667-A1BD-AA58443A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175D61-8629-45C3-8D14-9A6A4F8C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041E04-83B5-4A65-8F3B-A58465E5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DD9A6F-CC15-4263-AABC-7BD3B152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BC3A7F-59D3-4BE5-9DFF-6B0BC5CE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A64D86-8EC0-428A-A567-6856B915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D3AE03-86A3-47FD-AFCA-0F816A7B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BB7667-8C25-4482-A895-737ED8C1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F9CAA6-EF9C-4A88-8918-154D38A8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0D5C11-132A-47A7-800D-C3B6FF29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B5CAC62-A54B-48CE-8732-174AA781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1E29BF7-AC84-43BB-8274-647C7A24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6076ACE-43F5-4038-AF24-4F6C0012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367B95B-9DFF-4B49-92B2-979D3873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AE7A52-98EC-49D5-A6DF-37BDD67A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BDF9DAD-E6DB-43BA-9B3E-F129F2E3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F7F3487-1782-4FEA-B24B-CFDDAFA5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E6878B-9A2D-4877-8DC1-B2B03EEF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93EC38-792E-4BE0-8627-39B76C38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15A26C-AED2-4B6E-BC76-6B4B837C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0E86B0E-24AC-469E-BD94-0883CBBC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5EB7FDC-FC3D-4A05-8AF2-2BE2EFAC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408CD6-3245-4BFA-AC08-93F76477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BDBBE4C-8E3A-42D0-8150-70806A86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9434A5A-C236-4826-96F7-8CC7D194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EEBFBED-0720-480D-8E7A-B9A58A4A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72F1F5A-DA1F-4B13-A9DD-E348682B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0426055-032E-47E2-B331-BF8159EA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48A223E-E561-4A39-8FDA-A9F97578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BED9F3F-6A47-4DEB-855E-858B502B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BE4F051-C72E-4760-88BC-00CD416B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E5F1C22-407D-4C40-9538-FBE0295F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B2CDB7A-94C4-40A7-AC19-8362B338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7814811-2CC7-418F-B4F6-7ADB6C91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98A9368-2803-43F4-8458-ADB59772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A937E79-03F9-48A5-BACB-AD666096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F5B53A-8641-40C3-98E5-8BC2EC99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5DFFF30-06F8-420A-8CC9-0123EBAE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CA2B9B6-3219-4C31-A8BE-645AA099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B40737B-0C7A-49ED-98AC-A4561BAE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B0AF4F2-6240-45B2-AE09-17E987CC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B731386-1AE3-4C52-BF67-52EDEB21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0B640CB-6000-4116-9222-CA643331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6019EF3-B5E2-4B18-83C5-DC71A935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9F72F45-28DB-48C8-A065-ABBED359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0EF8E9E-6301-4282-B935-331DD5C9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B350274-498D-41A3-9938-5E1EE3DA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D242CD7-1099-4A00-AE61-684BCC0B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EEE061F-DD15-4FD0-A49B-50869C4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B26E801-89F5-490E-85B6-9DCDFA4F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F4362DE-FBC7-4146-8203-41CBF12F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6B880E1-DE5C-4B2C-BB84-35460845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DE0FFF3-1BFC-48A3-863E-47C9E285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D2C513C-4826-432C-879F-CA01DCF4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C6364C1-496F-4452-9C20-9A041016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BCEF659-37C8-431E-9BB5-15A4FFBA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B7EF987-39BE-45D8-B679-9C55F225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CFA317D-B5FB-404B-9C4D-FAD74313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71DEDA7-3D22-4702-82F8-7B7BC7F0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02E869D-D008-444C-A834-D4618234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D40E7DB-94B2-4D85-A6DE-4FA0C23A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432131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47680CD-2236-4D6A-8709-0E0EC33A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334F2-7CB6-4CB6-98FE-DBBA0CB8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4E27F-0301-4A57-96C4-B2444302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355ACA-2CD8-4AEC-9AA7-17A504B0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14880-31D2-4D66-81F6-02D9B4AC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ea138c1ad421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D8B7A-965A-49D5-BB5E-AD4E52CD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D1296-7014-4E42-9CA1-20C0CE60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33ECC-CC4E-4709-8B16-BA51D95C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27635-0448-40E1-AC76-81D6921D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5678A-0AAC-409B-9F5D-CF97F3EE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86A2A-5A41-465F-B3F0-8101949E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AD41D-4B79-4D5D-ACF3-6001587C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3FB94-9F81-4C6E-B39C-B9DA4420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83242-81B2-4FDE-A5CD-DAE4F0AE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0F19B2-2C29-4797-9226-730BD810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6A029C-BC33-44A5-A3EF-B89AEC5E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D79460-DB69-4E9A-AA96-30EA25C7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AE2FD8-598F-4C05-AB6D-89F78CB7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64CF8-D25C-4086-AEE1-8D2950F4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DBC754-F18C-4857-9C1F-EF14DE91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9D3F76-247E-466C-A18A-7EF896CF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639A5-D779-4343-9925-DDE63FCE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A2BAE-2516-4472-B812-5C7485EC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D3CA53-CE1E-49A0-82E2-26628574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E7D65-3F80-4BB3-80A0-86EA630A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2AAA58-A84A-4E21-B120-99C9266D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7B5352-598B-4303-951A-E7982B4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8D2B98-613D-42C8-BD37-BE971F6D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78E05E-618B-447C-8319-3BC16C40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DB08B6-72DE-45AB-8A41-3D5EE5E6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67B243-8837-4BED-82C4-842E6742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740934-E53B-4F16-8232-79E9F538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3D1180-792C-4A48-B194-2E1460A7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A6B5E1-50AE-40F1-B764-68886461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56F6D7-BCBF-42AC-983D-ADD48FCD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B470DE-F0EE-448A-871E-2B459406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E97E2C-5B11-4DA7-8257-27FCE7AF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5D6944-B3AD-4855-8AA1-48A2B0AB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42FE47-C475-4989-B127-77C3787C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D314B9-2A35-4495-ABE5-21F202A1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ABB3BD-B37E-43EF-9C31-9CCB4DE9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A97009-9804-4EC9-8A83-C092CC09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23D743-79E0-4251-9AC7-DE8FBE0C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59321F-9620-46CD-B967-737F120B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AAB99F-748A-4657-BEA2-3D8BF132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AD7F484-39A8-4F1F-BEF6-AFF27EC9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A77A22-B606-47B2-B744-2BABFBE4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9CCC401-5A76-4B4C-A50E-D7D7238A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9790495-4658-483B-8DF3-2A21051C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7A2F86-E88D-42B6-9EAC-582CBF04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ED18F0-B4CD-4C9D-928C-4609D33F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1A6A7D-A53B-4640-9206-DE753FFE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377759-F2C3-4E08-8CA8-251D54D2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63F195-5A97-44B7-8864-B65A6B0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E48849-9D59-47C7-B294-8CE37805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C68032C-70B6-4EC6-BF17-A87D323B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176BA3-9110-4237-84BD-0F7B1917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B304183-A356-4F1A-AD1F-5BDB557B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CE3B89C-8BB1-4F11-8552-FE483148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89597F5-1F97-4173-AB8C-EFF7A998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5D20841-D052-4FDD-B863-B9336E58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9B10941-9DFE-4A4F-B326-EAFAD6D0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5BD3C38-17C7-4FAC-AC83-F181BEFE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06C2F31-40D7-43EF-81A5-3B47721F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E52071-3329-4B1F-935F-A37FAC7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5516646-2D12-4F70-86F7-3D443F06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CB7107C-1A80-4604-A08F-C74FC4DB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9EF6986-AB6E-4F9E-BBC6-101DD746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753C49F-E495-4926-B0E9-5837E8DA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FAD6049-51A8-4C49-8C2D-4B5C7E51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B704017-AC2B-4598-9BB1-D853CA88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63E4843-E4E4-4B99-8116-98B5D8C5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6A26B11-7F20-4D75-8CB6-01CD3783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C1036C6-C187-496E-A71E-F242B1AF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DC8F823-7D07-4FAB-8221-F8DBBA74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E17D9E2-25DA-495A-AD6C-100456C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29EB3AE-F8FF-403C-8503-D761BAD8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DFC7D9E-E7FE-4E10-A331-0A933774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5470D39-5C10-422A-89CF-75951133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350E368-95A2-425C-88A4-07638D61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C8781E0-7083-40F2-9A51-B337E8FA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FD48757-C5D0-4C0C-A27F-850AD6D6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2F3D756-59F8-4AB0-8EF6-28E26389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0AA806F-2A7C-4B9A-BAED-FD74F148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B52BFD1-3A2C-431A-AF4B-7340BCAD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75D071A-FF75-41E1-8E70-AAA50B8C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34857FC-1C25-447E-A62B-F68E146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12D49D6-5D09-4192-A74C-766FF8E1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776D566-CFED-4451-B513-2318E3F5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AB77BE-96B9-4EA6-8F9D-DA15AF34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D86D20A-DCCB-47C6-86A4-27F9AE62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8BDBDA7-9D57-4B76-BF4F-D002CD1F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273A76F-44CF-4865-8F69-86DAABC0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38F5162-AFC6-4DA3-ACE4-7E0B2503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C2B1ECD-A9DB-49EF-BB17-8B207E30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216E5C0-A5D3-4C27-9A75-BFF7C0A4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4230898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63FA62B-ECED-4378-AF1E-4820B846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97105-D4D3-4EE9-8A5C-9FE54870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C25A3-238D-4EDB-9C11-807CFD6D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79E0B3-39FE-4A4F-9FC5-145D7C5E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8E0D3-B1D2-4648-A582-9C6D2431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eda51e586481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5297F-02A4-4945-B831-D90D89EF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32610F-84CB-4EE5-A42A-A905A5B1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65B86-72D9-48C8-BB7A-5AAA28E7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74721-4AEF-4F2C-B585-7853D292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63A05-0C9B-46F3-9480-B50D760F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A9FE3-0668-4509-9930-1013687A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44782-E3F6-405E-BED8-DC06F39C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9775B-22CC-4B06-92AC-EBEE8E4A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A3E41A-52B1-4B01-86E1-3C0E1FEE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A6F965-0049-4B31-BCB3-5554DD93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9CA5F-2299-4CDD-B5D1-B8DB244C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1C2E4D-3370-48FB-B967-4187F94D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7B973A-83D2-4B9E-AA87-A2ACCF61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F05546-A2EB-409D-86D4-0BBE7E13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9E4421-21E8-4504-9723-F7735312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E535F2-9196-4934-B4DF-373E7FA5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EDAFBF-C62E-41AA-91AD-F85536E1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A494E-7FDC-4AAA-B2E6-5BE14968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153817-6FB2-4988-82BB-661FC7C9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DD2B2-F928-4B16-B560-3C284894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6EF8E3-B097-4F1E-983D-F22A5EC6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E66A50-6968-45EF-A8DF-C7B6439F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1F3513-47D1-4E49-864D-358863B2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2B595E-B008-49AC-97E7-DAB8999C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C79864-BC05-4D35-8DCA-92BE42C3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EF302C-E02A-44F9-8F39-9E9D2628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ED967D-A58F-4D00-B1A0-FB9296B2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CDFFB-C84B-4F6A-84F5-6BB01878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818E7C-1EDF-422E-8A98-EBBCA61F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3F0A84-83AF-4C08-9051-566A50C8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42B01A-93C5-4DDC-A53E-835EFC96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B8E5B2-59E7-4754-84D2-08D5A56B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375930-33E9-4F56-9675-DA617A4E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5209AC-F4B2-44DD-A22F-1A287708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3265EA-3572-4ADE-B21B-7C0F61F9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2B5F52-7C62-487B-9183-04989D28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B798DA-DEAD-4317-B5C0-FA9EBF64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BF9044-4B61-4DCC-8380-D58B1443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0B6443-2ACA-44FB-8307-5F8C8279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5E3341-552E-41F7-B8C9-1DD0D5E7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94C93A-A577-42EF-8C5A-FF140D85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575F08-2C73-4FB1-AA9E-8B69B114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1466AF-66E5-4249-BFF7-EFCB6C7B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FCD9C0-6DEA-4EC0-8BF0-DDEF8EAA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773F83-5DA8-48BE-A96B-3C75672B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82A16B-EE73-4DAD-9866-81A54384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6BC786-FB6A-411A-BFC3-0145E39D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44E24A-E01D-4D52-85ED-A83A5D71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B602BE-36E6-49D5-A0CB-EAAEF31E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4C0E91-AF1E-4598-97B1-D250F32C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39E6C0-DD01-4B3F-9DB6-D6E3F35C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010A72-4C8B-4154-8DC6-39FC8753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ED5E9B-ABD1-433A-82F2-02CF2C8E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95A626-97E3-416F-98C6-FCB49B60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76AB7F2-2309-4BCD-80CA-886574D4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8EBAC66-48D9-4B04-B76D-7F14CBA5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9EF3C0-1A50-47C3-8C05-09C52156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9DD2308-659D-4F4F-A3BF-9D3A465A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217283D-F434-48D6-A5A6-4812D294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EA0D49C-2AF1-43A8-A62A-426FE598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96D52E7-DF42-421A-9D91-ACA4020D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DA415CF-D5E7-4747-B25E-A7883BD5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6BC37A8-73C8-4FB5-A077-0F84626E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3088CC9-83D2-475A-A56C-5E1C2400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31B2B91-D929-413D-A092-255F2F5A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51A603A-864D-475B-B0A2-C0C7E66F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4C53734-8DDF-4986-B3CA-3066CFAB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14E151E-73A9-4991-B273-8F597B0F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A5B087A-2EDD-4E2B-89D6-46ABFD8A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5854DBE-82CC-49F8-9BDA-C1CB57E3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B8026B5-4037-4029-97C6-331A3DEF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6CCE1F2-936C-4F1A-A5C8-4EDDAECA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9AD26CA-5701-47F0-89A0-653C19B9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2A2BCC5-2589-41D6-8EF2-924906E8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2643BCA-1E61-4D61-9155-436AE511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F05B8BB-0560-474F-97C8-2C1B3F6A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15DE081-1E7B-4223-B1DC-462231C3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BCBC27-3D5F-4655-A7BC-5DAD9ED9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3B2E5CD-98E9-4F9C-8E9A-EF03B393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225EE61-EA06-43D9-A88C-7EA19819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A05C219-1374-4D73-A623-8F5855D7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C2794F6-5C39-42DD-AFAF-6D7E6D96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BE1C1B3-EA34-4DCE-8143-27A3EA59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8766A56-2DAB-4E77-B337-1E8E1368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591BBEB-47F9-4D16-8244-F35DB252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178E3DA-31A1-43D6-864F-19A01856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2327942-5EA3-4D32-AEB5-82EB958B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29DBAF2-4ADC-4956-96EA-C38E6191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245E2B7-DA50-49BC-9478-7DAEB9DE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3FBC214-6DB4-4209-A3A0-BE940AA2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4CB6EE8-7231-468E-B99C-3E259D96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98D18CE-98C0-4487-A58C-16AEDD62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EDAFEA4-179B-457F-90D9-565B6082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C516FED-6E99-4B81-9BA4-77912E1F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D4C71C9-0DE6-4AE6-9CCB-3C531DC6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7617226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0F6B607-7281-4606-A2FF-BEA47B79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33990-5793-481D-9666-0F7B8D2E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0D00A-5BCC-4A6F-8CE7-94776E27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A8ED0-91E0-44FC-B64A-92F5256A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94131-2D5F-4908-A2BA-C37552ED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ce1533856844e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7AA4D-9E81-4758-A518-C8DF5C9C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F2E78-6755-424C-8515-60E4E217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5D4033-A718-4C16-85EA-15E9F0E2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8DC5C-4C34-4AE7-BC7D-86B3615F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4C28A-336E-4FF9-9135-3474EAA0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3BCF6-C9EB-496F-944C-1DFB5BAB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A0B84-774F-4698-93A9-67DCE79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E1F2C-BA13-4420-BE08-CD816E4A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1E770A-CABF-45C9-B79F-46430F56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014E51-EC14-405A-9868-997E91DC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9769C8-9684-41CC-81FB-63C32E33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B70145-DE91-460B-8919-60007986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895D23-1FC2-4859-B182-285432E5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65999A-EA15-4DBD-B87A-2E449D78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DCE849-56B6-41D9-9E46-8C386AE2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796C80-E1A4-470D-BB12-A0CC4769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C352D4-9903-4EC8-948E-F6DAD7C8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A0F306-4D42-4048-AAD9-2E9EB987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EDC00F-5A7B-4E9E-8A24-255F98C3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9728D2-8987-4011-BBD4-1CBF0FA3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1596B5-8B65-4B6B-8B06-846E4D84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434680-575D-405D-962D-D33F79B8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435D3-260F-4814-8531-5F45E3FB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BD27D3-2224-428D-9464-FF0C480A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A39109-375D-4128-BE10-42FFCCED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4D24B9-541F-4E22-BA87-3B0CF8E0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838C55-EB96-4758-B942-81CA03BD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DC6A0-442E-4918-8A47-7C9D4293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147BD3-EC25-4C52-A7CB-B4A3FC04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F4DEBE-3F3A-4716-99D4-E079F152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3E9BC3-C10C-4883-B04E-64C25195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160ED4-236B-4F63-B28E-40ACBE9D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5A1BE8-148C-4465-A08D-622D4BB8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730621-9849-4651-905D-32FB6B24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5F27C7-7BEA-4357-9850-D0DB8AA6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034E35-13C7-4A61-9497-A1B9FF97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B3155B-AB36-4174-AA6C-08805E41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625A21-DEDF-4939-9D50-BFC030D9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59A5BC-E7E3-4E62-8DEA-99678E0C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234B00-9A7C-49DE-80FA-0F96CB9D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B6CDD6-B9FC-4DAE-840D-42992464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696C74-0EEE-4868-825F-28B7929B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A9E1439-51A5-4B67-AFDA-7A7DD4E7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208ABC4-254F-490E-BD0F-07B0E214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28A6DE-5436-450C-96E5-3EB9C594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B2D608C-206E-45A3-AFC8-470F80E6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4381B9-4663-4331-9F55-F0384823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448811-F484-4B95-98DD-B6588E61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C9D7349-5526-4BF7-8FFB-EA144B4A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1B5D366-99F6-48EF-A359-94686BD8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A8D46E-AC39-4CC4-B54E-B6805ECF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F2E998-E720-4905-A682-11050B8A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E209A6-1E74-4AA8-9E58-9037B6F5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79CA7DD-F255-4013-BFA0-37421D3C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AA4612-698F-4721-905A-9326E3EE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7B3613-1A57-44B9-BAF7-9E38EC96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83DAB2F-4F10-490A-A52A-21D3DEC9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C6C4ECE-7B84-4F5D-8828-41FA597C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562C9E3-581D-4C4A-BA9F-5FBF459B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D9CD8D-990C-4639-BDAD-BB39F21C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77CBFEF-4F99-4392-883E-8C2A1987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CC1D8A6-11CD-459F-BEB9-8A29FCD0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8BE96D6-6E55-4864-98A4-D657553C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5895375-A0C1-42DB-A632-D92A6D32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C6E8B7-54D3-4AE6-AA19-17640198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91AC00F-87D5-4508-AFC4-AD535B84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F691CD6-A5A4-4501-9F2F-4CF9FBC3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C403F7C-D673-4D64-BF58-ABB78A21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6D93D6F-B694-4E51-9E98-885F9815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AA38853-36D2-47A6-9221-DA7CC021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E494543-47A1-449B-9C45-AFB6321E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A83DFF3-1C39-4DFF-8B1A-98D87533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8763FBC-4420-447F-871C-CE454F3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D806EA7-012F-4D35-BBC5-00E69D3B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E57C298-BFC3-447B-8DF1-4690A163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C526E01-C02C-481D-B080-DCE643DE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D9CE9C1-155B-4871-9808-17E67504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675AC07-E120-4730-963C-CF7D305F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1BDF301-73AD-4B75-A769-78C03A59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DBBD759-4CCF-4F30-B694-276474CD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481D981-33B4-4808-B7EB-2AB5824D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CE351D1-62F6-4755-AFB3-8AA765C0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C859E55-62BE-4F42-8CF1-6C00BF08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D61BE55-8BA7-466B-BF75-BBE8AFA8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62BDDB5-C990-4BD6-A011-431809A0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7C63A69-C342-422D-BEA3-06382EB9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861F0ED-5131-44D8-BC6E-DF509D7B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8076F41-C03F-45A1-A4CA-2A0BC2E9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7AC5B77-CE6C-48DA-8D53-00673548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642690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A2D6BAB-75E1-4D2F-88DE-74D6532E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25F5A-9B76-4C84-ACA0-AB1C9EF1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ACC33-2670-4526-A889-BDF77AA7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457BD-1D35-4BA3-9A8C-BE9BE48B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7EC77-1139-4FE4-93AD-A06ED1AD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86cc8a19944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10148D-4B74-4334-92EF-B4280754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965F0-13F0-4946-809F-545AE3B4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31CF5F-E59F-4B79-A3B1-4E5C5318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EDA61-2C75-458F-BE0E-661DB5F3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422781-5669-442F-B97B-3E9319D3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CA0E3F-AEF2-47CF-BFAE-AD4C0553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B74CB-5BE6-436D-8DFD-D68E9A0B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0EDD7C-A29B-44DC-81B5-827DEDB9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8349A9-A36E-4064-A5EB-FCAA1B86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B022DB-A367-41B7-9F22-CC4F8CE0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10329E-9D77-401D-89BF-6E25FDE9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E308BE-8128-47F2-A696-79A1B8D6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1B0B8-12ED-4E1D-9DEB-9297315C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681F4-D7F3-4C9F-A928-F4F7867B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BA4A0D-FA1D-42A2-9B64-6E8CD10A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E44D8F-FA3E-43A2-BB36-898118DF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6F683A-D019-46AE-A5B1-0EF77945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48EBEF-8B83-471A-906A-55D4A860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81EF54-270D-4653-9172-0015363F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970D3E-25B6-418B-A0A1-36BFC3B3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DEEF08-932F-4437-836F-C15C83DA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91274A-63D0-4606-A64D-30F04710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3010B7-688A-4B7F-AD80-2F365001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50DF23-B49F-4166-825D-774A4C37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1C02DE-A4E1-4657-AAAB-6E713DC5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856652-DA3D-4165-BC0A-318F72A6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AC6654-B484-4315-830F-095E6127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0AB95C-A982-47F0-8513-A85A51EF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96D772-D847-4523-A9A1-21FE981E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23ACFA-80F1-41C9-A820-9140735C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C97953-0E72-4F7E-911E-A4CA526E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E4EAD0-AC15-4CDD-A238-F7BCDF7E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3B93C4-1F4D-4156-BEFC-79487EF7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355672-A4B9-4524-8C45-4637D452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F55359-1AB0-4AE6-A3FC-D53A2B79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A9E6AB-64C3-4EF0-A40C-9112A231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561FFD-7B7E-464F-805B-1D091562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2CAD3A-CE45-495A-A2AD-3E4F11A4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321A43A-2837-44A3-8D07-8550BA63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DDD5E8-0F9A-4A63-922D-CE5F11EC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8707A4-6155-47D9-8879-04F9F702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F7E40A-A359-4211-9B2C-88A3ED0E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70848C-8F4D-4A37-9236-1804A7E1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471A65-0008-4096-8674-0613DE63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79B076-DC1A-4DBE-A8F1-8C743B2F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9F4C83-A11F-4EF0-BA4D-0C2947E3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6F7F56-1E1C-49A4-83F5-D4F48A20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E34D0AE-4814-4B62-83BB-4DB9D73D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7FB80D5-8D54-40B6-884C-EC52F8D2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98C264B-191D-4AE8-9433-C616EC60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CCF99C-E1C1-4967-8EE5-A04B0101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257B982-9FA7-4AD2-916C-261CBA61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3A761B6-FC62-4301-AE4B-4459A11B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57DAC68-6E42-4D2B-9D1C-BDB43580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7B809EA-494E-4149-954A-3C046694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1B1C11-AEFE-429F-814D-048679C3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5D31F9-BBC3-4025-B968-D93CA91C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8F3252-D7ED-453A-B752-F2E886EE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B77DE1E-9D33-4BFE-9945-788205B2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7A3C9DB-DE66-42EF-8267-C1A8A1CE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EE2B846-0C3C-43A6-95CA-4CDF0F3E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3C294F5-C05D-49E3-817E-69FC8075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1CAEE79-89CF-44D0-8CE5-EEC294F7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7403BBE-30CF-4C91-B2DB-0AA59F45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F602D61-C04E-489B-B4CC-A2BA3884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9E0604F-B530-4BE2-9D55-A985FDDA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AD26C3-8FC4-4130-A54E-4AD20729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5E421F9-1229-4EA7-A4A4-1A5D4B3C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9861414-DDF2-4692-85AC-32799A0F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35D08F9-0D19-4DAC-8A0B-258AAB67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9CE9063-C5F7-41EA-8FC8-43240EED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24211F2-F199-4271-BCBE-EEE13BBC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42BEA77-F04E-442F-AE7C-F37BC700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A341DC7-F1F3-48CA-8FCF-21AFF5EB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12C8527-70B1-475A-8B13-4E4F310B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380B20E-4551-44AC-B6EB-5FE70E9A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9F08160-57A3-4FE8-905D-DB9E4E7B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C8C614D-713B-4301-9E47-4D34AB2F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98C845D-341A-4E37-B130-EF5CFB19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F5BC76D-3019-40EB-9161-B5964934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B8AD88D-791B-40AB-9BF4-A3D20818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1FD60D0-B771-4F29-A5E9-6302B36C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55BFE1B-8AFA-461D-9597-B454B08F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925E36E-6BF9-464E-8681-1D5C00FE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25E91DD-7AA8-4B16-B461-3A5F11FA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607B138-D0B6-4678-92F6-F4FE6596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E512218-A6F5-473B-B157-5ED48B33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B50CBBD-88C1-4D00-86A4-C422D303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7095734-AC47-4EDD-B483-508A7D3A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5398B0D-0778-4063-88E2-A6FF2F98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8856DA8-192E-47BA-823E-4A302314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BE8B7C7-7AA7-4F47-B210-B9D51D10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DAD7C05-1909-4E32-B469-FC6BFFAA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770AB99-CA69-4351-910E-9EC08E25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B0AFBEA-355A-4738-BFE1-A5D1754C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D4CAF8D-4D88-42F2-A9C5-5BA3A092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11688C3-2960-432E-9787-68DBB652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FF4C4C2-3DC0-4159-9227-4CD7E588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03A185D-1EC5-4AB3-9F5B-C2AD21D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4505BAE-4D8A-4DCE-9931-788DE7D2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0210C36-6DE2-4C19-A2B5-3AFC204D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B3DFD45-9124-4FA0-8F91-59C9303E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F6416B2-99A5-4698-8B5A-9AF00A58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A8C8850-8519-4D86-8F96-B6D100BE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FED4DE4-B1B4-4F0B-87D8-19EE9AE1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05747C5-1E5B-49C3-B017-C5F4359F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690CF47-9E54-4EDE-B86E-E5BA2ECD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9EC79DF-D031-4A4C-91D4-C9AB7D12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6E2E197-2DBD-43AB-A3D8-76682A8F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8BC0210-59EE-4F45-84BA-3525B9F6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D82EE7C-A90D-4697-AD99-5DC13C4B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D5F1B92-239B-486B-91C2-A889F4AF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07DB948-25E5-42F7-B647-441F3773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A66AF3E-22ED-4471-A742-0BA62A43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EBE2ABF-C12C-4184-9821-AE031425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7270154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5AB25-74E9-467F-8493-D63AA0B7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00267-53AC-4A85-AF18-3E7B9957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7F0E6-50E1-4E7E-BE3F-DCE9746A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F0217-D5C5-483A-BDCC-782DD577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75c0e4656a4dd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86236-D0CF-4B09-A008-A5C9CA69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9C976C-1AF3-4679-9DCB-B075E959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e0723467d404e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1726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2026-09-18T04:29:00.4200000Z</dcterms:created>
  <dcterms:modified xsi:type="dcterms:W3CDTF">2026-09-18T04:29:00.4200000Z</dcterms:modified>
</coreProperties>
</file>