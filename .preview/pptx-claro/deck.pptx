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0b6f2ef3e9a41b0" /><Relationship Type="http://schemas.openxmlformats.org/officeDocument/2006/relationships/extended-properties" Target="/docProps/app.xml" Id="R54e54b89828a41ea" /><Relationship Type="http://schemas.openxmlformats.org/officeDocument/2006/relationships/officeDocument" Target="/ppt/presentation.xml" Id="R168ea201ae48499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8bfe526613a43c0"/>
  </p:sldMasterIdLst>
  <p:notesMasterIdLst>
    <p:notesMasterId xmlns:r="http://schemas.openxmlformats.org/officeDocument/2006/relationships" r:id="Rff24b1480043431b"/>
  </p:notesMasterIdLst>
  <p:sldIdLst>
    <p:sldId xmlns:r="http://schemas.openxmlformats.org/officeDocument/2006/relationships" id="256" r:id="R78b6cdc0ac6d4b5f"/>
    <p:sldId xmlns:r="http://schemas.openxmlformats.org/officeDocument/2006/relationships" id="257" r:id="R1614a9eabf38428e"/>
    <p:sldId xmlns:r="http://schemas.openxmlformats.org/officeDocument/2006/relationships" id="258" r:id="R9b1631201d6141bb"/>
    <p:sldId xmlns:r="http://schemas.openxmlformats.org/officeDocument/2006/relationships" id="259" r:id="R9745596ee434462e"/>
    <p:sldId xmlns:r="http://schemas.openxmlformats.org/officeDocument/2006/relationships" id="260" r:id="R3a240a2831844325"/>
    <p:sldId xmlns:r="http://schemas.openxmlformats.org/officeDocument/2006/relationships" id="261" r:id="Rcc2a035699d148b1"/>
    <p:sldId xmlns:r="http://schemas.openxmlformats.org/officeDocument/2006/relationships" id="262" r:id="Rc3008b01478a4e56"/>
    <p:sldId xmlns:r="http://schemas.openxmlformats.org/officeDocument/2006/relationships" id="263" r:id="R2e46c40b44a04a5e"/>
    <p:sldId xmlns:r="http://schemas.openxmlformats.org/officeDocument/2006/relationships" id="264" r:id="Rc72d882c18e04675"/>
    <p:sldId xmlns:r="http://schemas.openxmlformats.org/officeDocument/2006/relationships" id="265" r:id="R850e3e9721d84994"/>
    <p:sldId xmlns:r="http://schemas.openxmlformats.org/officeDocument/2006/relationships" id="266" r:id="Rc6cdf2976c15491b"/>
    <p:sldId xmlns:r="http://schemas.openxmlformats.org/officeDocument/2006/relationships" id="267" r:id="Ra23e44f1bfa34930"/>
    <p:sldId xmlns:r="http://schemas.openxmlformats.org/officeDocument/2006/relationships" id="268" r:id="R8031d5b3a68a48b7"/>
    <p:sldId xmlns:r="http://schemas.openxmlformats.org/officeDocument/2006/relationships" id="269" r:id="Rb867ec4ec7854f87"/>
    <p:sldId xmlns:r="http://schemas.openxmlformats.org/officeDocument/2006/relationships" id="270" r:id="R10400575e252404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e723a0d585c4d3b" /><Relationship Type="http://schemas.openxmlformats.org/officeDocument/2006/relationships/slideMaster" Target="/ppt/slideMasters/slideMaster1.xml" Id="R78bfe526613a43c0" /><Relationship Type="http://schemas.openxmlformats.org/officeDocument/2006/relationships/notesMaster" Target="/ppt/notesMasters/notesMaster1.xml" Id="Rff24b1480043431b" /><Relationship Type="http://schemas.openxmlformats.org/officeDocument/2006/relationships/presProps" Target="/ppt/presProps.xml" Id="R3794dedb097f41c7" /><Relationship Type="http://schemas.openxmlformats.org/officeDocument/2006/relationships/tableStyles" Target="/ppt/tableStyles.xml" Id="Ra94a7743e36e4ff9" /><Relationship Type="http://schemas.openxmlformats.org/officeDocument/2006/relationships/slide" Target="/ppt/slides/slide1.xml" Id="R78b6cdc0ac6d4b5f" /><Relationship Type="http://schemas.openxmlformats.org/officeDocument/2006/relationships/slide" Target="/ppt/slides/slide2.xml" Id="R1614a9eabf38428e" /><Relationship Type="http://schemas.openxmlformats.org/officeDocument/2006/relationships/slide" Target="/ppt/slides/slide3.xml" Id="R9b1631201d6141bb" /><Relationship Type="http://schemas.openxmlformats.org/officeDocument/2006/relationships/slide" Target="/ppt/slides/slide4.xml" Id="R9745596ee434462e" /><Relationship Type="http://schemas.openxmlformats.org/officeDocument/2006/relationships/slide" Target="/ppt/slides/slide5.xml" Id="R3a240a2831844325" /><Relationship Type="http://schemas.openxmlformats.org/officeDocument/2006/relationships/slide" Target="/ppt/slides/slide6.xml" Id="Rcc2a035699d148b1" /><Relationship Type="http://schemas.openxmlformats.org/officeDocument/2006/relationships/slide" Target="/ppt/slides/slide7.xml" Id="Rc3008b01478a4e56" /><Relationship Type="http://schemas.openxmlformats.org/officeDocument/2006/relationships/slide" Target="/ppt/slides/slide8.xml" Id="R2e46c40b44a04a5e" /><Relationship Type="http://schemas.openxmlformats.org/officeDocument/2006/relationships/slide" Target="/ppt/slides/slide9.xml" Id="Rc72d882c18e04675" /><Relationship Type="http://schemas.openxmlformats.org/officeDocument/2006/relationships/slide" Target="/ppt/slides/slide10.xml" Id="R850e3e9721d84994" /><Relationship Type="http://schemas.openxmlformats.org/officeDocument/2006/relationships/slide" Target="/ppt/slides/slide11.xml" Id="Rc6cdf2976c15491b" /><Relationship Type="http://schemas.openxmlformats.org/officeDocument/2006/relationships/slide" Target="/ppt/slides/slide12.xml" Id="Ra23e44f1bfa34930" /><Relationship Type="http://schemas.openxmlformats.org/officeDocument/2006/relationships/slide" Target="/ppt/slides/slide13.xml" Id="R8031d5b3a68a48b7" /><Relationship Type="http://schemas.openxmlformats.org/officeDocument/2006/relationships/slide" Target="/ppt/slides/slide14.xml" Id="Rb867ec4ec7854f87" /><Relationship Type="http://schemas.openxmlformats.org/officeDocument/2006/relationships/slide" Target="/ppt/slides/slide15.xml" Id="R10400575e252404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76d9673c7724b1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0f18f45ce994dd2" /><Relationship Type="http://schemas.openxmlformats.org/officeDocument/2006/relationships/notesMaster" Target="/ppt/notesMasters/notesMaster1.xml" Id="R99057cdb64d3411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121e60bcd6f4b34" /><Relationship Type="http://schemas.openxmlformats.org/officeDocument/2006/relationships/notesMaster" Target="/ppt/notesMasters/notesMaster1.xml" Id="R6d1e0698f95c444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d5fc2f029554c97" /><Relationship Type="http://schemas.openxmlformats.org/officeDocument/2006/relationships/notesMaster" Target="/ppt/notesMasters/notesMaster1.xml" Id="Re33ea03df0cc47c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0c74f8d66884c0b" /><Relationship Type="http://schemas.openxmlformats.org/officeDocument/2006/relationships/notesMaster" Target="/ppt/notesMasters/notesMaster1.xml" Id="R8e7dca909d88446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fb30a103673417d" /><Relationship Type="http://schemas.openxmlformats.org/officeDocument/2006/relationships/notesMaster" Target="/ppt/notesMasters/notesMaster1.xml" Id="R3d8bece5cd764ee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17ee09b3ce94a88" /><Relationship Type="http://schemas.openxmlformats.org/officeDocument/2006/relationships/notesMaster" Target="/ppt/notesMasters/notesMaster1.xml" Id="Ra3580ee7040f471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7fe92c733ce42e6" /><Relationship Type="http://schemas.openxmlformats.org/officeDocument/2006/relationships/notesMaster" Target="/ppt/notesMasters/notesMaster1.xml" Id="R5b3b7d7e0170492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dbf6543edab4186" /><Relationship Type="http://schemas.openxmlformats.org/officeDocument/2006/relationships/notesMaster" Target="/ppt/notesMasters/notesMaster1.xml" Id="R7713854cab7c4da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50e958113e04c8e" /><Relationship Type="http://schemas.openxmlformats.org/officeDocument/2006/relationships/notesMaster" Target="/ppt/notesMasters/notesMaster1.xml" Id="R19d462ac7687493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8ea634756534ded" /><Relationship Type="http://schemas.openxmlformats.org/officeDocument/2006/relationships/notesMaster" Target="/ppt/notesMasters/notesMaster1.xml" Id="R660e57384411477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a7fd1e283654a54" /><Relationship Type="http://schemas.openxmlformats.org/officeDocument/2006/relationships/notesMaster" Target="/ppt/notesMasters/notesMaster1.xml" Id="R57ae51754bbe4e2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f689058c59248ad" /><Relationship Type="http://schemas.openxmlformats.org/officeDocument/2006/relationships/notesMaster" Target="/ppt/notesMasters/notesMaster1.xml" Id="R9fc794dad3e0465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b001c15162f4899" /><Relationship Type="http://schemas.openxmlformats.org/officeDocument/2006/relationships/notesMaster" Target="/ppt/notesMasters/notesMaster1.xml" Id="Reb26d34fb2eb4fa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dae73e0bfcc4097" /><Relationship Type="http://schemas.openxmlformats.org/officeDocument/2006/relationships/notesMaster" Target="/ppt/notesMasters/notesMaster1.xml" Id="R6fc47df55ddf469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3774db992cb4e82" /><Relationship Type="http://schemas.openxmlformats.org/officeDocument/2006/relationships/notesMaster" Target="/ppt/notesMasters/notesMaster1.xml" Id="Rbf5fe7799581436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f9c6e08fc7460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0c5527eb7e446d4" /><Relationship Type="http://schemas.openxmlformats.org/officeDocument/2006/relationships/slideLayout" Target="/ppt/slideLayouts/slideLayout1.xml" Id="R7f6d7b44a2744ac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f6d7b44a2744ac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89b81a00be4443" /><Relationship Type="http://schemas.openxmlformats.org/officeDocument/2006/relationships/image" Target="/ppt/media/image.png" Id="Rc5119c32a75040b3" /><Relationship Type="http://schemas.openxmlformats.org/officeDocument/2006/relationships/image" Target="/ppt/media/image2.png" Id="R27b4caf92f8d4ead" /><Relationship Type="http://schemas.openxmlformats.org/officeDocument/2006/relationships/notesSlide" Target="/ppt/notesSlides/notesSlide1.xml" Id="Rd960ec30c81a4a6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09d1d1c2e04093" /><Relationship Type="http://schemas.openxmlformats.org/officeDocument/2006/relationships/image" Target="/ppt/media/image3.png" Id="R272f4d36e6ed4514" /><Relationship Type="http://schemas.openxmlformats.org/officeDocument/2006/relationships/notesSlide" Target="/ppt/notesSlides/notesSlide2.xml" Id="Rad50cf49d1134e3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98095d8fb0466c" /><Relationship Type="http://schemas.openxmlformats.org/officeDocument/2006/relationships/image" Target="/ppt/media/image4.png" Id="R7e4ea1767be44811" /><Relationship Type="http://schemas.openxmlformats.org/officeDocument/2006/relationships/image" Target="/ppt/media/image5.png" Id="Rc2128ae8ffcc4587" /><Relationship Type="http://schemas.openxmlformats.org/officeDocument/2006/relationships/image" Target="/ppt/media/image.svg" Id="Rf17ad6a129ad4dcf" /><Relationship Type="http://schemas.openxmlformats.org/officeDocument/2006/relationships/notesSlide" Target="/ppt/notesSlides/notesSlide3.xml" Id="R79a8a60a5317420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bd2b3a15584485" /><Relationship Type="http://schemas.openxmlformats.org/officeDocument/2006/relationships/image" Target="/ppt/media/image6.png" Id="Rbbc2c75c48a1459e" /><Relationship Type="http://schemas.openxmlformats.org/officeDocument/2006/relationships/image" Target="/ppt/media/image7.png" Id="R0a8037774dc447a3" /><Relationship Type="http://schemas.openxmlformats.org/officeDocument/2006/relationships/image" Target="/ppt/media/image2.svg" Id="R71aad0d9eea8476d" /><Relationship Type="http://schemas.openxmlformats.org/officeDocument/2006/relationships/notesSlide" Target="/ppt/notesSlides/notesSlide4.xml" Id="R8bd29be163f2444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da7275c6b44697" /><Relationship Type="http://schemas.openxmlformats.org/officeDocument/2006/relationships/image" Target="/ppt/media/image8.png" Id="Rc173c33022bd4a74" /><Relationship Type="http://schemas.openxmlformats.org/officeDocument/2006/relationships/image" Target="/ppt/media/image9.png" Id="Rc50d3604d01e4d87" /><Relationship Type="http://schemas.openxmlformats.org/officeDocument/2006/relationships/image" Target="/ppt/media/image3.svg" Id="R6f512d848d5e492f" /><Relationship Type="http://schemas.openxmlformats.org/officeDocument/2006/relationships/notesSlide" Target="/ppt/notesSlides/notesSlide5.xml" Id="R213eb697254d41d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0efdae8f7f4e96" /><Relationship Type="http://schemas.openxmlformats.org/officeDocument/2006/relationships/image" Target="/ppt/media/image10.png" Id="R24428824d745432a" /><Relationship Type="http://schemas.openxmlformats.org/officeDocument/2006/relationships/image" Target="/ppt/media/image11.png" Id="R2fcd6034c6074026" /><Relationship Type="http://schemas.openxmlformats.org/officeDocument/2006/relationships/image" Target="/ppt/media/image4.svg" Id="R67278e887eb54005" /><Relationship Type="http://schemas.openxmlformats.org/officeDocument/2006/relationships/notesSlide" Target="/ppt/notesSlides/notesSlide6.xml" Id="Ra686a67a7f62431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6c27eed076478c" /><Relationship Type="http://schemas.openxmlformats.org/officeDocument/2006/relationships/image" Target="/ppt/media/image12.png" Id="R9320606de2bb4019" /><Relationship Type="http://schemas.openxmlformats.org/officeDocument/2006/relationships/image" Target="/ppt/media/image13.png" Id="Re90d2078594846b4" /><Relationship Type="http://schemas.openxmlformats.org/officeDocument/2006/relationships/image" Target="/ppt/media/image5.svg" Id="Ree5563c7dc56421c" /><Relationship Type="http://schemas.openxmlformats.org/officeDocument/2006/relationships/notesSlide" Target="/ppt/notesSlides/notesSlide7.xml" Id="R19ecd4fdb1f64b5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f2867a0d1245da" /><Relationship Type="http://schemas.openxmlformats.org/officeDocument/2006/relationships/image" Target="/ppt/media/image14.png" Id="R4005948b29154ae9" /><Relationship Type="http://schemas.openxmlformats.org/officeDocument/2006/relationships/image" Target="/ppt/media/image15.png" Id="Rfe5b9d48e02442d0" /><Relationship Type="http://schemas.openxmlformats.org/officeDocument/2006/relationships/image" Target="/ppt/media/image6.svg" Id="R0503d750722e4010" /><Relationship Type="http://schemas.openxmlformats.org/officeDocument/2006/relationships/notesSlide" Target="/ppt/notesSlides/notesSlide8.xml" Id="Ra91b45872ba34cc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c25acab9c74a75" /><Relationship Type="http://schemas.openxmlformats.org/officeDocument/2006/relationships/image" Target="/ppt/media/image16.png" Id="R3a556fea5f574b91" /><Relationship Type="http://schemas.openxmlformats.org/officeDocument/2006/relationships/notesSlide" Target="/ppt/notesSlides/notesSlide9.xml" Id="R429b22ee7de34e4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fd57de0e3a4c4b" /><Relationship Type="http://schemas.openxmlformats.org/officeDocument/2006/relationships/image" Target="/ppt/media/image17.png" Id="Ra33be2e3bf0a497e" /><Relationship Type="http://schemas.openxmlformats.org/officeDocument/2006/relationships/notesSlide" Target="/ppt/notesSlides/notesSlide10.xml" Id="Rb53df0119ebe485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0471c967b442f0" /><Relationship Type="http://schemas.openxmlformats.org/officeDocument/2006/relationships/image" Target="/ppt/media/image18.png" Id="Rb380a7c105224c4b" /><Relationship Type="http://schemas.openxmlformats.org/officeDocument/2006/relationships/notesSlide" Target="/ppt/notesSlides/notesSlide11.xml" Id="Reb2f8543827c459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f42373751b49c0" /><Relationship Type="http://schemas.openxmlformats.org/officeDocument/2006/relationships/image" Target="/ppt/media/image19.png" Id="R8b5cced68a2e48b6" /><Relationship Type="http://schemas.openxmlformats.org/officeDocument/2006/relationships/notesSlide" Target="/ppt/notesSlides/notesSlide12.xml" Id="R4787e26fe56b4f6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2ffa3fb5934020" /><Relationship Type="http://schemas.openxmlformats.org/officeDocument/2006/relationships/image" Target="/ppt/media/image20.png" Id="Rd6a1708164f14a69" /><Relationship Type="http://schemas.openxmlformats.org/officeDocument/2006/relationships/notesSlide" Target="/ppt/notesSlides/notesSlide13.xml" Id="R0781e33a780e422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342ee9abe04919" /><Relationship Type="http://schemas.openxmlformats.org/officeDocument/2006/relationships/image" Target="/ppt/media/image21.png" Id="R278caf2e241f443c" /><Relationship Type="http://schemas.openxmlformats.org/officeDocument/2006/relationships/notesSlide" Target="/ppt/notesSlides/notesSlide14.xml" Id="R5abfdc938c11439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a7860d100b4d22" /><Relationship Type="http://schemas.openxmlformats.org/officeDocument/2006/relationships/image" Target="/ppt/media/image22.png" Id="Rab8d71d52fcc4f20" /><Relationship Type="http://schemas.openxmlformats.org/officeDocument/2006/relationships/image" Target="/ppt/media/image23.png" Id="Reda4c756f66541e6" /><Relationship Type="http://schemas.openxmlformats.org/officeDocument/2006/relationships/notesSlide" Target="/ppt/notesSlides/notesSlide15.xml" Id="R817c0c9b1034489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D0E770-1A46-4D66-AA14-678C028A7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8E3D49-87BB-415A-9F98-99F5081AA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236999-FD44-4740-B47F-2C67C262D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119c32a75040b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4451BA-20C7-40F4-B95C-EE087D658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2474A3-FC44-476A-803B-4E6A7A411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b4caf92f8d4ead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24B3BF-EC23-4A2A-BE2E-1602AC371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B060D0-CD3E-4613-80E9-4B39BDA0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874A"/>
                </a:solidFill>
              </a:defRPr>
            </a:pPr>
            <a:r>
              <a:rPr sz="900" b="1">
                <a:solidFill>
                  <a:srgbClr val="00874A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928BBF-6C4E-47D2-A4D6-5D02079F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B1A20"/>
                </a:solidFill>
              </a:defRPr>
            </a:pPr>
            <a:r>
              <a:rPr sz="3900" b="1">
                <a:solidFill>
                  <a:srgbClr val="0B1A20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61D677-F1C8-4207-B5CE-B54DB3B60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C662D7-6D0F-469A-AF3A-DE0342D10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2AC820-C95E-4391-997D-1396CB69B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59A853-096D-4A84-9343-61B640D3E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5170DA-E0C0-458D-891E-3B0458229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E44EBB-ABFC-4C87-8C3E-4EAE78C1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138876935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3A310AE-AEF2-469E-9D0B-0A1663ABA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CF3EAD-D53D-4C6A-9CC9-F17D256C2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70831C-5EF9-4E03-8979-DB383111F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738137-6391-4A92-AEAF-DD8693882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DDDF4-FC16-4604-A190-4C4201658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2f4d36e6ed451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677924-C54C-468F-BC13-31B280925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BF30DC-1C1B-4D62-B216-580D1A69A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DC89A6-4F25-470D-A060-E5D2A73E6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C87B42-27B4-49A9-B8A3-1532E5AC4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00E090-2A73-4758-88FD-EDADBA0AE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87B318-DD6B-4FCF-84FE-D16430E04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1F1838-ED9D-46EF-A52A-09B6CB80D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08811B-2871-4CF6-AE78-48AC0769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CBE6DF-25ED-4D44-BEE5-2191FF138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1BF8AC-F0C3-4802-A32F-DC1637D59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216A41-3ADD-461B-BCCB-AEA0BEB8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52AC7C-17CC-4333-B654-6FF5ADE62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8CE649-0A5D-44EA-B9EF-A00EB1286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50C99E-C04C-4FA7-912F-EB06964FE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AF3DC1-F086-4AAC-A19F-B208EFCB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5AEB55-3466-4B9A-B369-D7D832DE4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A00CAB-568F-4DA4-B9CD-0A1FC21C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E2FF4B-5B55-4F8B-B639-BF5BBD728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30EAE0-79F8-461B-91DB-1A435C3FB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01F41F-553D-4A0E-96D7-DDCF19290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C4611CD-BD9F-4EDB-B248-B07F28A8F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BB9A81-B311-47AF-B759-A9F4DF43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3F2759-1661-4E8E-9B3F-54D7B5044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3561A6B-65BF-43BC-A925-98C77E08B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3C1458D-5951-49EA-9D87-8C313B548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C996FF2-30BB-4D31-B138-C83EA9DD1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D8BBB7B-39DA-404F-BE5C-40C509CF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6455F7C-F7B7-46D3-992D-D852DCEF5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422E43F-ED1A-49CD-BACE-96D98FC84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83A7762-BA62-4010-B56C-BFCD4BE7F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995B2FD-52BC-443B-AE2F-1CA1A62F4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18EC2FE-0013-4239-AD6F-186A7859D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C0F90D3-2804-4386-9540-BCA8FE162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E6F9DE8-30F2-42A5-B1E8-2C896BA26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B9A000D-BF08-47D3-A521-A8384729F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19627410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934C053-8E85-4AF5-9987-5B5BC904C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6D15E2-6258-4228-9995-5F5EF8240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0CA754-73A1-4202-8DA0-0A979DED4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3513AD-297D-4269-A6C2-49B66982D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BAFE6F-BDE1-4659-BCFD-0C91E6319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4ea1767be4481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BAE9B2-8A32-43DA-A1FB-2AFA889E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C29F68-B2AC-424A-8FF5-6972DE616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D0E0A3-65EE-4E04-AD26-E0B91FD15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B1A20"/>
                </a:solidFill>
              </a:defRPr>
            </a:pPr>
            <a:r>
              <a:rPr sz="2400" b="1">
                <a:solidFill>
                  <a:srgbClr val="0B1A20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A65852-41C6-4EF7-A9C9-3CF7E2938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6383F"/>
                </a:solidFill>
              </a:defRPr>
            </a:pPr>
            <a:r>
              <a:rPr sz="1200">
                <a:solidFill>
                  <a:srgbClr val="26383F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715FFD-3704-4A23-A60D-B8F0E1DF1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09233F-FCE1-433C-B66B-431626F7C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251255-9DD7-43F6-999D-211E2E4DD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1300AA-AB2C-43C9-9DA1-AF44F5F0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C049C7-F665-4C31-B156-CFD2EDD2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BAEBB4-3DA5-468D-818E-26F2B92A6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F43F39-2B42-4321-A956-9FC2D8EFD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85E25E-05EE-4222-8D61-50C948635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E7C14F-9B1D-4BF4-9A6F-96B32ABA3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EE1020-6E1D-499C-B9D8-22A1BF619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159AEB-A262-4144-AD03-9D5DBC614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F93208-C06E-4868-AFCC-C6437ADD1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F07A89-852E-4C9B-9EC0-3D7092D45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7501FD-DAED-455B-B2B2-1882BFEC2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D4ED8"/>
                </a:solidFill>
              </a:defRPr>
            </a:pPr>
            <a:r>
              <a:rPr sz="1950" b="1">
                <a:solidFill>
                  <a:srgbClr val="1D4ED8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B3AF4B-7B6D-452C-A89E-B43897050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A31A6F-2562-4604-B30E-BE0A94DCA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DB76E8-A2E1-4CCC-BC8F-0DE69B55A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583831-E29A-471F-BC6C-A5009FC0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6AB55F-59CB-42FD-996F-03C424364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BCBD3CC-10CD-4CC6-963D-5FD5310B1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B45309"/>
                </a:solidFill>
              </a:defRPr>
            </a:pPr>
            <a:r>
              <a:rPr sz="1950" b="1">
                <a:solidFill>
                  <a:srgbClr val="B45309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F49DE6-721E-47B6-8715-4CB96B271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E000379-5117-41B4-B771-E6414099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4018611-4D61-4BF7-AC46-C0A467595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82E4394-E0DB-4D2A-A9EF-3212618AD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07CF8D7-B526-47CC-AC33-99C6C55E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866D687-4D1B-4395-9178-E8EE5D759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839F7BB-3814-4D23-8CCB-0E669A742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128ae8ffcc4587">
            <a:extLst>
              <a:ext uri="{96DAC541-7B7A-43D3-8B79-37D633B846F1}">
                <asvg:svgBlip xmlns:asvg="http://schemas.microsoft.com/office/drawing/2016/SVG/main" r:embed="Rf17ad6a129ad4dc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27CBF3C-183C-47DB-8E74-6C2B7D3FE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D7CEAFF-E014-44F4-A26D-35E84C8AA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BCED136-234D-433A-AD46-1072829C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B43DE99-EAD4-405C-BD11-5FED92027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324AB83-2C7B-4AD7-9764-C8A653706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C3EF217-50DB-4711-9E54-343F06809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12C848D-1D2D-47E5-BD25-37CDBC40F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9D61A03-E38B-4DBD-AF43-B89813F06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585892D-951B-4095-B764-77BCD7364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2DAA75E-3E66-4786-90C9-9BE1A1B67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00B0D4A-5C9E-42E8-B5C7-5FB6A9E0D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8620336-8372-48FD-BFA3-057BBA53D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97A26CB-B9FE-4606-A68F-B6710D0AF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8980D97-95AF-4500-99C7-88010FAD5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CB03CE6-81C4-41C1-8300-7559EF1BC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624DAED-59E4-4EFB-9AD0-38C08A172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D52898C-EB54-491A-BAD9-A39DD678A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39920DB-847D-46F7-A23F-8C0C8F3DA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BC7249A-E767-46EB-8DD9-A7BB86F74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F725671-6D55-4226-83E6-214F6D7C8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524922C-EE72-4F16-A782-8CAD73B48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56C936B-9B56-46BC-9F06-DB9FB66F4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B078DAB-8B13-4269-BC13-6447955F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13855F1-14BD-4036-B53E-9F24E7650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FE5FFBF-8DCB-42B1-B5A9-447E836D7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8B0F739-86E5-4055-95A9-CA7306557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74F91A6-EC65-4453-A3DE-335911591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B45309"/>
                </a:solidFill>
              </a:defRPr>
            </a:pPr>
            <a:r>
              <a:rPr sz="675" b="1">
                <a:solidFill>
                  <a:srgbClr val="B45309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5545C4C-4028-444D-9014-08F6C9BDF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B45309"/>
                </a:solidFill>
              </a:defRPr>
            </a:pPr>
            <a:r>
              <a:rPr sz="1425" b="1">
                <a:solidFill>
                  <a:srgbClr val="B45309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3BF6AD9-5057-4E0F-9D8B-40DE7AF91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2882862-614E-4E4B-9B2D-14DCF2F1C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CC7F027-09FE-40BE-9ABC-DEB434EED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D407A8A-2A34-4C9D-AC5D-B7B8AED14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E15E796-A944-4892-B4F3-F713F2E85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5C1B6D6-DA31-4536-A29E-CD508B53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0C99C7E-D3A1-4675-8FBF-061FB048C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6C26BF9-9BF1-439F-92A8-7D38E8C61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11CFF37-8E40-4ABE-BDFD-A8C539A9C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189223415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11ADFA4-3B7F-493D-864C-38A4EBC1C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4DC831-554C-4136-974F-4119F4C2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3628E3-4D2F-4BF0-A033-31EDBA8CC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2B4FFF-AE84-4E1D-816C-167107B1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98A8BE-7552-49E2-9210-04462CEC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2c75c48a1459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D5108E-E15C-4F83-904E-4B80B37AB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CE6FFC-595F-497E-BFE0-A84FCD9FA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61B360-3645-4947-A775-087FDD6D0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540348-923F-4779-B876-F34C5F2E8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1C3941-66E8-4780-A40C-9163E6545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8037774dc447a3">
            <a:extLst>
              <a:ext uri="{96DAC541-7B7A-43D3-8B79-37D633B846F1}">
                <asvg:svgBlip xmlns:asvg="http://schemas.microsoft.com/office/drawing/2016/SVG/main" r:embed="R71aad0d9eea8476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735B6E-1541-47CB-93CE-2E9C75B23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4D44BA-597B-4A9B-BC96-858BA4D52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C32DF1-3655-4E7D-BD1A-0B449CA40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1D4E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8C021D-B6F7-4888-A733-06427080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FA6CAA-0D39-4841-BC2D-5CFE5C5A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F7A4BC-02F1-49B4-A659-5FF9B8F3A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040371-1733-4A13-8129-F79F23731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B453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8190D7-8AFA-4364-B068-02C5F0A7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ECCC38-C293-48DD-AF9E-F4E0A95C2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2E4B17-0179-4EB7-AFE9-052C06079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A3598E-9EF7-4CE4-B607-443284A02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3D5A58-35DC-4460-880D-9FC17669D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A97108-C409-47AC-AD54-B1EB63A30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EFE5D7-38BE-4B22-AAD9-AC6A32CC1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927A19-A362-4FE2-B3DB-0F18C3FC8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90EBEF-E031-4C34-A461-1E5898F9C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58C0B9-675C-4F1E-89D6-2878F42F0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20849907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AD04825-3F83-479F-9B55-3A8052170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42ED75-8A8B-40B5-A722-E2E9CB303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B922AC-78F3-4184-A755-BAB58F0D8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EACE4A-AE72-40F2-B97C-94FA9A0F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DAC3A2-7087-4ED2-9A16-91395BE49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73c33022bd4a7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9C1910-929C-4DA6-884B-B695E0C6D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F0B552-5DA2-47A3-8521-6B3333409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C2F3F0-54DF-4B49-9818-0E389C236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3FCA47-48D3-4FC1-BEA8-58A3B3884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5A19EE-7BCC-4009-AA3A-86B3A2C70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0d3604d01e4d87">
            <a:extLst>
              <a:ext uri="{96DAC541-7B7A-43D3-8B79-37D633B846F1}">
                <asvg:svgBlip xmlns:asvg="http://schemas.microsoft.com/office/drawing/2016/SVG/main" r:embed="R6f512d848d5e492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5FD587-1220-428F-8DE6-A27D05451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D45082-3BBD-4287-AA2C-6CF659FA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432886-A46E-433A-81AF-151D1F98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855697-F3E1-4F40-9678-ED323A251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D9EA9A-745E-4727-9664-B7AA385C6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7DFD23-7B66-4D91-AFB5-EADDE95BC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C6083E-2F37-47C8-8E0F-069EE8C06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7DD459-2BED-4502-964B-01477C777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FEB945-30F9-4AA3-A9A3-0453DAF63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191790-19DA-4586-A73E-C078DBADF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5A20BD-E9DA-42F4-944E-8BCA1EE7D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07D432-8A85-4162-B73B-B5BF69E7D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1D11EC-9C2B-4E8F-A2F2-5FCEBB56F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23A003-931B-4C49-BD7F-444D14BBB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C1D5C2-DACD-44D2-8B3F-E4231EB2F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56AA3A-A36E-45BB-A235-2B1CD1E9E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456350-CD99-4C0E-BA91-93B72C6D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24A35F-6C76-47EA-96F3-A2B4DA44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DBADFEA-DEF5-4812-B55A-87C86BC57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95C5DB7-8021-4878-977D-F2E0764B0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456599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8A937D-57E5-4FA9-B5D0-61044E41B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57D64F-756B-425F-B78C-F0E4E3B8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018599-BDF6-44B4-BFF0-63924DE6A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366B66-BA9B-4548-BABB-308D40E20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5A6B39-EB94-41E3-BCD9-5FAF8CA22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428824d745432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5B3FFF-C5EC-49A9-ACCD-40F4D0DE2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C70940-7390-4A66-BCE8-BA0CCEEC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3E0FE5-36AA-41CA-8386-8112D9132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5047C1-94FD-4BC3-AAFD-C46BF1F7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DFBD37-EA8D-4294-9650-3A79AC0D6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cd6034c6074026">
            <a:extLst>
              <a:ext uri="{96DAC541-7B7A-43D3-8B79-37D633B846F1}">
                <asvg:svgBlip xmlns:asvg="http://schemas.microsoft.com/office/drawing/2016/SVG/main" r:embed="R67278e887eb5400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639E9E-EC91-449E-9F6A-4142993A4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816B70-5CB0-4CEB-B4DD-89559B90B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86BF4C-6132-4270-A222-935B6CE1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257CBB-9403-47FC-8E02-5F05D233F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A6F43D-9AA2-4B59-8D79-71A8D65A5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CA3AD5-474D-423E-884C-A6168A900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65A4E6-7D0A-4055-B6DD-6CAFC1FE5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5F0CAE-237A-44F8-B721-8EE18A0BC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4ECBF2-85F1-46A6-9F03-E38BA99C7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E2DF63-570A-4451-AB51-EF428EC7A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860207-5C54-48B4-A176-5A8B6C26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5F5DEF-C728-48C6-B0F7-9F5D67C6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E6B8B5-5534-4420-BD72-D52CEB5BB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0E42F6-4782-4534-ADA8-3400B2217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18806817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7A4124-9CF1-46E9-B4C8-DB366C08F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633119-D020-451A-9A84-20939FF10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21FF40-B51F-4FE7-9B05-F2120ADA4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B042E9-AACE-4946-9DE1-405AB1F4B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6DF662-69D9-4F67-9AF5-4767D3F06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20606de2bb401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80FEC7-2879-4335-9D36-FA5880413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CA6D35-CC2D-45A5-9FAB-5F513A950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9D4DEB-F789-4A91-908A-EABCE7363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2573C2-5164-46A9-BB92-49E50EA3E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B5EA99-D549-45AA-A1A4-16310DCCA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0d2078594846b4">
            <a:extLst>
              <a:ext uri="{96DAC541-7B7A-43D3-8B79-37D633B846F1}">
                <asvg:svgBlip xmlns:asvg="http://schemas.microsoft.com/office/drawing/2016/SVG/main" r:embed="Ree5563c7dc56421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0C6D76-0F12-4E1F-A4D8-4F45D710E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173DEC-5E0B-4FB1-A262-28A696D11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1BF328-36F6-4D76-A218-11A68B555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984925-5A0C-4F84-B7F1-186CDFBF1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88BEC6-B0E5-4329-88BB-5E963D959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A31274-D94D-4781-949F-0D6C31B28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F007C1-EAB9-404E-8A83-4EA742537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991150-6C76-458F-808D-21AB9F0BD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8E2D20-436F-4017-9939-9BC175859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3D4FD8-5F6E-4225-BBCA-4ECD34BBD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D90118-AED5-40C8-AE84-5DA4D5C00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80181B-C365-4394-9EFB-DE04C6A04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83F"/>
                </a:solidFill>
              </a:defRPr>
            </a:pPr>
            <a:r>
              <a:rPr sz="1350" b="1">
                <a:solidFill>
                  <a:srgbClr val="26383F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19CC80-0644-4563-9B24-579978A18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0B645E-3A31-400F-A581-1092BDA28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50707041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B622F46-9A06-4BEF-8511-DA0DB90F4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8B5899-1206-472B-A4E4-CB379EFCF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86CB64-18B4-4C9E-B15C-463FEBB5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E6453D-FD32-4DC0-933E-5235C3884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480F15-5CBF-412C-A70C-8B37F7F44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05948b29154ae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003CBB-AF3E-4A1F-B9AD-C5565272F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26BF3F-EEA8-48E4-ADE2-5900B658F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5BDE0E-62E0-40B3-9B4B-E4C72ED5E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E3ACC2-F85B-4CCC-A6B6-08E944229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8B081A-3FFF-437D-82FE-A9DB04971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5b9d48e02442d0">
            <a:extLst>
              <a:ext uri="{96DAC541-7B7A-43D3-8B79-37D633B846F1}">
                <asvg:svgBlip xmlns:asvg="http://schemas.microsoft.com/office/drawing/2016/SVG/main" r:embed="R0503d750722e401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8FA896-FB95-4659-A9B6-1CAF1A012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35D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CAEC74-51F6-4CA3-B848-0F9CAB257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9C683D-7B03-4316-9D21-5970F9D10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5AC935-C0DE-49C3-A2F1-96F680834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5EF336-9206-42DB-AF8F-79E0A678B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00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ACAA26-AFFF-427C-866F-A51C37A75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25CD14-6B2B-473B-B261-E15166FE2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F94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59EDDD-389C-4710-972B-678B0967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894A37-A124-4E8F-A30D-3D62B51B4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34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DC0F51-B884-49EA-A41D-3E37EEC7B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82D156-616B-43F2-B590-22E40ABAF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8E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208FE9-22E2-41D4-980A-BCCA10039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30E73C-22EB-4D3C-AAB2-8DEF6582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4D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32C373-B63E-4930-B8AA-12FB3C575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679CB2-1A06-48FE-836A-8D8C469F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7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89873E-3767-4A23-B0D5-1139159AD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86CF69-5E12-435E-BE0D-F11E14667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E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C48326-7623-4E16-9681-A03003161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F5B5D1A-E039-4540-8FD9-215B4618B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164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8E06B18-F418-4296-B181-1AED76013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156A80A-492F-4E8E-924D-054F9F361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7F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C471D6F-5930-43DB-AE85-EC1EF2FE6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17990829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39F7CB18-438C-4F57-887F-22C94F06C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790C30-9359-41F3-8961-5196DD9CB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31469F-39A6-48C5-A22F-0DF21FFF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F5B5B5-982E-4D92-92AE-DF10AD81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0DB98E-1907-4836-9424-456343A42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556fea5f574b9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4665E9-01B1-4732-B68B-109A9FE9D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210CBD-57F0-4A7B-82A9-5DD41AD1E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986B3F-970A-4D0C-8980-415B4B8D5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FAC00D-D20B-4E71-B4A4-8B303E40B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042A4E-E71A-4D77-9D1F-983AE0396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6ADF5D-8757-435B-9C5A-92A66EB9E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077A17-6556-4628-B34A-821F18B04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49BA82-85FF-4EE5-A5CF-D6DD3C8F5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7C046D-F4C1-4C8F-958E-314F4E109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8657E6-7404-4609-8696-F05E44555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AFCC6B-5311-4B10-8F89-AA56233B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A12B56-611F-4388-BCB6-7854ED63B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53C5EC-AD36-4D2E-8FF0-B5AA13E1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DE0F3A-5ACD-4527-8378-389C1D010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A7BD22-495A-4786-8204-A628AEAC7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D89BDC-6886-42AC-A3D5-7C07029B7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A78605-0B54-4DA0-BEDD-A549CFFF9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C7E429-8FA1-4C1A-B7AB-22B563480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C52786-480E-4C68-AF47-82BC7C1A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476326-C127-4FFF-8B81-19FF7156D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86D238-CC7E-4D2A-AB01-BC6912C5B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C94BA5-79C9-4BC6-A090-996A076F4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1C50400-4D6C-4379-B52F-5A9453E4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40C605-E889-4400-9362-DAB2A4F50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93570FF-37B1-48BD-9563-51CC6E30F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CC8C81-15C4-4C95-8399-E9A050788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C63E62C-04BF-4297-851B-8DEC5B7B9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EDAD43A-AC73-478A-B4D8-3762E2B03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E74475-C50A-4055-9625-E82BFAA71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D7D1ACB-D32F-4DA3-84D7-3DC889F8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CBD9365-7F64-4A60-A49A-8176A5D1E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B4FD8BF-D0E8-4CEC-8293-26F5C4934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E69E988-E62F-4F13-A12E-1D28A1E48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338BBD1-44A0-4065-88BD-1D0DA01C5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DB914CE-5CDE-4C7E-91F5-5AD34397B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7D6153C-0706-4088-8869-615172749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B3D4C6B-A888-4761-A379-2F2BD0C9D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420FAC3-884B-4DA5-9922-FB0377BDD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F9F08D1-4FDB-4442-B8A8-8FADE6910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F31F858-B61E-418E-A8B6-1A385F547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23CDFDC-84F5-4AD5-A12E-2E7BE0460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78249A8-300A-4872-9D4C-D85E965C7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2CD066A-C437-4633-9202-522900F4F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2742369-8A96-478A-B5CB-39BA4A50C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F5F4D7B-66FB-445A-A6BC-E72DD540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721856F-6E55-4E0C-BDA4-3CA66EBDB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821E5B4-DE48-4484-8425-B6560FA3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EAAD1BF-18FF-48F2-BCCD-51CB845A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DE3D34C-2CAF-4059-8D28-3F0E3AA7E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A6D25CA-DEE9-46B4-ADAE-EC5E06592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ED8C933-548F-4B74-AE4C-5332A8C28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15AD187-D63D-4B64-8C28-AA8F2B29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A161376-81C2-4405-B068-00F8C521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C7C6DB6-E2CD-4584-A682-6F184980A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59F920E-6645-4701-96D5-A062B30C5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DA9E817-D49B-4401-AE5F-C0F7F687A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5787692-3B7A-4ED9-86BF-C06D63FA6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4DF1541-2808-416A-BD27-8E9EC20D6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A06C37F-54BC-4A08-8F48-C0D184E0C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D1CBEAD-BA15-4C8D-AFC0-BBD1CAD00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8C55BDE-BC3F-4978-8D3E-D171B4412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48F2312-7A92-4A81-A914-F7D20D72C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93E4C80-DDEE-42A1-8473-360DF86C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493D935-CD9B-4556-8F2A-FFC396D40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7587488-4B2C-4F7B-AAA7-DA667B4D1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CFFC7AA-F5A6-45AB-8C1B-D56AF42E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B2EDCF4-40EC-4D84-868D-01B9E4BBB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E0DF472-89D1-4AEB-BC17-F5770D357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073BFCF-8DCB-4E50-949B-10B5EBADA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2288549-9D68-424D-A2C8-5726348C2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A3AECEB-3B91-41AB-BDA3-9752BB0B6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D388B85-9D8C-4AB0-BA3B-A6E499C2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3301BEE-AEA0-4693-B06A-C7DDE7DC2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5236F38-8AAA-4559-ADAC-B4AC599E2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1877E94-5736-4D53-A9AC-A787A8868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AE9495F-FDBF-479C-AD53-4CAC772AE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28D7F037-1A12-45F9-99F9-6661E4DB6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33D0E49-6AE5-4CF5-96AD-64FF6F7A4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1721CCB-04BA-4179-A3FE-71AFB860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A2AB6E0-392A-4C25-94FC-996CAB646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1560BFE-43EA-46B2-AF5C-869E77116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6CF8F93-0B44-4AC7-8D3F-8D1FBD0A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7A983BD-165E-4D24-B519-BD269C79E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BF6BE20-4AFD-49CB-A396-A7F076714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DCB1E07-B509-4130-91F6-0E7C60C38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0F4A21DB-7AB2-4987-AB56-A09FE2A76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32D15EA-B02E-4D29-A26C-208BFE9C1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DFAC3F31-6BDF-4E11-ADDA-1ABC8DE38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9DBAED99-3ADA-4930-8D32-1A15130DC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232924DB-CD15-468A-BFE9-3B0D2CA8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C4EB8C2A-FB55-4B22-B626-D394F4F68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DC71E7D4-386E-49F0-8345-FE4F6E658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9FFD7674-838C-40EC-9D59-B042EC5C7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6540D0AF-F447-407D-94D7-6AFE19585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C2C46EDB-FF0B-4E3F-81BA-6BDC883B4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11713358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0D4F56AC-054C-4F2B-94CB-97DBB7C57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BACB7F-C74A-46B8-8AFE-F7ADF06D3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30ED51-1CD3-442F-9C9B-EC296C2B7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F2EA16-F552-4CCF-B50B-9AC02E9D8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8932AC-1B63-4037-893C-F5739B6A4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3be2e3bf0a497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B1B569-4389-42AB-B2BE-0531C8A65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C85432-4640-4699-9717-B4830BC54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031413-76EC-406F-BAA9-67E5F9569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F6D970-9A26-4368-A2FB-8734EF68A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93F2DE-8C93-4A2F-8F08-150CC673A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A57B4B-3BA4-4110-A23F-F773EC624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1D283C-9D90-4915-8F4F-9090E50B7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5811F4-6C43-44F0-B63F-FBD767947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3BDC58-F6FC-4483-A42B-E1C34FE17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EAE048-A166-4A2F-BF5A-31B23B2AE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DBA5D2-4AD4-46E0-B0DD-CA6ECF69B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D42561-45A6-4928-A9AA-6CA37305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39810F-DD90-4E54-9B2A-F1B7CE9E6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859843-13CA-4DE2-ABC8-0C92B8380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C3BBC2-79B0-4445-AD92-A89EE0E9C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4F2182-390D-48B2-86C2-4395E8F2F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05CEEC-E62E-403C-BF61-1F70B1843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327F52-E507-4CA5-AAA9-E9EEC0282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BF9044-8CCB-4435-A1EE-8ECBE7BDE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9860D1-FA59-470C-80A6-F3CF56B6B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7961DD-61DA-4404-AF7E-F3985B875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480EEB1-E084-4E86-98D7-9259C828A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79BA457-E5CA-4594-9664-D4C043F3B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811434-1846-4784-9D4D-D4054CFF0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A2267F-7D44-4A0A-93BD-6EE2ABC0E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BC4A9AC-99D1-4B70-8FB2-B9DD6629F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5F3D048-EA59-4B29-B1FC-717ED8CB5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5CA5425-41BA-4BFD-AFE2-38F7E964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C1F6FCC-2A63-4BA1-B281-5E2F607E6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563FA21-2756-4D45-B31A-D9C89D400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CE188ED-1973-4E57-A547-6E6AC2AC7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5D2D6B6-0FBF-4FD9-A5A4-D73420CD5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018A5E5-97AE-49A9-8F9D-58708BCC6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F8ABD3C-2DC2-4786-A7F5-C3129D2C6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48D7B37-D36A-408C-8075-8B174ADC6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687B252-D79B-4420-8E6C-38360A029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4D23161-127C-469E-9C3B-BDDF72D4B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78FCC6F-B4F8-4866-AE27-AAF1C3B35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204BAEF-AB9C-4805-A0E2-9F2BC98A6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3F1C6A0-E906-4E2A-BB6F-E6E28AE00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CB3847C-154A-4058-A38B-2167A9A85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552CFE3-D767-4ADC-A8C6-BEA713F83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B10DF18-3911-431B-BB94-A7386D7B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2C4F953-7913-45E4-8179-F431F03AD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6DD4C0E-EA42-4A82-9EFB-4572FF95B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39A0694-BEAA-4643-8D75-3B647887C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4173162-16B2-4240-AAD8-8D49A175D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75BA479-5B6E-4917-A67D-8EDF0A75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1A30D12-D765-44F4-A498-ECED5CD4C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BF79574-67B8-4CF0-9460-387CA9487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5421251-3244-476B-8AE2-AE701643C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A44C224-E822-4E4E-A565-38769506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7D286F5-53D5-4928-B597-2251F21A8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B921A9B-5712-477A-BEAE-14733FDFE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98DB929-6701-4E08-906E-DF83CE03B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481AF42-9FE9-4CEE-A735-360A84A7A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53B0EDF-77E8-403E-8FDF-7D533E2DB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340C609-CA0F-408A-9E36-26E0FD512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D5F6143-2EA2-40AB-9403-A215DA076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967DEA0-79A4-4F37-8F6C-3D5ED91B3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DC48294-A033-443C-A760-4934BEFD2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9076C22-D4DD-48D5-99B1-997923314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4D6C1A8-FB02-409C-9B93-39C05179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E9F5889-CAC1-493E-AF7B-39F47D8E3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16660B4-BDB4-4C44-8C26-79FBF75F0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B23FB59-E2C1-40D0-8E84-D02CCE7CF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3B98B63-69CF-4C28-B351-BB7EDBB79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E7793DD-2958-4358-9F89-91B3CBD81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8E66082-4A91-468A-A38F-259B63370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F3B06BC-EA81-43FB-A12F-7D877F7EA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EA6E01F-3D2D-4712-B43A-43E924F8A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D124979-DD74-48C5-96C0-6EFFB914B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14ABA40-2879-4109-AFE4-C71721E20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2E75D50-A37E-4B16-B5AD-5E85A6723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D538AC2-1C49-419D-9EA1-FD23445A4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5D8BCCFF-3DE0-4189-B5CF-D4D9527AC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2BFEBB0-0C08-4432-AC0F-902E55FDA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F6EC77DA-DCA5-4802-9A47-405253D58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B538B8D-F814-4E3C-9FC7-880C87027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E1AACA80-067F-4F4D-AC78-8A97834BE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B6CDF6D-68EA-4CBA-B8BD-E0B5A80E2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AA10532F-11F9-4A6A-9B00-C2772057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93E7802A-18F6-4439-805F-1A2347375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E6129154-F5A6-46E5-91A2-3BB585B70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7E4357D-CE90-4018-8A38-6FBA7FE72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0B9B301-521F-40EE-822F-7719CB9CE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CC49BA19-9B2E-49CB-8109-84CE4F79E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BBF682C-D2B2-4E44-B3BA-83937DCE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631BBC6B-6634-4584-B072-E02F20D08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A84EA445-CD50-46DF-9AC7-9E4618C5D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29D81337-294A-45DF-AF7A-22D9E8035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B1DFDB47-642D-4C6B-96AE-B8B2D3122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02C3D561-BA90-4A04-8AFF-46541A181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DC5B4D6F-1C1D-4135-8C62-9508C132A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EBB173E1-27CC-4327-8084-E5C84E22C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96204B0B-AB2C-4661-B4A0-E6D5F55CB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59958472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BBCFD28-311F-4C42-B157-3FA4A3494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814863-76F4-496E-A05C-85158935A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5225F5-4702-47DE-A855-45831B710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D0A007-AC46-4618-A7D1-A9F09A869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36F4CD-7430-4495-94DB-CE790E0B1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80a7c105224c4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05CA21-40A8-4D6F-BFAF-3F0EA03B2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939123-385D-454E-98FE-28C26C471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5069F1-0F83-41AB-BEFD-553E42D59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E41CED-513E-4589-83D9-7F7E908A5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4646DA-5B3D-4AAF-A934-3B9322625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EDF8D3-9A79-499D-8AE7-9E4B2B9F6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A0CFE6-3831-4C2A-837B-7D015D420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153B40-4D01-4F39-9384-E90C7CA9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EBF33B-5EB5-40BC-952B-7C39EAC0E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8A3892-3ED9-41BA-A4F0-7F9F36E7A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F99240-217C-4A62-B316-E7AE49734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89C9A3-7291-475D-85F7-CA952EEFE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C2C61B-A52B-423E-BB73-FAF3A28BA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954158-62E1-465B-A473-CB4D4145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000141-9C29-49F2-83E8-6A497ABB8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2380C7-2A16-4169-B8A1-BAF904600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A05A86-78EB-411E-9A3C-ABA749CD1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EECEE3-3D71-41F3-9B8B-683D2B5CF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57A04B-035D-4583-BDB0-223C29EE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2C492C-EB08-4961-986A-80AD0CD5E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038FDD-0BB5-4F24-A012-A45FEC37F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AFCFFA-3EE5-46E0-9135-28BEA2F0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A647F73-4C8B-4370-98A7-4CCB4F888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DFF0FA-C008-427B-9B48-0D4A6CEB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7CD7611-0594-4B62-B5B9-910BE9A05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B0A0B82-1A60-4139-BF97-8A1C5FE58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8BB1689-6689-488A-98F9-28A0B25AF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56D4C7-A475-4BEF-931A-2210986B0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8150F2B-53AB-4990-B85E-6B0D614CC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6664AE1-C97F-47E9-A094-F90C44B04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33921AD-B867-4AAB-97D2-CF510B916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EF6E6F6-0598-4276-ADAF-9B5CBDE8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E03180E-D3D8-4B26-A54E-D5D0F5F1C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16707DB-BE72-4AD3-BF7D-9580A40AB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4201C9A-EA3A-4EAF-8F81-80D2CFF2E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01CCA20-C2D2-4788-A41B-7AA1E07FF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AB41494-6E63-4C1E-869D-29F016918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C3E563A-3EE5-465A-8509-3895FE44E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CC0D628-8160-413C-B01E-04915C06F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6A04B3E-9AA9-497A-9BC1-3A7F0A11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1633175-73BF-44F3-82E7-1D33F161D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5854180-7C7D-44CF-B0D1-E03881848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773D6BA-5675-455F-8409-2AA6CF0AE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DC31F8F-D830-4D49-98D6-AD8D91319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D4ED8"/>
                </a:solidFill>
              </a:defRPr>
            </a:pPr>
            <a:r>
              <a:rPr sz="825" b="1">
                <a:solidFill>
                  <a:srgbClr val="1D4ED8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0F28242-1F93-4BE9-BA07-CA014F7A8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86AB617-5046-4A36-A959-4068C2B6F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ABF40F4-7981-482C-97FC-FDAD85CA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3F914F5-84F3-4747-B5D5-0DD5F861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29BB904-BB64-4F75-B568-637C867ED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C0161E7-0F1D-48D7-8017-E6A775FB0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2DC375E-ABA5-4A28-9AFD-E0EF50ED6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F266638-2EBF-42F4-A4A7-9611B853D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92BE48A-A417-4FE5-A0C3-3DD228AD6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30AA273-2E24-441D-9F63-8078CA2B0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42C2D13-91D4-4C7A-BEFD-97968078D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C4EF7AA-2C32-4C10-BA89-AB2973395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B6E03AA-95B4-4605-A0FF-DB88FDFBC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EECF40F-FFFB-44B2-B6BD-8A731536C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12D57DB-63F8-4926-86D8-E68FD3EFB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0D4CE84-D3EF-4998-9A60-C5FB3A639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835ED36-0975-4E8E-A05B-42C3DA7C9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D46E6DE-2E29-4F8B-B98B-ECF85E2AF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4F72903-6662-485E-AA33-7EE46521A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8B7F32C-DC41-4061-B265-B40557CA2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0F4F9AE-BE3E-4252-82C5-F42C7D71C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0828C11-4626-4595-AEF1-F8D1D171A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43D43D4-BC5F-4E36-A319-89CC88B6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D4C17D1-7433-4A61-BCE7-CDA15AA13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050E975-2EF4-48ED-B2F0-F1F54C528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6503C31-46C2-472D-A466-C9D34C4AA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F34C9CF-1393-49F5-B87A-2C64094C9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BF147DB-5787-4E69-8F83-FCB124AF0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CDBA65D-052C-45D9-9913-F8019EBDB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0A68E713-6A05-4CAA-8B07-5AAF71639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8A9BC25E-FB45-404F-9B28-89EFF90C8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541601B-FCE3-4714-807D-B837E1648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1E77E0D9-5089-49FC-A42E-55A0CD6B8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4611020-7303-4E39-B5BC-5A8A6E4F1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AAFCDF7E-0371-49C6-ABCA-E3BF7A55E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659C0BE-90B3-4A58-8875-0F307D223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0F2C5FF-BD93-468D-BF79-6D3630106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9E22D74-06D9-40B2-99C0-60F3EFFC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B03FDD8-B296-488D-9E06-565E3AFED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5FAFAA48-05D6-43EB-9970-301C67FBA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41014E88-9EEA-47FC-A6FC-C051CF788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C9F4DEA-6A1B-4995-AB6C-24DE179A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4950ADA2-374F-4351-A1B5-8B48BE360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520A4C5D-0B3C-4A73-B821-52454C60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4197D88-3A08-481B-94BA-946A6C73C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A002C34-E934-4496-BFB0-78581231E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CB74883D-68DF-4EEE-B1B9-E4F6AE1F3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166490087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2A47291A-C599-49FA-9F38-474DD1E4A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D92BDD-8493-45E4-BEA0-C23D460D4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4FB0AE-F55B-4469-B61B-828F6DCF8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878A44-D3E1-4FF3-AA2F-92A9C90E7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0A7243-3DEC-47FC-8546-2137407B2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5cced68a2e48b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E820A8-1EE8-4846-BC10-028384255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1E3C7B-2CC1-4B7A-995A-D31BB1FAD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746030-757C-460D-BAA9-40DF8965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B96EAD-C74A-4289-A65B-4A237902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53EC59-8146-4927-82FB-B82540F9A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543346-68DC-45A3-B68A-86F79E43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8E52EE-BEF0-4FF0-8855-F201D0813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A1CE21-33B2-481E-8A72-15484ECF8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89DFE7-DBCC-4088-A1E9-064486331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C25119-0774-40A2-A976-666F93C5D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62374B-4E9A-4FFB-B8B1-39D41D49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349328-C6FC-4A05-8BD1-72372AC01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55BF52-5B27-44E5-B1F3-3800DF5DF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B2D7B9-1D21-405A-A831-DB77EB506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1E4CC7-F4BC-4A71-A402-F9067A539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0ADE73-40CA-40AA-88E2-8A446EA0C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88A068-C4B5-4BE6-BA23-4230A17F0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C97C46-FBAE-4DDD-A3E2-B61AB6E8C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05B21A-71C8-4E75-9382-7201B6F11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F4FA11-061F-4856-966F-AB47AE509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F64A94-6F14-4C0D-95E9-D7360E4CA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C45F8B-6CE8-4E66-AAFD-11E217A1B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0357A66-3AD1-467E-910C-042218369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723EA2-BD49-4F4B-9851-021C7281C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67D6AED-89CE-4585-93F7-EE2CACD9B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56BB05B-263A-4350-BDA3-B492B4BD3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4B99C9-E933-4D1D-8714-B12482BFF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553486C-B43A-4D60-8DA9-AE35668E0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35D51F1-04BB-4A81-8E49-A424C41D8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4129B9B-C0B8-44D9-B175-57D50E8A0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63D1967-BDAB-4201-A25A-FF9424CBC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6000209-5A92-44F4-8175-473B5ACE8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77332B6-6731-4444-B26D-B36F30752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AD4BD8-EC72-4A3C-917D-06E2D53FD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7DEE960-60DF-4AD7-80C2-55700500F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79A5333-26FD-4E08-A3BC-1545B9D15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4EE8968-5C89-4B06-B4B9-E5DD8CB66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BD929A6-D180-4938-9872-A68CF7EDB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7E7962E-E168-4DD6-BF38-B6F10965A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0F6A13F-B9D0-467F-A49F-2D31DDD9B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DB8A4DC-80AE-41F1-849E-DC8A7B733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60916A2-1AC0-477A-880D-D8FE540F7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ABC89D1-4A43-401F-8EEB-6ADF25CB8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94B4EB1-1449-4742-B165-C34D2F36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E4BBB9B-8239-4C27-BE11-6DB191C4F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2B1579C-7F25-453E-8B68-29C7CB138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2A66A3B-4A40-4099-B652-7D4A81379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3571D56-962F-4A90-AB9D-7134BB116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927909D-F4E4-4641-B7FD-8B2D8309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4CE7F52-4B1A-41B7-9902-A875F271F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5193D64-EC2C-4CAB-93BC-A03FF34AE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E51082D-85E3-4BBC-9FE9-B3AF4D5B4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FAE33DB-2047-471E-8A9B-39B080701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D0176CB-A477-4BD7-BDEE-EB3580356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1C3D288-EA14-4887-91A7-DFB04779A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E4DA3EA-3E29-43C1-9992-BC160B442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FC2082D-EBC9-4206-9450-CE24BC82D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E940CB6-18AC-459F-A54D-1F551839B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045486E-91BB-49BB-ACA7-27886890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F4F61C2-C9D8-487D-98B4-6F54A769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A31E79B-BEE4-4E43-8E53-CE7F210BA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4F56204-3B43-44E4-B151-9CEB73527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17CA7C7-7836-43F7-AA3E-ECB3A4AD6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37FF231-8782-49CE-B784-7983A3E19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44D8ABD-082B-4FC2-BD35-1FBFC5098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B5D7286-7E29-4968-BABC-E4F37248F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7FE54E7-F08C-444F-BEC9-C51B46AC3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889B460-37EB-45CE-8A45-61E7B5ED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C03B65A-F137-43B1-B751-5E1B4C63B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8C96709-2D10-4C67-9993-D0349D63C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E6C181C-F951-4836-A917-FC1880C9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77527B4-2415-4F5C-908A-CA77AA91A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B9300437-26CD-4A41-AEC2-A7ADE4829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8DD8D3A-BC98-44E5-BD81-D07EA06FC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6FC60FF-4F49-430E-96A3-630CD159A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FFF673B-D904-42B5-9C6E-5CD503385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5125C88-FB0D-4205-911E-FCD5038B5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9B7A610-1D80-4DD2-90D3-F064688A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E6451A9-06E4-42BF-B82F-BED77E255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64081909-F05A-4117-926E-9CD2B85B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00672629-BF58-414E-8BA1-912AC14A2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5F7B531-41EF-4733-8ACE-C83D7E015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3902EDD-3B27-405F-BF6C-0F8E3AD6D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8E985C21-4FCB-4AFB-854B-869D29E20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086A694-A9A2-42A8-98BE-8622B9F69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CD24FA0-D371-4287-8F2F-89E4024F7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DF4E81A-E2CE-4336-AB10-2E004DEE4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DB3D27E-F6C8-40AA-88AB-FDE6D1F9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E399DBC0-989E-4343-96D2-74C146E67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1276D69-21EB-4F3B-BE88-8F80B6D5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2A567C3-A37C-40D6-B770-428504DD7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C56C1B66-2AA3-4910-AFDD-ADECDBB7A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D9FC05B9-634F-4E9C-9C3A-3FA0C7E4B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E6A7949D-3A85-410D-9966-036756392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CDA13809-E17D-4AB2-9F28-AC17224E5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67415163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F1DB890-9B89-4F1C-8920-B78E7255C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5D226E-1B34-4A52-A8A7-1E5BFE31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D5BDC7-0D4F-43D2-95C5-CCD08A8EA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125424-FC1A-4F7C-9D20-D594A293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9F576A-AD6D-4382-8E4A-59D8B53D8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a1708164f14a6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B2296A-B3F9-476F-B049-3ABFBDFFD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42CA04-B81E-4D4C-AD71-9F517B033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D7879D-AC13-4308-BBBA-4C7919681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96ABE4-C2B0-4BF2-89BB-09AA38D92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5BD8D6-93C9-4A57-9CA0-41ADD5528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62C728-93A5-4A8D-AD42-661746EF1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02E8C1-E71A-4B13-92AB-22845CE3C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79F553-6145-4A2D-A920-4B26092CC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B204F0-C250-48EA-88B6-90628C487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D525C3-4D3C-4B46-861F-BD3F51E43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BD78DA-8C53-4DA8-8B79-EA9A5F276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DAA08B-7582-42FD-82F4-BB86B34D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CDEBB6-0E0C-40B9-96A4-72664ADEA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F0905D-035B-4100-BD4A-828500D3A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6E0F8C-246F-4674-88CA-04AA84FB7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734AAB-D03C-4C30-A49F-AAB3AB6AA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AC7A6C-DDAE-4286-8DC8-7303C03E3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6815D7-BBAE-489F-ADC5-684E11579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FD9BC6-688E-456D-8EBB-E13F8B298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1B3742-25BA-4119-885A-B7C4DC4D3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4B7F86-69DF-4133-9D82-F1743A705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55F7EB-4F29-4DD4-A549-A5438A3B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0B96BA5-01FA-4890-AC6E-83B7EC5AB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1292B2-511D-4CB0-A4A4-F07B0865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FC76AF-5553-489C-84B4-872A63691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2F74A3-9A46-4D8F-B4E7-E98DFE6D1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173763A-6B3A-44D9-991C-1D5D1C8FF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E08B3AB-3B8F-4FDB-802D-695CD5913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ADE02EB-CDAB-423B-BD98-15F5BF521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421ECEB-2E9D-4118-9109-1A5BF7E3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39C921D-4B4D-4AF6-8847-6023F2A93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8A2EAE0-C9EF-4895-B16D-35DD32E09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B8B87EC-8E25-4D87-9DE8-5684B8BB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AF91BAF-DB74-4D95-B7C9-3D859DC0E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E5ECA1A-ABFE-466B-BA87-09211EEB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3E0932B-D1F9-4966-81D4-267B8A081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81F6ECB-6D79-40E1-AD23-4CC1FB343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0708EAD-8D37-4323-BA5A-584B11F5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E1793EB-0DCF-4712-8F60-04869D681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5B382E6-18B5-4D18-8566-C3645F81A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8511BC6-3BDF-45AC-9F95-076B2BDB6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F0205EB-8863-40B3-B26E-0A1EBF50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ECA650E-FD85-48B5-9F82-DF79E1E3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B554AAB-2EC0-4083-81F8-D9EB13D9D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52A2575-5EC2-4356-9429-5EB7A0EE6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DC2A92B-B200-4B98-8638-A260152C3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A859954-510A-40EF-A144-685D8F409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8B6CF8D-2D75-48EA-8B91-F14FF86EB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B9E769E-A0DF-4B97-87E7-62803769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1D8378B-A756-4AFC-910B-C289E4BAA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4523812-17C0-43EF-A089-35E69DD89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1FAA064-F75D-47EF-8728-A1F49567E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D626F23-5523-4C4A-BA32-D86099930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C67FFBB-BE75-4F3D-B95C-514A2B533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8CE0107-61B8-4AA5-B526-18586EC50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34575CC-4FD5-423E-AFEF-EBAD6298F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1FF1207-6F4F-4CE7-B83A-0A8200BAB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C8864E0-9191-4119-BFA5-CB2953E12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2A25EAF-8EAF-456C-8F64-2421FA0D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FB6494A-D395-4C16-9FD9-0F764CB7D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AB21500-B72B-4D9A-9A80-B15986CC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EF715B9-E944-438D-B01F-9DE852C97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5D5809C-C8A9-4704-B484-DD92CB01C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D71BEE4-C742-4B30-BB1A-428DC8F6B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80E91BE-00A5-4057-94A5-A11D3D9E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CB201C1-E412-42C8-829A-F39C2D7B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D7C0770-8768-46CB-98DD-7DFC663DB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DCF0C74-B325-42D3-B11A-0DE22DCF6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F6A8D4B-3AC7-44D7-A137-89ACF79E0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C74F071-DD2C-483C-86F9-EC158D15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6255F5A-B426-4258-98B2-667B85CD2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923746A-667F-4C4D-A509-1AAA6642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B1BE885-F324-4461-B104-3EEFEE8D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ACDB740-35FA-4259-BA72-CADBE40B3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46B2246-81EF-44F1-A7BF-28C16BA90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02AB5891-67F9-4427-AF07-FB8CDC933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21112F6F-3FBF-4E5F-AF9E-DFCBA2ACD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F572D01-C0D5-4C30-9E9C-222B4983A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F7B7180-3222-442A-9680-48078876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78289D4-69D0-41B2-99BE-ECA79DC4C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0C628931-C829-44D5-8369-2A81DD8DF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D5AC451-FBF3-473A-B80F-1AC57DF47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E9FA35F-396A-4315-A8E6-918C5A9DB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53E2262-420B-42CD-99FC-C12A811A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57D4F4D-595E-4E02-9BD7-EE633444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7DD9162-7364-472D-86C8-1FCA31CB3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F939E58D-BC33-44B8-90B9-3FC67FA6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C14382D8-A9FF-4795-B839-19A443D9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590B27A3-60B7-44B2-8098-FD1092A41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83959064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98709B95-2DB5-4BEF-BF3E-5EA11D46C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C4B136-6837-44F2-8F61-03ED68720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F574CB-D049-402C-8E3E-33CE87206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635999-A519-4FB6-AC1A-E4746B27F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C298FC-5F57-4B8E-A946-E30B723A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8caf2e241f443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70D317-9B98-4C85-8C1B-7830602A8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A51FEB-146A-4F22-BADC-3AA0548A2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A34297-1867-4409-A24E-6955C5319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E3564C-CC00-4EE5-9AAC-C7853C6FB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Saldo a receber conforme informado na carteira; não equivale necessariamente a caixa recebido.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A90FD1-C33A-4D9C-8253-F4DD85001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014B44-E8E7-4401-87D4-745D5DE76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7832B7-BBFB-44BE-AD72-A9B16080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D0B323-3451-4183-8874-7818CBC9A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75260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9C37C8-7446-453C-BD8F-C23A66BEC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1FE915-3378-48B1-8022-6F58D98F8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68BA56-1BDD-43A2-BF81-C1DC3C0F0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73A7CF-6900-44C0-A228-CE2C7A956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 RECEBER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A0519F-D7B9-429F-813C-45F12972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ATÉ 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6F9A06-54EF-43F1-A094-D2E09C887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PÓS-2028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CB9A65-63E4-4EDB-8EE0-D4F5B27F8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B5DFD6-5582-4DED-8E87-F88163406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AXIA Energia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E45EB2-9478-4A26-8F19-AAC144FA3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085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AF76DB-125E-442F-8820-23942FE26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R$ 42.544.856,72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EF5BA9-C997-4337-8784-CBF2F782B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R$ 13.587.630,96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2C7FDB-11FA-44EC-9BCD-E61CA3063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31D3C7C-BA6E-4C1B-A016-DF6581972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R$ 16.901.328,68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4857C57-F978-4D37-815A-522B86163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R$ 28.957.225,76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199794-64EC-4576-9DEE-2D7D16CAC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B66A8AF-3350-4DDC-8B05-53C95112B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4A46B8C-38E1-4908-8E41-79B27910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7725EED-BE59-480A-9BA8-9B55F97EC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Petrobras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7765B3-91E4-4377-B92F-48ECFFC4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28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F9D37C-A136-4A3F-AF16-73527F175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R$ 126.739.271,47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721DAF0-F6B7-4E54-8B27-9C0AEE189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R$ 1.506.178,20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87FF295-34B6-4652-96A5-FE6BDA84C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R$ 125.233.093,27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2C9B232-AC43-4DE9-A2F9-63FA6C3CB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R$ 2.752.843,23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7D9C379-F917-425F-9FDC-706C9EEDC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R$ 123.670.948,92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5E31475-1FBA-406E-8A3B-1CCF1BFB8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R$ 1.562.144,35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E5680C1-67D2-4568-88E9-96EDE7C51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7463681-4835-41D1-B12D-F50643CCD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Enel Green Power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EC00213-6BFA-458D-860C-12C891884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7717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1A98BEE-0B30-4BE3-B8A2-A957E78A3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R$ 74.695.374,05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64A0EC2-23BD-4974-8935-2032F6C1E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R$ 46.633.200,10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A82C43C-8264-4B1F-B369-E0DA3FD93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R$ 28.062.173,95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BBF8D56-8C42-44F5-B843-22846615A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R$ 25.512.835,02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BB4A8B9-B87D-4D65-928A-CEC4B76E8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R$ 28.062.173,95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571E88E-530A-41E2-9C43-D4F16E478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C367EB8-1C82-46B0-8BBB-4102A116B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DD35CA3-2B5A-4296-B311-25E0A0D2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05CE2B6-D7A9-4FB7-AC6E-8D5DEBCDD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CEMIG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F9FA8AA-383C-46BA-ABD0-F7A87C01E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1146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C7BF6D3-DCCC-40BE-BBF3-D75A874A1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R$ 157.646.971,08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A3D2DBA-7C2D-4725-80BF-C506C0D65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R$ 15.287.450,14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F500B70-4D67-4283-9BE1-B0BA3517C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R$ 142.359.520,94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5F56599-E996-4C32-BDF4-9E997AFDC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R$ 15.391.505,90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B40B04A-78F5-41FE-A145-795FB6AEF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R$ 142.359.520,94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FBC0E72-6472-4992-9193-38FB1686F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A2577DF-D70B-4D25-BB2A-2561D039A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B523A2F-67A5-4F78-A8B8-4A67C6FA4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Âmbar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9900ABB-3083-4C44-B2FA-35862465B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575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28FCF59-673F-4A13-9AEC-D070CE34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1178655-20AC-42D7-8DAD-71A4D791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R$ 794.985,49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CAAD860-82AD-4B6A-AA8F-2D9BDB7AC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R$ 88.331,72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7FE6B62-D887-4E63-A482-DB89FEEFD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R$ 883.317,20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BD7F3E0-26E7-430D-8FDA-73B129ACF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R$ 485.824,46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98EDE33-B035-4E64-AE28-7E874BEBD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E7159CD-7543-443E-AD1E-47D93C24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11190CD-827B-4970-BD5A-CB9D04F3B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ECDE66D-50DF-40D7-93F2-27823C44D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Hydro Alunorte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0507272-7253-4A69-9183-179EF3852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8004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03F3800-5082-4262-A606-E35EE3E3C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R$ 4.965.143,38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CF34382-5D21-439E-8156-C6F466487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R$ 828.439,34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A608E77-388E-4385-BCC3-6B6BF9399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R$ 4.136.704,04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0631C1A-28AA-4D37-A252-919AEB12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R$ 872.409,82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96B2EDA-040D-44ED-BB83-D054331D6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R$ 4.136.704,04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62C13AD-B534-4CF2-96B0-CA01099CC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1A36B08-82DC-46F4-824E-25C38172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BB0EF24-CD87-4CD2-8A43-062BECFC1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Belém Bioenergia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B1D0640-A4F1-4E6C-B55C-7A30A4C76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1433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4920A78-5CBE-4D45-9844-17E9D92A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4E27FCE-2AE2-401D-A5E6-E35C95537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R$ 279.135,36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149F224-18DB-4E2D-85C0-2E00B3467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R$ 1.166.709,35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531AA4F-8C20-4977-A5AD-2225CB48E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1971301-C371-4840-8FF2-FDC6ACC7F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R$ 1.166.709,35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D03C2B3-3E3D-42E4-BFE3-552CDD573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51D296A-C45F-484D-945B-8E12A1DE8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3280EF0-B933-42DF-B918-50E064BA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59E6A02-DFDD-4D8B-9F61-D986A9BF9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Flessak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A04FC0E-3C2D-4786-9139-74BECC979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862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B222CEF-4E67-41AA-9BA7-4BCF35C1D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R$ 803.178,97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7FCD48F-DF63-4FA1-98C2-A14577745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R$ 80.317,90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946EAEBE-34F8-453D-9C83-B89D116A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R$ 722.861,07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A3338949-0D19-440E-AA4F-CF455936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R$ 803.178,96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387AF27C-EB45-461E-96F1-72B39BD34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R$ 722.861,06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22EA990-EA3D-4721-B01E-C0BE7EF99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R$ 0,01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E0EAF8F-8ECD-4F68-A799-5CECD8DC7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DF2D1BC-0EBA-4FB9-ACBF-DB076E508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Harbin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61862062-EE1F-4458-AF3C-0D2969A4B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291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5092DB5A-B5BA-4E28-BBAA-52BBF77A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EBC96D84-D4B6-4B36-B531-913B9B854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CB587F91-E37F-4906-9650-75D158BD8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39BEDC3D-6BDD-4283-BDCB-CFC402E6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732C6C2D-4474-48BD-8A4D-EFC2BB8D4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594A1C56-A574-47CE-9632-852E68F60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7E1B048B-9BAA-486E-800C-2B4CDC5EA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D09C8FA9-7F5D-48FB-9DA3-D3720CDF2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3107B358-ACB3-488B-9475-ABCD0B6CE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ArcelorMittal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832ADB8E-A7FD-4801-8777-7183AEEE0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172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2EFAF67B-43C4-41E4-B5DF-6BA2632E9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1CCB1AD4-49A4-43D0-B59D-6CB97F72F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FE6AEE3C-C1B5-45BF-8B78-F2D6633CC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R$ 261.601,20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27CFB2C5-C5CB-41B2-BB82-669836DAE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43C68FF0-734B-4A47-8851-7D7D3D56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72080BB4-7590-4BA2-B23D-4DD37F90D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C1781684-8891-42E0-8A46-1E9F9C5E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78986DD5-124D-43EA-93E4-2749AE38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Andritz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5FA5C590-752A-4671-9C0E-8A09E7B2A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14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2F78F1B9-EB23-4884-918A-65C723F5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2F10FAC-52F5-4DED-86F6-CA4D1CFF3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3F1224BC-6294-4552-AAD1-17767D3C1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E78DBB75-2C46-490B-BF1B-0C09B769B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45EDE201-E264-454F-B646-47C926F6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A262B94A-8D65-4089-9718-B6BE61391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0A6F48C8-C666-4F61-B439-5511ACB3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190BB6CC-8BCE-45EE-B361-80F7A5043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7CD85CE-593C-49FD-873D-122B1BF8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Total da carteira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7A84C3C-569D-4829-8F7C-8523DF496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857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11 cliente(s)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7D75D1B2-DADE-4B69-BC44-CAE2869BB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R$ 410.145.558,79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53CDD2D3-6769-46C8-812E-566119D66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R$ 78.997.337,49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DFF3719F-5712-438F-B34C-9C23E7C90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1D4ED8"/>
                </a:solidFill>
              </a:defRPr>
            </a:pPr>
            <a:r>
              <a:rPr sz="938" b="1">
                <a:solidFill>
                  <a:srgbClr val="1D4ED8"/>
                </a:solidFill>
              </a:rPr>
              <a:t>R$ 331.148.221,30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C74E625D-D1A9-46DB-BE90-32F954192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R$ 64.984.864,72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FEF56CC7-8C32-4EAB-9046-8C3126545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R$ 329.983.569,68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0126FD1B-80F6-4B29-AE86-4A45A473C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200008930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B8F35B-40AC-4BEB-880C-B48AE58D0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AC7AC-167F-4763-8E29-24D6F436F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B862C8-2561-48CB-B884-6A201C21C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3623B8-06BC-4611-B760-3705C247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8d71d52fcc4f2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895BB3-3585-49CB-922A-A271AB1A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E10125-1CE6-44AB-AD91-4451C199A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a4c756f66541e6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4274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2026-09-07T03:02:56.5830000Z</dcterms:created>
  <dcterms:modified xsi:type="dcterms:W3CDTF">2026-09-07T03:02:56.5830000Z</dcterms:modified>
</coreProperties>
</file>