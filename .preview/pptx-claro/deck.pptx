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a27730f0d64bdb" /><Relationship Type="http://schemas.openxmlformats.org/officeDocument/2006/relationships/extended-properties" Target="/docProps/app.xml" Id="R33e6c4469e8b4c5b" /><Relationship Type="http://schemas.openxmlformats.org/officeDocument/2006/relationships/officeDocument" Target="/ppt/presentation.xml" Id="R3e19e55024bc40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25a1f9020b45b2"/>
  </p:sldMasterIdLst>
  <p:notesMasterIdLst>
    <p:notesMasterId xmlns:r="http://schemas.openxmlformats.org/officeDocument/2006/relationships" r:id="Radbf3f93ae2344b3"/>
  </p:notesMasterIdLst>
  <p:sldIdLst>
    <p:sldId xmlns:r="http://schemas.openxmlformats.org/officeDocument/2006/relationships" id="256" r:id="R5cb17912a71f4e37"/>
    <p:sldId xmlns:r="http://schemas.openxmlformats.org/officeDocument/2006/relationships" id="257" r:id="R7c9c448ca4fe4f89"/>
    <p:sldId xmlns:r="http://schemas.openxmlformats.org/officeDocument/2006/relationships" id="258" r:id="R7b521916150941d9"/>
    <p:sldId xmlns:r="http://schemas.openxmlformats.org/officeDocument/2006/relationships" id="259" r:id="R0da4d72d04764fac"/>
    <p:sldId xmlns:r="http://schemas.openxmlformats.org/officeDocument/2006/relationships" id="260" r:id="R228bed0e25884a45"/>
    <p:sldId xmlns:r="http://schemas.openxmlformats.org/officeDocument/2006/relationships" id="261" r:id="Rd39d345b08fd49a2"/>
    <p:sldId xmlns:r="http://schemas.openxmlformats.org/officeDocument/2006/relationships" id="262" r:id="R2d2b5d3dfd4a422d"/>
    <p:sldId xmlns:r="http://schemas.openxmlformats.org/officeDocument/2006/relationships" id="263" r:id="Rd4c66f7cf501417c"/>
    <p:sldId xmlns:r="http://schemas.openxmlformats.org/officeDocument/2006/relationships" id="264" r:id="R5d6357db41fe4687"/>
    <p:sldId xmlns:r="http://schemas.openxmlformats.org/officeDocument/2006/relationships" id="265" r:id="R31c5ea0dd3c34926"/>
    <p:sldId xmlns:r="http://schemas.openxmlformats.org/officeDocument/2006/relationships" id="266" r:id="Rdac0b5357c4942e7"/>
    <p:sldId xmlns:r="http://schemas.openxmlformats.org/officeDocument/2006/relationships" id="267" r:id="R749a2a46718a4600"/>
    <p:sldId xmlns:r="http://schemas.openxmlformats.org/officeDocument/2006/relationships" id="268" r:id="Rf38f24c775cb43e2"/>
    <p:sldId xmlns:r="http://schemas.openxmlformats.org/officeDocument/2006/relationships" id="269" r:id="Rada3fe216e024481"/>
    <p:sldId xmlns:r="http://schemas.openxmlformats.org/officeDocument/2006/relationships" id="270" r:id="R0e7e573ed3214d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c1cc941325416c" /><Relationship Type="http://schemas.openxmlformats.org/officeDocument/2006/relationships/slideMaster" Target="/ppt/slideMasters/slideMaster1.xml" Id="R4225a1f9020b45b2" /><Relationship Type="http://schemas.openxmlformats.org/officeDocument/2006/relationships/notesMaster" Target="/ppt/notesMasters/notesMaster1.xml" Id="Radbf3f93ae2344b3" /><Relationship Type="http://schemas.openxmlformats.org/officeDocument/2006/relationships/presProps" Target="/ppt/presProps.xml" Id="Re950eed527a24436" /><Relationship Type="http://schemas.openxmlformats.org/officeDocument/2006/relationships/tableStyles" Target="/ppt/tableStyles.xml" Id="R5a93549da6cf436b" /><Relationship Type="http://schemas.openxmlformats.org/officeDocument/2006/relationships/slide" Target="/ppt/slides/slide1.xml" Id="R5cb17912a71f4e37" /><Relationship Type="http://schemas.openxmlformats.org/officeDocument/2006/relationships/slide" Target="/ppt/slides/slide2.xml" Id="R7c9c448ca4fe4f89" /><Relationship Type="http://schemas.openxmlformats.org/officeDocument/2006/relationships/slide" Target="/ppt/slides/slide3.xml" Id="R7b521916150941d9" /><Relationship Type="http://schemas.openxmlformats.org/officeDocument/2006/relationships/slide" Target="/ppt/slides/slide4.xml" Id="R0da4d72d04764fac" /><Relationship Type="http://schemas.openxmlformats.org/officeDocument/2006/relationships/slide" Target="/ppt/slides/slide5.xml" Id="R228bed0e25884a45" /><Relationship Type="http://schemas.openxmlformats.org/officeDocument/2006/relationships/slide" Target="/ppt/slides/slide6.xml" Id="Rd39d345b08fd49a2" /><Relationship Type="http://schemas.openxmlformats.org/officeDocument/2006/relationships/slide" Target="/ppt/slides/slide7.xml" Id="R2d2b5d3dfd4a422d" /><Relationship Type="http://schemas.openxmlformats.org/officeDocument/2006/relationships/slide" Target="/ppt/slides/slide8.xml" Id="Rd4c66f7cf501417c" /><Relationship Type="http://schemas.openxmlformats.org/officeDocument/2006/relationships/slide" Target="/ppt/slides/slide9.xml" Id="R5d6357db41fe4687" /><Relationship Type="http://schemas.openxmlformats.org/officeDocument/2006/relationships/slide" Target="/ppt/slides/slide10.xml" Id="R31c5ea0dd3c34926" /><Relationship Type="http://schemas.openxmlformats.org/officeDocument/2006/relationships/slide" Target="/ppt/slides/slide11.xml" Id="Rdac0b5357c4942e7" /><Relationship Type="http://schemas.openxmlformats.org/officeDocument/2006/relationships/slide" Target="/ppt/slides/slide12.xml" Id="R749a2a46718a4600" /><Relationship Type="http://schemas.openxmlformats.org/officeDocument/2006/relationships/slide" Target="/ppt/slides/slide13.xml" Id="Rf38f24c775cb43e2" /><Relationship Type="http://schemas.openxmlformats.org/officeDocument/2006/relationships/slide" Target="/ppt/slides/slide14.xml" Id="Rada3fe216e024481" /><Relationship Type="http://schemas.openxmlformats.org/officeDocument/2006/relationships/slide" Target="/ppt/slides/slide15.xml" Id="R0e7e573ed3214d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e92a34bbd144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836f45647d405e" /><Relationship Type="http://schemas.openxmlformats.org/officeDocument/2006/relationships/notesMaster" Target="/ppt/notesMasters/notesMaster1.xml" Id="Redffe4d2d3eb4a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c040a2c5c648c4" /><Relationship Type="http://schemas.openxmlformats.org/officeDocument/2006/relationships/notesMaster" Target="/ppt/notesMasters/notesMaster1.xml" Id="Ra23b35ee33d84b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dedd9104634163" /><Relationship Type="http://schemas.openxmlformats.org/officeDocument/2006/relationships/notesMaster" Target="/ppt/notesMasters/notesMaster1.xml" Id="R63e608d5a82b4f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5975b3c91d4a4f" /><Relationship Type="http://schemas.openxmlformats.org/officeDocument/2006/relationships/notesMaster" Target="/ppt/notesMasters/notesMaster1.xml" Id="R408079d004044d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d90bc533eb438c" /><Relationship Type="http://schemas.openxmlformats.org/officeDocument/2006/relationships/notesMaster" Target="/ppt/notesMasters/notesMaster1.xml" Id="R9c294ec35b5b41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7f4a7d15744602" /><Relationship Type="http://schemas.openxmlformats.org/officeDocument/2006/relationships/notesMaster" Target="/ppt/notesMasters/notesMaster1.xml" Id="R0eba45c849ae41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f6cb6be9a94a77" /><Relationship Type="http://schemas.openxmlformats.org/officeDocument/2006/relationships/notesMaster" Target="/ppt/notesMasters/notesMaster1.xml" Id="Rf02ed7c0be614c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a4a3ad1ff94c72" /><Relationship Type="http://schemas.openxmlformats.org/officeDocument/2006/relationships/notesMaster" Target="/ppt/notesMasters/notesMaster1.xml" Id="R899e66d2330c42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de3b9b6935495c" /><Relationship Type="http://schemas.openxmlformats.org/officeDocument/2006/relationships/notesMaster" Target="/ppt/notesMasters/notesMaster1.xml" Id="R1d7f29f7da5549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f9652d255a43ba" /><Relationship Type="http://schemas.openxmlformats.org/officeDocument/2006/relationships/notesMaster" Target="/ppt/notesMasters/notesMaster1.xml" Id="R868785d2de0f416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baeef61f94432b" /><Relationship Type="http://schemas.openxmlformats.org/officeDocument/2006/relationships/notesMaster" Target="/ppt/notesMasters/notesMaster1.xml" Id="Rd7deb4c04cb741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30e992cb22e4454" /><Relationship Type="http://schemas.openxmlformats.org/officeDocument/2006/relationships/notesMaster" Target="/ppt/notesMasters/notesMaster1.xml" Id="R21cf0e0378dc488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0ec0b49bf234752" /><Relationship Type="http://schemas.openxmlformats.org/officeDocument/2006/relationships/notesMaster" Target="/ppt/notesMasters/notesMaster1.xml" Id="R3db002d789fe4f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88072b763e140e0" /><Relationship Type="http://schemas.openxmlformats.org/officeDocument/2006/relationships/notesMaster" Target="/ppt/notesMasters/notesMaster1.xml" Id="R3b3bd0ece00146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10ed504e024401" /><Relationship Type="http://schemas.openxmlformats.org/officeDocument/2006/relationships/notesMaster" Target="/ppt/notesMasters/notesMaster1.xml" Id="Rf76d412a93df42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25dd8807f84f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e0d9594de64062" /><Relationship Type="http://schemas.openxmlformats.org/officeDocument/2006/relationships/slideLayout" Target="/ppt/slideLayouts/slideLayout1.xml" Id="R1db3c962a98949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b3c962a98949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d5d892e5948ed" /><Relationship Type="http://schemas.openxmlformats.org/officeDocument/2006/relationships/image" Target="/ppt/media/image.png" Id="R70923e5c86a24432" /><Relationship Type="http://schemas.openxmlformats.org/officeDocument/2006/relationships/image" Target="/ppt/media/image2.png" Id="R67a1e525580544f3" /><Relationship Type="http://schemas.openxmlformats.org/officeDocument/2006/relationships/notesSlide" Target="/ppt/notesSlides/notesSlide1.xml" Id="Re83b96b2488c42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9f73dba444084" /><Relationship Type="http://schemas.openxmlformats.org/officeDocument/2006/relationships/image" Target="/ppt/media/image3.png" Id="R5906981fd4e14af5" /><Relationship Type="http://schemas.openxmlformats.org/officeDocument/2006/relationships/notesSlide" Target="/ppt/notesSlides/notesSlide2.xml" Id="Rf42e36a615ad40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7bcb1b6c5405b" /><Relationship Type="http://schemas.openxmlformats.org/officeDocument/2006/relationships/image" Target="/ppt/media/image4.png" Id="Rcce6c1efd5814bca" /><Relationship Type="http://schemas.openxmlformats.org/officeDocument/2006/relationships/image" Target="/ppt/media/image5.png" Id="R343998c629bd475c" /><Relationship Type="http://schemas.openxmlformats.org/officeDocument/2006/relationships/image" Target="/ppt/media/image.svg" Id="Rcc07596054de4f96" /><Relationship Type="http://schemas.openxmlformats.org/officeDocument/2006/relationships/notesSlide" Target="/ppt/notesSlides/notesSlide3.xml" Id="R8f555dc409e240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45f9c16234a9f" /><Relationship Type="http://schemas.openxmlformats.org/officeDocument/2006/relationships/image" Target="/ppt/media/image6.png" Id="R14184d04c7a5400f" /><Relationship Type="http://schemas.openxmlformats.org/officeDocument/2006/relationships/image" Target="/ppt/media/image7.png" Id="Re982954c5f3f4b81" /><Relationship Type="http://schemas.openxmlformats.org/officeDocument/2006/relationships/image" Target="/ppt/media/image2.svg" Id="R151b0ca098f64233" /><Relationship Type="http://schemas.openxmlformats.org/officeDocument/2006/relationships/notesSlide" Target="/ppt/notesSlides/notesSlide4.xml" Id="R91b18d0846a64e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57eb972614d02" /><Relationship Type="http://schemas.openxmlformats.org/officeDocument/2006/relationships/image" Target="/ppt/media/image8.png" Id="Rf40d88e1b5564fee" /><Relationship Type="http://schemas.openxmlformats.org/officeDocument/2006/relationships/image" Target="/ppt/media/image9.png" Id="R7fd0fb6241cf46bd" /><Relationship Type="http://schemas.openxmlformats.org/officeDocument/2006/relationships/image" Target="/ppt/media/image3.svg" Id="R1f4db0ff105d4c7a" /><Relationship Type="http://schemas.openxmlformats.org/officeDocument/2006/relationships/notesSlide" Target="/ppt/notesSlides/notesSlide5.xml" Id="Rf896787e723b4a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66ea57dab4234" /><Relationship Type="http://schemas.openxmlformats.org/officeDocument/2006/relationships/image" Target="/ppt/media/image10.png" Id="Rb28d445f1a374263" /><Relationship Type="http://schemas.openxmlformats.org/officeDocument/2006/relationships/image" Target="/ppt/media/image11.png" Id="Rde994f63abc64dfc" /><Relationship Type="http://schemas.openxmlformats.org/officeDocument/2006/relationships/image" Target="/ppt/media/image4.svg" Id="R14bd2a629f814743" /><Relationship Type="http://schemas.openxmlformats.org/officeDocument/2006/relationships/notesSlide" Target="/ppt/notesSlides/notesSlide6.xml" Id="R9aecbb88ef4b4c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c5b276e9b4db0" /><Relationship Type="http://schemas.openxmlformats.org/officeDocument/2006/relationships/image" Target="/ppt/media/image12.png" Id="Ra028750a47df4184" /><Relationship Type="http://schemas.openxmlformats.org/officeDocument/2006/relationships/image" Target="/ppt/media/image13.png" Id="R374fd068238e458a" /><Relationship Type="http://schemas.openxmlformats.org/officeDocument/2006/relationships/image" Target="/ppt/media/image5.svg" Id="R994f8df333374765" /><Relationship Type="http://schemas.openxmlformats.org/officeDocument/2006/relationships/notesSlide" Target="/ppt/notesSlides/notesSlide7.xml" Id="R2ef84a57091040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2108037af46c2" /><Relationship Type="http://schemas.openxmlformats.org/officeDocument/2006/relationships/image" Target="/ppt/media/image14.png" Id="R92bf04f82d43437b" /><Relationship Type="http://schemas.openxmlformats.org/officeDocument/2006/relationships/image" Target="/ppt/media/image15.png" Id="Re350b17b2f084a47" /><Relationship Type="http://schemas.openxmlformats.org/officeDocument/2006/relationships/image" Target="/ppt/media/image6.svg" Id="Ra3572174479f47e2" /><Relationship Type="http://schemas.openxmlformats.org/officeDocument/2006/relationships/notesSlide" Target="/ppt/notesSlides/notesSlide8.xml" Id="Rd1ac883037ac43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d3938815446cd" /><Relationship Type="http://schemas.openxmlformats.org/officeDocument/2006/relationships/image" Target="/ppt/media/image16.png" Id="Rc9728f98a44a41e7" /><Relationship Type="http://schemas.openxmlformats.org/officeDocument/2006/relationships/notesSlide" Target="/ppt/notesSlides/notesSlide9.xml" Id="Rbf5555f2ed6d4e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5389462134358" /><Relationship Type="http://schemas.openxmlformats.org/officeDocument/2006/relationships/image" Target="/ppt/media/image17.png" Id="Rcca181ca9fbb4490" /><Relationship Type="http://schemas.openxmlformats.org/officeDocument/2006/relationships/notesSlide" Target="/ppt/notesSlides/notesSlide10.xml" Id="R50422e0f3c8a48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0a9674aef4c84" /><Relationship Type="http://schemas.openxmlformats.org/officeDocument/2006/relationships/image" Target="/ppt/media/image18.png" Id="Rebe8e65edb6449a6" /><Relationship Type="http://schemas.openxmlformats.org/officeDocument/2006/relationships/notesSlide" Target="/ppt/notesSlides/notesSlide11.xml" Id="Rf655455738d546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a80f7423b4a7d" /><Relationship Type="http://schemas.openxmlformats.org/officeDocument/2006/relationships/image" Target="/ppt/media/image19.png" Id="R8ccaf5bbb7194c7e" /><Relationship Type="http://schemas.openxmlformats.org/officeDocument/2006/relationships/notesSlide" Target="/ppt/notesSlides/notesSlide12.xml" Id="R209c853ca63e4a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e0ffb700c4ee2" /><Relationship Type="http://schemas.openxmlformats.org/officeDocument/2006/relationships/image" Target="/ppt/media/image20.png" Id="Rf9e79bcb71a24104" /><Relationship Type="http://schemas.openxmlformats.org/officeDocument/2006/relationships/notesSlide" Target="/ppt/notesSlides/notesSlide13.xml" Id="Rc0efde9e2f374ac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f741f73df4e00" /><Relationship Type="http://schemas.openxmlformats.org/officeDocument/2006/relationships/image" Target="/ppt/media/image21.png" Id="R8525fa842ea74479" /><Relationship Type="http://schemas.openxmlformats.org/officeDocument/2006/relationships/notesSlide" Target="/ppt/notesSlides/notesSlide14.xml" Id="Rb32a4618c3094b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48384228c4fd7" /><Relationship Type="http://schemas.openxmlformats.org/officeDocument/2006/relationships/image" Target="/ppt/media/image22.png" Id="R1c209f5794c642fd" /><Relationship Type="http://schemas.openxmlformats.org/officeDocument/2006/relationships/image" Target="/ppt/media/image23.png" Id="R739bbe636913403b" /><Relationship Type="http://schemas.openxmlformats.org/officeDocument/2006/relationships/notesSlide" Target="/ppt/notesSlides/notesSlide15.xml" Id="Reb044507718743b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C5B8B-9A28-4F15-BB4C-894ADDEC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DD632F-ED03-44F2-BD72-67BE5D2C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A2B0E-6B55-4EF1-91DB-3DC45F7A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23e5c86a2443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BA813-09C9-477A-840E-41FA162B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FF58A-7C79-4B21-AD73-A746D07F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1e525580544f3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60882-AFC8-4F50-A42D-2C02F7BD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08AB2-DB8D-4FD2-8B67-ACE2C47C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2042B8-F3B1-47E3-AB47-E1739E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2C3B5-2A12-4DC0-BEF7-16ABD795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44396-928C-4FCD-8E25-1A75E954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E27E0D-06B8-4462-A6FC-454736DE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16212F-F4AA-43F4-87B8-DD53A1B1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B8E771-8FC2-4FEC-A00F-FAF0A3A5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98F7D-D696-42E6-9EC3-419B9040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9730904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7ECBC9-790A-413D-AE8C-A2AEEBF0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6D217-E08B-4872-974C-0223764A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31463-3AC0-490E-8253-497897C7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2FE4A-49E9-4F2A-8992-87CA45B6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88DF5-B259-4F0A-8F45-03469351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6981fd4e14af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CC6E2-172D-4D2E-BC13-A2547548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E7121-262C-407E-A664-CCDE03AC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6C406-10A1-4D34-80EE-DAFBD7B3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3AB2AA-6A58-468C-B456-41DCECA6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C899E-0FF6-4A83-8902-488BF975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0BCD10-B290-466F-A570-8BBD9DF9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EBF94-6BD6-41AE-A99B-A437DA39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E3007-7AD1-4176-8916-DB0BE098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47DCE2-905D-460B-A3BA-9EE5F327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791F9-F54D-44F6-B816-E5A94FBD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AD9A8D-CD13-48EE-A49E-D6D8395C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B8AE5-CCA0-4F59-A402-8FBB3DE5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AF6406-D6CB-485C-88B9-16DE38B2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04C538-854A-42C0-A1BB-4C2E54A7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B9A9BF-D2F9-445F-94F2-9BB672BD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69ECF0-001D-4FD0-BA66-44A2CB11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77FF7-062B-4876-8A23-D73F6D03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1AF952-B20D-4E67-A5FE-F92EC16E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B016C1-F6DE-45BC-9FC8-6CE5AD2E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841241-7569-4FA4-BF89-0D288AC6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2AA867-C006-4BCD-9B2F-B99A54377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07E2F1-0781-444B-ABCB-E67B8821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C38154-B1DA-4D95-BB11-0BDBBFFD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ECCE64-EC99-4E47-A63D-75948AA4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664A91-A0E9-41E0-9615-A0EAEC50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200E04-A652-4E17-B122-8013E2D9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A6E42B-A073-41BC-917B-B45BBF33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32F61B-8E63-4993-A8AF-3466739C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F0AD09-913A-49D9-A039-A3F68460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D3D267-6AA4-4481-A9CB-10081DD9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0D242E-0231-4B65-99EE-49D001BB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5EADBD-0132-4B87-BBD8-C21E9993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37E6EC-575C-4977-8654-6542F469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046411-2B58-4090-BBDF-239A3EEF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F99950-97B9-41B4-9F03-1F670A5F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9286354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582B595-B02F-41DC-B068-40CE16DA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58380B-E5D9-4A16-8588-2FDEF67A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7CB8A-2991-46B4-B700-554A8D2B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5C19BF-C71C-418B-AF47-6B92CA20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EB214-AA48-428D-A246-9976E714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6c1efd5814bc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79928-40FD-4520-9517-C5F3BCA5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1BB60-9524-45BF-A434-B8B248E9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114F9D-BE4E-4AE7-8D70-69E74A4C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36E81-A07C-49E9-B792-7F5725FC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2F7C8-B829-4FAA-8CF9-9AAF32F8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D3184A-6891-4DF2-BACC-26A6EC1F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BF434A-42F3-429A-B264-190C4199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F9386-66FA-4BBA-902C-9832420E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48F6AC-E449-4F82-9F57-F2154D0A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882E84-46AB-4088-9879-3C0227A3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0A3FA6-FC19-46E4-A799-981DD74A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C669B3-FE2D-490D-921F-DD32C0F8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3173D7-552E-4B13-8979-4C0E02F5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400755-412B-4581-9B7A-3D4A9536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C85E84-E787-42A4-882B-3E5761AA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01DCFD-4230-4FC5-A3A4-9C250EBE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8A40A3-BEFF-408E-B9EE-D4F2D442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0FD9C1-64A2-40EA-AD6A-7C083479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8DEDE6-9F2D-4A04-8165-EB501627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F885F9-037A-40DD-AC28-C5271560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4056C8-61F1-4E00-A0D5-40A68300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D29141-7EE0-4ADA-A39B-5E881FC9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A9F70E-6F5B-4175-A8DB-20875CA8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889D0F-5D94-466B-94A8-C0EC7606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A893F8-66CC-43A2-A81D-85E8DCD3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79DCA0-36EF-45C5-ABD6-3B19C3C5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09F894-2B1A-44CE-8EE5-CED7F139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6622AE-BA4F-4CCE-878C-7B6C8747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D4EC03-5866-4103-8FD8-7029B35C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432A43-CB17-47E9-A819-60829875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E8F9EA-4793-4C66-AAA5-C786FA5D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998c629bd475c">
            <a:extLst>
              <a:ext uri="{96DAC541-7B7A-43D3-8B79-37D633B846F1}">
                <asvg:svgBlip xmlns:asvg="http://schemas.microsoft.com/office/drawing/2016/SVG/main" r:embed="Rcc07596054de4f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B2842E-BFAA-4121-8B4C-44A31E17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F55C3C-8F7F-4F10-B90F-C7CED826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59CBBA-5308-4B40-8C5A-9E989847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D4EC13-AB54-4147-BBB7-2DDD32E3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03FFEA-94E4-4FC2-ADAB-9E64DF9B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700FE1-3190-45A5-9E08-E944DA8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B4DBE0-9E94-44C5-BCD6-E26D6BA7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8BC860-5738-48AC-A7E9-396035AE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DED02E-B907-4C71-93FF-F794B9CD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60DC3F-825E-4438-9517-95BCE5FC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1A3CA29-BFAE-4305-B70A-C6FDEDD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D8D832E-8181-4183-9581-2B37FAFF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DC4CD10-6298-4839-9971-35FF395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CC47BE6-CB04-4554-ADCC-0CF9D8C8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2A107D-7783-4EAD-9CA7-5FC98323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CCDE267-BA7C-464C-8F11-F51E23A2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3AB633-B11C-4286-BE42-731EC6D6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BDABD0-9FFC-4C0D-8230-30558F30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79009CC-1811-448E-85AE-C3411FD0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6BAC206-C1C7-4E07-A912-C26F2A62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D75925D-627B-41C8-A37E-62936738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DA3116A-0469-4681-A2BA-D46A2EA0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6B093D8-F5D2-4718-8ED0-6B3F697A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ABE8C3B-11DF-4419-8B95-E881E463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31BFA96-C2A6-46DE-AD54-2F7715D9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2F818D-E502-440C-8099-1742A3E2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4AA5F82-67F4-4BA2-A144-796B2360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7B27666-016A-44D4-8BE0-742A375D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064AAC1-8C48-4079-BF81-5F3728F6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F2F8A9F-0D6F-4B6E-92D8-6C405C0D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54F2081-4E43-4D75-9FCA-CDF4DCD0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FB9317B-B0FB-42B1-B59A-A380392C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5156D46-E277-42E5-A0BC-21A764AB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634FB50-2F78-4437-AF78-F9433BD4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60103A0-EA21-4168-9B80-4225BED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8F37650-3760-406B-B5A2-A613468B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3637482-6FBC-44F2-8DF8-1A86D79B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6064268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B85F87-18D4-4ACA-A69A-E9235C96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8790D5-44CC-4C0A-BEDC-5C019D93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049C8-35C1-48EF-B295-C6A07914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2F652-E029-43C0-AEFD-39B9D426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AC8D5-E525-4C28-9ADC-6E8B1BEA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84d04c7a5400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175C5-36E5-4472-B225-EC9E25C4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84BB3-6C41-4642-97A0-D910C78E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7B67A-13D0-434D-A1FE-7789B1A4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B78D6-54B1-4A81-A1B3-98758726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F5952-3F70-4089-BCFD-244BA14B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2954c5f3f4b81">
            <a:extLst>
              <a:ext uri="{96DAC541-7B7A-43D3-8B79-37D633B846F1}">
                <asvg:svgBlip xmlns:asvg="http://schemas.microsoft.com/office/drawing/2016/SVG/main" r:embed="R151b0ca098f642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1D02E7-26D6-4A0F-B3DB-5549EA31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F73C17-6BE4-42BF-8B52-FF7C9FA5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924947-6DB6-44A0-8533-34F64ECB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F6F8E-A74D-4619-93AE-297B97F6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898700-F1CD-4EEA-B7C9-F61630C5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6F9718-9A78-4641-8956-EEF519F6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4C8364-9B06-4A99-A5C9-AC47A275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86DB65-6283-496A-8410-56C99437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B76C74-EA8E-4E9C-97F4-E484AB29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EAC403-3B33-4127-BD19-8F4D8968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47B20A-FC8E-4392-958F-D28BDE18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BC2C06-FD3A-4394-8CDB-563DA767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00D155-D9F5-4260-94A4-A86192B8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57E256-CE57-4FF1-81C0-2A06DDD8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57DC94-09FA-4931-8F69-B96D241F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138DEF-5AAA-4B0F-86CF-A9A93EF8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AC8AB-F6C4-4C68-B5B1-C1AFCD53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3139734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D94BB0-1426-4AED-A05E-C7B2E988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F480AA-A6B2-497E-A044-5080FE14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70224-8EAA-415E-A7FE-417A751B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DF7D5-C0C7-464E-8D90-AF02B8B2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DBE04-8F65-4D72-B9E0-2D6AB7EE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d88e1b5564fe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93BBA-E609-4D76-89C9-204F6DAE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89AD6F-CCE9-4A62-BC58-C1CFC156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02250-6F7B-446B-BD7B-4441A6AB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19640-FADE-4C12-B833-AE120C21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987CC-E606-484B-BB8B-52A31361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0fb6241cf46bd">
            <a:extLst>
              <a:ext uri="{96DAC541-7B7A-43D3-8B79-37D633B846F1}">
                <asvg:svgBlip xmlns:asvg="http://schemas.microsoft.com/office/drawing/2016/SVG/main" r:embed="R1f4db0ff105d4c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365CF-7021-4D69-A584-884BB272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ACCE6-61F0-4090-897A-915ADD42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E5A552-87FE-487C-A603-06B51645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94AA5-0EDD-4836-84E0-EC2EF8FA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51D73F-FE42-49F5-B658-840CFC78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286649-3FD7-45CB-8DAF-BC3EB61A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CE28DA-DCE2-4B5F-B927-511C3A71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DD1693-6CCE-446C-9AF5-75C3D2CB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739BBB-05C5-4E1E-9A02-85D07894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7CD4C5-99B6-44E0-9BF3-BBCE9B04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B40307-C331-4322-B5C3-8D54D67E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B3EE2-ECD5-4418-8835-72398DA0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3BDB46-489D-4F88-93CC-CA5BF9BA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886F7C-34A7-4D3F-B49C-8D9FA2C0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73FC3-0900-4BD0-8C0B-93C640E3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D55407-DB80-4A3B-8F73-BF112914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8D13FD-D14D-472D-8B7C-45F08A4D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B617D7-6911-45C0-91C2-6117879A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AC5330-6729-4DB1-B6C6-58EA9A06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1B9868-A20F-4ED9-B36A-F802825D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8701093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25E8CA-EA22-4113-BC5F-673C7C8B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5A31FB-7CC3-43F6-97A0-5CE7C7EF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9B755-36EE-4335-B83B-FDC874F9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1AF4E-5472-4CB3-ACB1-203961D3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A7064-4C82-4079-8D94-A87FE8D8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8d445f1a37426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9EAB17-1D28-4AEC-A363-E1CCC221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F3F875-F2AF-436B-91FA-867209DF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69281-65E2-477A-8161-9564733B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0FBC-E17F-459D-A2D5-1CFDA49A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ADB01-A723-4AFD-BFBE-01730BC6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94f63abc64dfc">
            <a:extLst>
              <a:ext uri="{96DAC541-7B7A-43D3-8B79-37D633B846F1}">
                <asvg:svgBlip xmlns:asvg="http://schemas.microsoft.com/office/drawing/2016/SVG/main" r:embed="R14bd2a629f8147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A9D87E-9D67-43C4-898E-2EFABC4B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2FFC82-1CB3-4A49-9A51-403B6F6B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6905D8-3EA2-4CE0-9F49-03430CB1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4B620-128C-483D-B964-BB69F38C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446EE3-455B-4AAA-9351-23F6E4DA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09D1CE-2A7D-4653-8D2A-84D7AAB3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84DE1A-2065-45EA-8BB2-52BE734B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A6806B-B11E-4024-AFBD-26CF17EA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E65DE-CF22-4935-B75B-E846A188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58B93-981E-45B2-9114-5CA13E89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ABAB3-CC01-4530-A037-D6FFB408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2EAFC2-81E2-41F8-A826-887347C1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4C3DF7-E65E-488F-ABE1-9C22A095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A27080-8579-43D3-97B9-469F55CB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7105935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8E6306-D4AE-457D-9FC3-8EB7C52A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3BAA3-8DEE-4BD5-B9E9-23BB7D7F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589F1-97E9-41A0-9489-771FFA20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BFB3B-81A5-4C67-9D23-CCB06E3F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A848E-2EF4-4CF6-9B1F-6932770C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8750a47df418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240E0-A671-45A7-83CA-D34E554B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A06C7-6030-4788-9296-8C45A8C1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92BB2-FAFD-4444-A514-596C2509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564F6-A0B3-4022-9205-CCE60836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12EB9-6BCC-48D9-8EE6-61E5662E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fd068238e458a">
            <a:extLst>
              <a:ext uri="{96DAC541-7B7A-43D3-8B79-37D633B846F1}">
                <asvg:svgBlip xmlns:asvg="http://schemas.microsoft.com/office/drawing/2016/SVG/main" r:embed="R994f8df3333747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1AFA9-252F-4118-A9FB-F2F1EB2B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0035D5-FA2B-4BD2-80E2-59CDA9C8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1FCADD-8552-4B84-A42E-472288E9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F9FF89-FB19-4BF0-A79C-3487D8C8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D8F0A6-F6D3-474E-9A4D-CA22A804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9DF242-643D-420B-B365-E56B061D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CD6C0F-2D30-4DE8-B596-2280686C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B2DF91-1948-4D47-88F1-AF0506D3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7AC951-47BC-44C0-B5BE-F0AA1256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C6ED4E-69E0-4C9D-87F9-80F7C556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16F20-65B3-4248-B3A8-9050B102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3632D4-1324-4B62-805E-29D16E8D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0CE7FE-7BF2-437B-B391-E5ECDF9A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DE0762-4E1F-4609-BD8D-65D0F195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8069918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FCA4D4-E5AD-4840-AFC4-FF5AB2F7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89B1E-4576-48DF-8AAD-2BCACF34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8CF7D-77B0-4014-B102-701FD8D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1C9E8-EF5A-41D2-86CC-C7BAA96D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13130-9073-4164-9942-F7A134E7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bf04f82d43437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84B7D-19D6-4612-8985-5DDE9BFA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26CDCD-BBAC-48E5-A6EF-87FC8D86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ECFBF-B59D-4DA9-984B-E286C2C7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FAC997-F640-4D82-8CE1-EA2A82A9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F08C9-7DA6-4B85-8D2E-EA6E3C55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0b17b2f084a47">
            <a:extLst>
              <a:ext uri="{96DAC541-7B7A-43D3-8B79-37D633B846F1}">
                <asvg:svgBlip xmlns:asvg="http://schemas.microsoft.com/office/drawing/2016/SVG/main" r:embed="Ra3572174479f47e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D25FF-3C0E-40DF-9BCA-BE4ECB88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03808F-9D8F-4AA4-A14B-4491E0C2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1840D7-E307-439A-90DE-3B8BD3CD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CB7E53-19DB-4814-B3E0-E4F736B9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0E61D9-E707-44A5-AEDA-82A306AA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618F8A-F491-44F5-B882-AA922D0C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6C26D9-8348-436E-B967-12452DED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B039C1-1E48-43B5-BAD2-DC49F196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D0218B-DB21-47B9-A5AF-6FDDF21A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E11054-06E6-4AC3-AD85-56C4D103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E273BD-A417-46AB-A824-41E18681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A30235-8F4E-42D9-AAFB-44286851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65101E-8AC4-4DA3-8347-70DC4BEB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5DE746-3D23-463F-8C14-FDB26608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FD15E-EBEC-4E08-94CC-AA4C9DAA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0D1A99-531D-4BA9-A6D4-E3A60A1F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342CE8-314A-439F-8AF9-D58C5589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AB2281-BE9B-4F10-9F63-C0F3AD3E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050A30-C4E9-4A17-A81F-0F7BE90E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EF74B8-A24B-472B-9437-E604DEAE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24E3D1-AE8D-40D5-BF30-7BCE0855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1D5F6D-7B6F-4C99-8FBC-28F1FA32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5504109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44D67B1-81D1-42AB-8384-51EDBCEA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091B3-10EF-4A4A-B6B7-7F896BCF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CD8E8-C3E6-4050-AB8C-DB5F94A7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1C62C-3DB3-482F-B59A-AE298B5E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B693F0-0413-4662-9F1F-FC9C4EBE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728f98a44a41e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C7832-5825-45CD-A21C-2E7DA48F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733FC-2A7A-4A9A-940A-C9EB3545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4C78FC-2983-4355-B432-7C70A146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F5F98A-2928-487F-8D56-C4D943B4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AC742-D726-40FC-98F2-49F23C2D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685CD0-C860-44FF-8C46-C60093DA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A4A86-178F-4F33-AAED-59BA4094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38620-F119-46A3-A7D8-56A529C0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693F88-CA5E-4A05-AFBB-A204489C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E51B73-8519-496C-B057-1F8A076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ED5A5A-6726-42F8-8359-C8D1E0B8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EA975-8110-4C07-9D94-C5B33180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1A8A6C-94C3-4938-916F-D986CFC4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F207C8-4C36-4077-8549-55209DDC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9F5987-CCB6-480E-B88C-2EA18E66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4D0844-FB26-4A1A-90DF-87995C50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5D781-4E4C-4157-ADF6-FD2E6FBD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8060B0-B4EC-43C3-968C-53325FA4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3DB48A-2D9C-49AA-8C57-CB36AB61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FCD140-B61F-4400-820A-AC62BEE8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4028B3-E484-45D7-8A1E-0C5120C5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9B4DB5-3975-42D4-B029-EB15161D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04812F-43B0-4468-AF3A-F8CBB941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B71770-69C8-45BE-A222-74119DAC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2D8108-E49A-4C45-A276-B4130039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515033-3FF5-4068-B2D7-529A2E6D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C87B85-691A-4789-87BC-69B6EC1D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6A85BC-C28D-4205-82FB-F2FF14FA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D426A4-CC2C-440C-AC12-AF3CDA64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46E7BF-5460-40EB-B7B8-3D9DAE14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F3E63E-3D0C-48B8-9F41-6DDA65E9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E3F512-A18E-4D45-8FD9-B0846BCA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5D9256-4F3F-46FD-BCB4-1AC0E6DE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4EE1EA-0066-4917-AD43-F7F588CA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1C2572-F8D6-49E4-A67F-70823847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9F4FDA-502D-4ABA-830E-E9872A58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F93E59-C214-4B44-8706-034F5542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0757E2-FDD4-49D2-8FB4-BBA3B1B0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28743A-558A-4AA3-B810-DF4AF1DA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9485EE-4289-4A2B-9E3C-46CCC4D3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636E60-B261-496A-9115-7476A837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86B5EEA-5088-4908-9644-65111392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746A26-D206-46A0-81AC-447F03C2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99E92F-BB60-4700-B974-607B34CE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09CD77-FDA8-4243-9E6F-9BB2A8DC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C8C4D0-1BDD-4948-A761-55212F28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F8D05A-1024-4A8C-8C3F-9AE00337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C3E905-EFD8-4A1C-85D5-E1809ABC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1DF54F1-B19C-4AE6-AFF9-C2D2E922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A5C3B25-0DA2-4894-8E48-25B5A586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1D88DFC-A1B8-4BCD-B52D-6E507677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B7F2DA2-F55A-411F-B84D-D8AD7DAA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2BB2B65-515C-42F2-935D-17F180BA5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4D53DB-6EE7-44BE-9C53-4A3756E9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555DAE8-C251-47C5-BDB4-C2A4622A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F5EAFAC-4E83-4E0E-ABF2-FF1968DC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81BADD-3FAD-4022-AD6D-6DBD98BC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ECA69B5-842C-413F-B50C-8308A7C3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E2B1B0F-41FA-43F4-91A1-A6B2E6AC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8162C9F-2690-4862-A544-0EE9785D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47B9706-A4ED-4A35-8628-FC197591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61E17F1-422F-4FAA-9B61-4A707704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2F8AB2-F0C0-4BEC-A65F-5C330999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9D235E9-2E32-4CE2-9832-94396FB0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EB8D8E-4400-4A23-A230-88C08193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F1CDCFD-3D65-4688-9CF3-71CE318F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DB3CD80-599E-42FC-BB22-AD96002B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3B93812-7688-4F66-9ACC-D764F755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B8C708F-1B6A-465F-97C6-3012CB2E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1E457F4-22BE-42A9-AB48-F1009083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BE5AA90-9AD8-4822-9B24-07CE5FF6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02BEEE4-4A71-4F70-AA51-03E6FB65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1D17D6B-C220-4ACC-8887-9D164723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F8D359E-CC2B-4DC6-9657-FE015391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A564524-C4A8-4798-8903-D7527BF1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6DCE3E2-D824-412A-B618-6527BA5B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481D59D-8D30-4838-AAD8-8A2810A8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3A341B1-97C1-4386-A67B-7D46389D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4F3C595-8505-4C28-BF70-3FC832AA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B4C25B7-20C0-4215-B677-D03148CB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C1AA7F6-B060-47BD-8E4E-783466FD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89BDF9E-E347-429F-8147-C44C63D5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6ED5655-FAFE-4563-ADEF-BF9C8B7D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D9DA18E-0894-4899-B23E-A71E44DC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B478591-BFEC-4B64-A53F-75C02BA7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910AB48-6CB4-4035-8516-451EB5AB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38181D1-C5C6-48C5-83C3-C12EC988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99DFA2D-30DF-4B8F-954B-D76C6735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C1FB376-F8E5-41C0-9981-AE34B1C1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C902D45-98FB-422A-9286-BB2138F5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EF9E679-B821-457E-9B0E-DFE1C4D8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3F34645-126E-4027-9A48-B548BEA2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736C483-CBEC-4404-9729-4E32ED00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0533E0E-C129-4E2A-9E2A-4252FEE1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5218411-68C3-4A37-8E94-254B550A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0707688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7AD94E1-E09C-453C-B63F-3481C854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9432F-20AD-4A23-B51F-2CB75111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D2F3C-75AF-4431-B3E9-0F2B00E3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76B6C-9DC2-4A97-B8F4-74AC5B35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B2B5F-36FD-4E78-9CCF-026E12B6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a181ca9fbb449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D2794-00A9-4558-9C97-DD09CE95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7BF04-40E2-4E8C-8997-CF40F316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D2EF5-E33A-4744-B612-CCC71B34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3247C0-0D1C-4835-82E8-BF82A9C6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F0D2D9-4A0A-4F07-B340-D768F3BA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7CE2B-BD1D-4022-99AB-7D1BAF82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2B415-B3EE-4E04-816D-E26C2518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2D573-3135-4C13-9CAA-A0739950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1324F-94AE-4B57-8948-987E6F7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B7AD23-09CA-4DD4-96FB-406A5E98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DF66A-D701-4FC7-9547-26307E47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0D6B1-2274-4547-AD23-49D9CCAA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503ADF-B3F6-4F99-B639-A7F2A8CD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11B446-0ACD-4847-8C16-E3CF130B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7D4424-6AFF-4724-B41B-FEC1B726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C3906D-46EC-4913-A38B-8B502ABD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EDED4-5FAF-4D57-91A1-0BF6493D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E5B30-9B3B-4169-9136-8811154E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BFB6A9-6B0D-4FB7-A938-5A18838C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F7D387-166E-425C-9360-33FCF616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45E3B6-D300-49F8-986A-685553BB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90FC73-0A85-40C8-ACE1-AC48DDF0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A1F0DE-E70E-45A0-AD69-AD9D50DB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0081E1-66C6-4F06-81EF-36BE68B3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9E88DA-85DA-41BC-87B6-5C1ABF2D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617F44-2E59-4F7D-AB32-C8DE85AC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305B3C-7CB8-4C63-80F0-2D35F060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9A3812-ADD5-465D-A2AF-F0B94A9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DC027F-AE4C-45C6-B927-A4D70666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37499F-81E7-4E8F-BDFC-0108021E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FEC32C-491D-4040-A525-FFA75397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E129B3-1E3B-4586-80AB-A2690A59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C56C8C-FA26-4047-9359-E42B74FE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FE46FA-A071-4587-8015-58641557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8A6717-EE76-4BD3-97D4-23B819A7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15A93B-F40E-42BF-B35B-09894D50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253CD2-1B49-4250-90C4-17A85491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47D2CF-355C-42C0-8CFD-1586B404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993AD7-4C1E-4D67-8248-CBCF72B7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79A9C9-7DB4-47CD-8B34-4FC88EF7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1D1F28-0553-4ED3-86E8-2D026E28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7661B7-0C36-4679-A104-1FA71664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F74CE5D-BCCC-407A-81D8-809B8939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0947339-AF0D-455D-BD6A-F7BE02A9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37DB32-C541-46ED-841B-3257600B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7D2B9F-27AC-4CDD-8122-BEDEA455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4C4711-F032-4E14-97F1-9358C1F2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C056104-E267-4DA7-B787-8847D3B3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23DF411-7921-49F7-9BDB-94DBB7DC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C962020-2B35-4118-8A26-5DD217DD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A0A61BE-776D-4BAB-A4A9-398C16EF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6A0E7F4-D7C4-4CE3-9BAE-342FECF3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80B6D16-4250-4F67-BC15-8A015267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DCE05C4-A7B2-46AF-BB81-4C870A8D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F368A27-5EB6-473E-8FD7-96E024E4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0E5465F-1F71-41F0-B970-A69CC77A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4247F9A-E195-4428-9080-DD8BBB59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A7D010-E04B-4103-AB24-42D4147F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DC5CB41-D700-40B9-A24E-0B21E930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5EAD286-E418-4D70-A6FB-A861B756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73C90AB-523C-4E6E-B257-6DA3D75B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DFBB4B8-480A-49AD-86CB-17DF97AB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41A5ECF-D8A2-46CA-8AF5-93211048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15A5086-C24F-4131-9215-F3439B9E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DADF873-4127-49B6-9524-B4FC1F84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592161F-E6E6-4E44-A957-0149E890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95DF017-0C13-4195-A62D-AFFB0B4D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70293AE-B6ED-4058-BD5F-2905EC64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57958ED-EE85-4407-88F6-D25410E2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627705E-61C9-4DE8-85A1-C38E27A0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4EF847B-3569-4AAC-B55A-DE0C44A6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8D1CC9-AFC0-43DB-8A03-23F7C10A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63241D0-217E-4C31-96FE-7C7A7434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E9A1892-5F1D-40CF-ADAF-B9EF166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80245CB-CE32-4914-B4BF-7DC71240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F2F9C6E-B883-4209-86CD-247E5381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AED0353-4321-45F0-BF62-443F2F39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A54A428-53A8-4E41-BB09-738443A7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D2CB226-4250-418F-8924-A6CCA0E8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93068F2-7DB7-485C-BA80-5290F0D8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11B9B67-F364-4974-BD4A-02554CA6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D4FBAE1-9875-4EFA-B0BC-2B2D3C63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F553E6A-7855-4B28-BA03-D194FD8C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005080D-21F7-4B40-9D70-FADC4EAC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94B39E-1CBE-438A-A1FD-4F2D608E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6190614-42F8-4355-A778-915424BC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7154ADD-FF0E-4F7F-A11D-E6F30C7C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F5C6F75-F0A8-4CA2-A09A-C10D713F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C62BF21-F0E2-4410-97B3-3F24A7C7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E5A80B0-9AA1-41AD-BF47-421114E5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E35720B-03C2-4A0F-9705-18E4E12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203382D-24DF-4E9B-98A8-ECBEE1C4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BDC3EDB-DA0D-4753-BC63-7216B7E6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0BE0C38-AC13-4D84-87D3-F9EE017A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EC4562E-37BB-4217-A53C-9EC52A92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B9BAE5F-1DC5-47E1-962C-BCE2AE27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709715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FBA2B74-7DFA-4E5C-934E-0519F0EE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038EF8-D026-4BBD-8F35-BDCD6237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740D79-1D7F-43AE-BF25-A77F5A4B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F5007-929B-47E5-A141-7882C1E0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8E9F7-AAED-498A-BA91-72DAF208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e8e65edb6449a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2C372-3ED6-451D-A470-68A7FEC6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F55D2-A800-4587-8AD2-36A70E55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4E712-3461-49EA-925D-801BD150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00875-5009-4DC0-AA34-D699EEA1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98E13F-6E31-47BB-BDF7-AA1BC2FE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8B26C-E698-4CA8-8D4A-D36601C3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780F8-B78D-4AB0-8C72-BA69D7B7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022F5-CF08-4361-8ADF-CE0016D3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8148E-3AFA-42AB-ADCF-8A124137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58E90B-EB6F-47FD-A846-E515D1D8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5E3001-C580-4728-9F86-61D6CE67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6C5B91-D730-408A-9CE7-A28EEC15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972406-BBDB-4973-9CAD-7ABAE418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8A06DD-DCC4-4B24-85DB-9C750B72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3AABE1-E9E8-4D7E-9C17-C0AB3CED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D6AEB1-9798-454E-9731-19D334E9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C195B5-C909-431C-B95F-EDE07816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0219D0-A164-439D-826E-3CE2BDC4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D560F9-432F-4407-B2D0-95FB371E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99706F-547D-4C0D-9A2D-48D22311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E2F6DF-3574-4C32-9391-53B9AAC6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85DB9B-8B3A-4B13-8B3E-82E6FE77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AD7953-6351-463F-80BE-87D25D1A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276580-3600-45AB-B234-17221982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2E95C-822A-4EC0-9347-4FBDE95D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AA4F61-6C53-4FEB-85A2-99A6F989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AF9F7C-A3A4-4E76-97D7-79BD0042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81F948-B91E-47F2-9900-5AE2AD4E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CF2C30-1A26-4872-904C-7FFABA06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57DC34-0A5C-4567-8A50-1979B5AC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3484FE-1077-45BF-82C9-CB75A226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4B8EC1-BC5C-4371-ABCD-980A296F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035A2C-4412-4E4F-9180-62715F04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3AED96-36D7-45EE-92D6-4F31A440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BB3F0E-AAD0-43C9-BDA1-61567066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A5C29E7-0DCA-48CE-AF27-F25E2FCA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10C5BD-9EAD-41A0-952A-97D86D1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7FB7D5-9B24-46E3-99BF-DE480FD0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00F681-2951-48AD-9117-3C906C5E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F95EF3-AE0E-4162-9F76-BA27D7F7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7444DE-89AB-4D04-89DA-EDDE0C60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80B553-0EB3-4CE3-8BA8-444C49B2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FBD7850-3D30-4143-91BD-AE5F72F6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CA9CACD-0B7A-442B-B221-C2AFB22D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A2C400D-AEFE-49CC-8DE5-3211D976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65CBFCD-4320-4E08-96A8-3B77EABE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AFAA076-8305-41C5-9828-11767D66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ADA8D1-479C-4405-83D6-111F4E18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C938851-09D5-435A-AD5E-A2378678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659695A-6EB7-4251-8DA8-93000286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3356F22-D3BC-4669-B0E1-7E7979AA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62F15A8-7EEB-483F-9A72-F456B22E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D74A3F8-7DEF-4A0E-A28B-284B84B7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BC9EBD8-FE2C-41B2-A6E2-E394F6F7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C7A571-37B0-490C-9248-DDF590D4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8A2C7A-5B9A-4791-9361-9C455F73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ED4D9D-9D4B-408E-BF35-0C99FD3E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41DC7EC-192D-4C98-9BDC-15AE054F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3D5FB7F-98C6-4467-990C-BD15A8AA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E410B99-2E4C-46C8-96B4-366D7741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F5A4442-FD00-4603-9487-8CB3C9A7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0E37FBF-D551-4821-B235-BAD8B5C5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CC68522-C687-4258-8D2D-B2DBB227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8A5CC83-B1BE-4C55-8E12-0333F94D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1E7BB35-5A44-4E3B-832D-6CB0B7CF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68A58A9-F645-47EF-96A5-152D6367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619452B-FDB4-4FDF-9386-5A62EEE1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3A93EF9-BD84-4254-8721-CDCEDB85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C2A9BC7-FAFB-44F0-BD58-9A85D284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39E4478-CCC4-4481-BC48-6D96970C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C453943-8D7D-4916-910D-C986F973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308833A-2788-4C04-9980-9478F1DF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80C0309-CE21-4540-9994-4140773C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790718D-A08E-4794-9979-75C96256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5418A3C-C49D-4F74-B60D-C56FA2D7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5F08AE7-C59B-4601-B8ED-FBA74BB6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649851F-F2B7-40FD-85DF-1E603DE8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D869980-15AB-4516-8C16-8289E461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C1E7BD2-2B5B-4A22-9B60-31DF729A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C5509BB-5027-4092-AB3A-5EF2E620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3775E1A-BD6D-4F7D-9B1F-8423E3BA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2823EEE-8FBB-44F6-ADFE-99724025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0827633-73FD-4A96-80B4-00EBA250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0BF7C42-8531-4373-BF1D-0A945455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D15D7D0-C3C3-4F1C-8512-7BB6747C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279A282-492F-40E8-87C7-8C15F795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3D337EB-4CDC-43C1-A8C8-E4A00D7C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E42D639-786E-4EBC-95C1-2BACF152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939694F-9607-4CEE-8E5B-43CFF0DC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E8BD080-F22E-4B07-9AF6-AF57B90A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DA121DA-4AFC-4BAF-8EEA-72DE5A67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20347302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4F06C3F-19FC-4857-A10B-34385E0E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EEB272-2733-4CC9-A381-69B69157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5A5D48-5A38-4FE3-9AB6-5106C5A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C52B7-4240-4121-B7CE-F27AAB15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AC8A4-0506-448F-A14D-D259B5A7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af5bbb7194c7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0F022-ED1B-413B-994E-6206C8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8B4D8-FD99-48FD-901E-1E9842CF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C0AF2-5558-4198-A492-497AC542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5F582-3F88-4A36-BF1C-2AC6E8D5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D02E2-046C-4AB6-9BDB-88C8BD9E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537BA0-B81C-4185-B909-C87D196D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52FAF9-965B-4603-907A-6B082718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1D7A31-2ECA-4233-90DA-26A1538D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C7A0D0-AC00-4A0D-A96C-D5113CE7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C164FC-31CF-40F1-913A-0B139EF5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E88818-17AF-4B80-B30B-1D0A6768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2EBB5F-5664-400C-9B3F-77BEC017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DEBCB9-FBE0-4AFA-9DD2-16AD59D2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5F1648-4C29-48A1-AA59-1C0EEDD3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3E1071-B26A-4B1E-AB73-6A8CCA3B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71A9FB-5958-412C-8829-47FFAC53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000133-BC13-422D-A3D5-211849A9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411060-DC98-4752-B8A5-E73A32FD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98035A-9BDE-4B63-A23C-5F4295B4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B6DBBA-EA28-486F-91EF-520210C0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544292-863F-41A9-AA89-7F89B895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7760D6-637E-4C73-B582-BBA2AEDF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0064DA-9C6C-4A10-89DD-17DF1DF5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D0E2C6-6015-420C-A32E-E1ED3B7E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2292BC-3207-4E66-825B-AD88A435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7FA7C7-32CD-44A4-8503-85C25571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44754F-811D-42C2-880E-7E491170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F964EF-9F28-4F69-9895-E84FE7E0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78D811-B24C-4CB9-A30A-577A72B1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9352CA-BF22-477F-B358-C5B189B9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26665B-D34A-410A-B33A-FC0EE3F6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8B37F5-37BB-47ED-A856-AA8FA903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666236-0A9F-461A-B71B-183D50D5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6E1073-5104-47C3-866F-839504C2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7A6047-3253-4EAF-9F9D-BDFBBF39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BBCE1E-52B4-4CCC-980D-1C5FFF07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C66E41-846C-43EC-970A-571A12D7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227274-C5EF-4BE9-AE15-C90C4700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124438-DF96-4DC4-B715-32B083DF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972373-7619-4837-906F-11F4E97A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ADB714-280A-4E9B-8F0A-AE484843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EABC78-92BC-420C-8BAE-78F667F8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4136C0-29F3-4E0A-A34A-0614FC12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DB1681-3031-449D-A474-830F87EF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F4E52F-D1AE-47C0-9F46-0A08EF3C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25662D-0BC9-4E86-8FD2-913F6F0A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269A48A-E465-4F5A-B6BC-0B7AD394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CDF33B-CD58-4162-A936-AC3371F5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DB0CF4-5264-40CB-B01F-9083A15B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1AEC719-FDCD-42F6-AB4B-D04752C9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F2F15D1-32F6-4020-A671-3474C24F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E028BD5-D807-4FD2-9B2E-FF5FB597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4722C6D-A032-4499-9FA7-676DBE71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DF91F43-EAEF-460E-90DC-94DB1465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C20BCC7-4020-43C0-AF72-A467AB8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22A612-D349-42BE-B63F-84B23B5A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4092EA7-DD1F-4B6D-A8F0-644BA7DA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2A63BE3-8792-43D8-B110-5754008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A9F29F-3751-458B-87C2-74AE2252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C2CACD4-64C5-4966-B6D8-C129477A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210EFDB-61CD-42F5-B773-859FB61A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7501ECA-831D-434D-AE04-814318BD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551C908-3EF0-4A63-9FD8-8E93C12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F4D84AB-3CF9-442A-90DD-E33293FB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37BC7D-74DF-48AE-BF74-F8D53476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664BAD6-67FF-4760-83BA-D5C5E783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7C80544-B3F6-4BF4-B324-6614FF65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BFC86F-B916-4ED0-B05C-DDB9AACB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3A9D904-3F1C-43CA-A8DF-EB3D9FC3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D54DB4E-103B-48DC-92C9-C3892825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297FE61-8C01-4E0A-B740-0A6DC7E5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6227BE3-C2BE-4790-8A04-D6A361DD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41ADC43-A08D-41DB-A63A-3061C78C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06AC9EA-CDCB-41F5-8092-9DF149CF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5865C38-D8EB-4199-9355-0C313B84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EDC3337-9BF1-4E60-A6FD-6C9D5FC1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F08CDC3-7F3F-490F-9DEA-F2C3D1D4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047BEE8-ABEE-4CC9-A751-566822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5D719DF-14FF-4CB2-B0F5-A97F48C3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1647E20-281C-4424-AFA7-ACFA0DE2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8A30F09-1F7D-4237-BD47-8B7359E7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09BDD22-702B-4C0A-B72F-11702259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CFB0478-AADF-41E6-AC35-C95571A4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B1EC5E-B723-467B-8E52-C0DA0B98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89E65C1-F580-458A-ACDF-8AE8967D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7B263EB-F94B-488B-9287-248C722E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9CF59A7-3FAE-47E2-AA54-D7B99382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7675009-BA4C-4F70-A0B2-6AEBA4D6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BB0C301-02C3-4A24-AA49-CDC80AC0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C1F8E7B-E6F3-4C8E-85C2-46BC0828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4B0C524-4EEE-41D2-9E9E-96CAC867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43B4348-B1EE-4390-82E5-6E7D057C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7E61674-D514-47D1-A437-84534381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A927FC8-AC50-493A-BD58-7B662367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B5515B6-1AC8-46FC-93BB-07FE7AC8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5732703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A758ED7-40AE-460F-887C-D141E162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6CE46-2B07-48E2-AB48-13E20648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647F8-3312-4426-9306-4D3E0BB5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C02E0-FA96-41D8-92BC-CA9C4CDA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7F358-0AC8-46DE-92A4-4B58C32D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79bcb71a2410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232D4-12A5-473A-AF52-DCF4978F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2DB3C-5867-423B-AA9D-C5AE1B00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1CC82-F480-4B14-B03D-3ECEE7F6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2D659-3F7B-4B1C-AE28-6097809F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CB1ADD-7520-4A5A-B18A-E0E61046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946D72-18BF-46F3-AD08-90C81B25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84171-D338-4EE2-97D5-0538088A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66A9D8-A829-4D41-B79A-623E125D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195CC0-7A53-4618-A6DA-AE6A8424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8E7824-3F5D-4940-96F4-B471DB0B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9429D-A63F-4A89-9E62-1945D44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ED51F-6061-4E53-AD2E-2169EEB6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4C6D64-BA6B-4C7B-A16E-5AE3882F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9BA1ED-BDEC-4588-9835-FE638A75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A81897-5157-40F5-A7AE-2D618CBE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36768-BD64-42FA-A13D-DD8C2E61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6880D5-5D5F-4EE0-A11C-A108BCD9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2F725A-606F-4984-8FF3-2FDE6D06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4215F3-36FF-46A5-AF03-7D4D68BB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354762-6F52-4BC8-AEAE-C7679372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13D4AB-1476-46DA-812E-5A7D63B4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9ED156-782C-4FAD-ACE9-539B3C3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D2A623-5D08-4F2E-91C1-1E8AF6AF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57C12D-BAAA-4355-8B2C-ADC83FF7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4DE323-21AB-4DF6-B34B-53EC627C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2EB896-5AC7-4B80-93F9-8384C02D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9E9D8D-C2BE-4ECA-8CE7-4B561B78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3350F5-16B8-4776-8668-8C2EDDB3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207BAC-9BEF-4F6A-8D91-363AAEEB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D6A083-2911-42DD-ABA8-F58C3D95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D2ED08-4D6B-4037-BF9D-77EF9DFB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0085AD-04CE-402B-9D96-BC46FAAD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1029DE-1063-428F-A181-2E34C23A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DC893A-7BB6-48B7-ADF4-826CBB44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B40B89-8657-4573-A7F1-010EC977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3725A3-EA17-479C-BD58-FAA1B502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194075-F6C9-4890-8671-3556B240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F5AE66-DD80-4EE5-8A5A-FEF3B123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C8FF2E-39B1-47D6-BADC-29037A4D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E315E1-7EC8-48CA-8B87-18A2BA85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1950640-67AF-4801-BFF1-DC4FB4E8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340E9C-C6DE-4881-8104-5660EFF0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39959C-254D-4626-A604-9D21BC8D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7F265C-81B8-4E83-9543-7BA006B5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42F9C8-B05B-4744-8CA7-2B0F5095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AA80F25-2CB4-48E9-BC12-E687F8FD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88238C-F975-4636-8E3E-84F39942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58582F-BDB2-4260-BDDA-CB4226A4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6E84D4A-8C36-4AA5-84F8-104FFA7A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32AA0F-B909-4627-9F90-1155F40B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336FAE7-C11D-4D10-AD8E-90DBEE32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4F8AEFC-B075-4ADB-B87C-47DC4693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5E1EDEE-1462-4CBE-BDC2-B3329FFC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13A1F1-ECC4-46FF-8839-C6E398C7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6A1D561-518C-4BDA-8314-238FD7C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E277CA2-0A74-40F3-BED6-27A7EBF9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AD58FD6-EC11-4B08-A614-EEF2F21E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7041CF8-FD09-4C01-82EC-747C8CAB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F1B761D-9806-4C63-94CC-48AC8DD2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3513FFA-3181-414F-AC91-6C3F812A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5F6275-C077-492E-BA7E-40C8C808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7A8A255-43C3-4E4E-9D5F-29ED9288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5B89037-6E81-4F34-81ED-FA604641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48F4518-E692-47FC-8D30-3393DBD6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776A257-6FD4-4F49-94FC-2348084A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6BD250F-E1AA-4F56-B3BD-579DAB1D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4A1E42E-C61A-448B-BB36-F4F8BBB5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4018512-E9D3-4F20-B534-10BC6F16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0412916-F85A-4F42-B7BA-73E69F70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497A558-291F-4C2F-80EA-F96B216C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11FE4D2-DFBD-4A3E-8E46-D3D1FE53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BEB48A5-5EE3-49FB-B291-EB718120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33AA919-0BB4-4F6C-A465-364ACA05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B7BAC19-988B-465E-9A8C-98BC9E75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957EFB6-6A69-461B-AEE0-1F96C9D7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764D9D7-FDD6-4351-864C-C08F47AF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F4901A8-0E33-4061-A64C-DBE8BCF6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892E57A-1F58-48CD-BC57-A63B168A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E18375A-43BB-40E3-9A9F-1796ECB6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79E3E54-180C-4C9B-9408-14E871F0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1E3BF02-E6F0-4F73-8168-6CA6D2DD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6DC0113-91AC-43D9-BA86-1A9EEACB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ACC1532-BC58-491D-A22D-D805B8B2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586164-E6E9-43CE-B2AB-B6588A2A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9F1B83A-1394-4ED1-85E7-072B9D76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BE08837-D8D3-47AE-BB8F-51BFA4B6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5DEDF21-FB33-4F8F-A7E4-B466F3D5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DE3BE94-AE6D-44BA-8A6A-193DD4CC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33ECC59-8769-48C6-AFBE-01BB032E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4238362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C1759D0-C2AB-4B4B-9184-33A67CAF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94A6D-EAF0-4923-A180-30C0D547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971EB-5DC8-4E85-8176-08CB23B3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E3B79-D74D-415F-A4AE-3F4FB080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DA7878-C874-4FD4-8D49-582492C0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5fa842ea7447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74932-4CB4-4FC4-AE09-04D90F1A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B2D91-CB4E-425E-9BDF-C8802B78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02BFB-AB29-4379-A231-BA4DDB53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4419FC-BB8A-40C7-8BCC-5F66802A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0340A-3232-4534-9798-FB9F24EA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573BC-9235-461F-9B35-A738274D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9100F5-56E9-46A6-A436-3F3D9CBF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7FEC2-654E-4307-BDD9-724E0F53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FEC75D-E6FB-4FAC-A4A4-BDB3B2CD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1F5900-D19B-4EA4-AF15-999C6121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C6B53D-503B-4DD1-80E8-3FE73FD9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DC89BA-6B34-4DFE-853C-4620112F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9534EA-FA1E-4EC2-BA7E-EE37B842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5DDB8-306C-4D97-AE39-3543A60D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167036-1FE1-4B7A-BAB4-21E6B55C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A3639F-C8A6-4F7E-A445-F33641E3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8864E7-1C36-44C0-B6B4-7953200A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B89981-4090-44B3-A13B-198EE390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11B55E-6421-461C-B3AC-DD329012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D2E13F-7A4D-4987-AC90-A1DED47C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070D6-D002-482F-9683-7235E5D2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C55942-41CF-488A-BA82-68CA1424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C84DC0-FABE-47AB-BAAD-7D828D55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E7774B-03A4-4BA5-BDD0-B7427B5B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7C860E-B244-4DFC-9FC6-BC8F74AB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37F05E-9855-4A3A-B2AC-C0077210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A18AEA-EE57-467E-8EC9-9208F297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247443-C2B3-46A7-B137-B012125D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832397-9753-495E-87DC-008A41BB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8125E5-8812-424F-B749-E32085F3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9CF2EE-C2A2-44D5-949E-D758D6A4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B897BD-61E4-4E1E-B022-72C75ECB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382574-474D-4829-9D65-84F6817B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BB605F-6648-49A0-B4D4-D4FB2375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820F7B-BB9E-4780-A1BE-1548E4DB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BEF66A-73EC-4D26-B416-9AE16B9F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DD60D2-1F34-4B32-8AF8-2EB61BBD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76B7345-FAEF-4260-BE63-459F036C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EEBDDC-7CED-4651-96CA-96123228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139E17-BD98-4AA2-A396-7E7FEA47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84C76E-E412-4FA0-BBCF-5B84EF34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2186FC-43DE-4C19-8680-B798190F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5DB2B9F-CA7E-4E9A-8195-EA65F870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AD43F0-DA85-413D-B4F5-35DBD1DD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84A297-5E66-4395-9613-7D084360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649239-15FF-4D61-BA5B-723CDF18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AA17ED-2003-4FB7-B286-4C7EB353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346D9DA-F8AB-4B0A-9D25-A3D3A7E0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F5E8667-3A10-4133-A959-4FBA1AFE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5DC67CF-2FAE-4255-AE98-D79C576D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FE4EF8-68FA-43F7-A990-7FC9B379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D1CCD9-8C50-48EF-87FB-D1509BF7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6502DF-661E-4875-AE34-BB080582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04BF9C-689A-4208-A035-A6A450B9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48CB01-937D-47CD-A684-9517AF51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35D2F55-30AD-4A3F-8DD3-470FDB74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D2C8F76-5252-4C7A-B080-99E42627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7C00C17-7BF6-4DDC-AD26-E96EB128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56DFC00-D3F0-485F-BD8D-A97EDD89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6FBB31A-FCD2-44D7-8CC9-F2E8B2DD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8E9F832-C14B-425B-9149-7A96CFC5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5471072-E62F-4047-9394-8501078D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C2560F8-AF34-49E9-9D7D-9CC10A88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014E381-EC42-4B8B-96E2-77A8754E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1D24D0-3673-4C35-A038-EF92F7E8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8356B09-127A-424D-83CF-479B12CB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3FB3DCA-098E-4212-8AE0-A84FDFE0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955CFA7-1E0D-4A45-B273-192B7287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47392A6-46F9-476B-9C35-07A8808F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2942352-8979-4735-865D-112D3339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B98DBD2-9316-49D6-BAEF-F0509ECD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73D540A-C9B0-43F2-A2EB-5E9449D7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9533219-F778-46CA-8179-6520D336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61083B4-251B-4274-8170-994304B7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BDB3D3C-85CF-40FE-9ACA-F53572AF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559AAD9-C29C-4B9C-A8F2-DB3DB483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255C93C-514C-4A11-A26F-C642C450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60B524A-A0A5-4D5C-9A74-B703356A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908A34B-7ECE-42B3-97C6-C11F3678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5A2F13A-F3BD-4DF6-BBD5-F0B4A0B6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A911B17-A92E-48B8-A38B-B5F8BDB9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C1B0209-9380-4156-9FE1-2B9407E9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2CA67E3-C5B9-4833-A6CD-4D935359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A32ECF3-A473-4306-954F-E8ABA43C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D35B86A-1C58-403E-8A57-B31E5814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69CA534-CB8E-42A5-A1C9-8ECDC963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9FC85E-28B3-46DD-BB75-A703BAAC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EA67A68-DAA6-4FB3-8A59-F0178D7F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DF21F5A-54EB-4CDE-B41A-7B4D9253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EA11A08-661A-47BB-A9C6-C4B5AA50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FDC8EF2-F548-4965-9920-AEA32221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33A9154-5620-4D7E-B7D1-FFA7B161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F5C8C8B-FE90-493D-A07A-7B76F669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21D632E-DC6F-4EF8-93F5-7D05D748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1C5C7E7-BC18-4207-8FB6-FE48C7F4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AD5E8B8-EE14-4319-A2C4-D038A0D7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D1DA85D-CD96-4318-A802-FCB5848A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6953C73-6633-4427-B239-5D9D7CB0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4CB9CCE-39AB-4553-82DA-DA6ACE62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58F0262-BFEC-420D-924F-8DFE7A98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68D7AD5-EE11-4EA9-BEBA-9B98DA7C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5CE4682-3FFA-4CE0-8423-B045CEB0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ECD2129-4308-4032-8FB6-0FCCACAE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D1B7DE3-DBEF-49DE-9F60-FA4B35D7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BB4A737-3102-4C2E-91E3-62059F45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9539378-673F-4327-82C4-7AC9D799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4E7803E-C0F5-4172-9931-9F41F82E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F732762-0087-4C5D-9758-B8C02064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8038A33-FE01-476C-AFCF-64C57F81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E3BC141C-08B2-414D-B4B8-AC0A6FBD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BC1587C-BC9E-48DC-A27E-64B743CF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4FD1D67-FD6D-4DB3-8B4D-D2847090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39374DE-00E5-455E-8BDA-D8C8EE90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09041B1-618B-4610-8CCE-1F7E5EDA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4A6E09A-21F2-40F9-AFF8-6ED1189E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505506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C7F3B-B77B-42F7-ACC0-11462AD6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DC7140-6C40-4931-8200-E577B945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09DB2-E2A8-4F98-A73C-5EB3FF54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9A3D6-4C1E-423C-96F8-6FA56744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09f5794c642f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269E6-EA24-4C7E-9564-270241C5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B0D1BB-51E9-4BD5-936E-814C5C13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bbe636913403b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8349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2026-09-20T01:58:38.0730000Z</dcterms:created>
  <dcterms:modified xsi:type="dcterms:W3CDTF">2026-09-20T01:58:38.0730000Z</dcterms:modified>
</coreProperties>
</file>