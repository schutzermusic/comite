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ffadfa653148ed" /><Relationship Type="http://schemas.openxmlformats.org/officeDocument/2006/relationships/extended-properties" Target="/docProps/app.xml" Id="R9818cc3a547b4d98" /><Relationship Type="http://schemas.openxmlformats.org/officeDocument/2006/relationships/officeDocument" Target="/ppt/presentation.xml" Id="Rcd3a63f5998b4e5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95669f88714e5f"/>
  </p:sldMasterIdLst>
  <p:notesMasterIdLst>
    <p:notesMasterId xmlns:r="http://schemas.openxmlformats.org/officeDocument/2006/relationships" r:id="Rd9b1f2ad03ac45c3"/>
  </p:notesMasterIdLst>
  <p:sldIdLst>
    <p:sldId xmlns:r="http://schemas.openxmlformats.org/officeDocument/2006/relationships" id="256" r:id="R46f86ce5409448ce"/>
    <p:sldId xmlns:r="http://schemas.openxmlformats.org/officeDocument/2006/relationships" id="257" r:id="R142fa6623cab4868"/>
    <p:sldId xmlns:r="http://schemas.openxmlformats.org/officeDocument/2006/relationships" id="258" r:id="R3a485bfb280c4b7c"/>
    <p:sldId xmlns:r="http://schemas.openxmlformats.org/officeDocument/2006/relationships" id="259" r:id="R464cc672d55f4f7b"/>
    <p:sldId xmlns:r="http://schemas.openxmlformats.org/officeDocument/2006/relationships" id="260" r:id="Rb873459a019f43db"/>
    <p:sldId xmlns:r="http://schemas.openxmlformats.org/officeDocument/2006/relationships" id="261" r:id="Rcee791c0c84c4764"/>
    <p:sldId xmlns:r="http://schemas.openxmlformats.org/officeDocument/2006/relationships" id="262" r:id="R951bfac2968a442a"/>
    <p:sldId xmlns:r="http://schemas.openxmlformats.org/officeDocument/2006/relationships" id="263" r:id="R865cfb6509c54200"/>
    <p:sldId xmlns:r="http://schemas.openxmlformats.org/officeDocument/2006/relationships" id="264" r:id="Rc45bd2ac94054120"/>
    <p:sldId xmlns:r="http://schemas.openxmlformats.org/officeDocument/2006/relationships" id="265" r:id="R5c1c62faa48e49b1"/>
    <p:sldId xmlns:r="http://schemas.openxmlformats.org/officeDocument/2006/relationships" id="266" r:id="Rbe48f17823064b96"/>
    <p:sldId xmlns:r="http://schemas.openxmlformats.org/officeDocument/2006/relationships" id="267" r:id="R06b5ecc9b2aa4379"/>
    <p:sldId xmlns:r="http://schemas.openxmlformats.org/officeDocument/2006/relationships" id="268" r:id="Rd637a77287244416"/>
    <p:sldId xmlns:r="http://schemas.openxmlformats.org/officeDocument/2006/relationships" id="269" r:id="Rf04131c876a448e2"/>
    <p:sldId xmlns:r="http://schemas.openxmlformats.org/officeDocument/2006/relationships" id="270" r:id="Ra12be66cfe3c486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b0a47db9b2745e9" /><Relationship Type="http://schemas.openxmlformats.org/officeDocument/2006/relationships/slideMaster" Target="/ppt/slideMasters/slideMaster1.xml" Id="Rfa95669f88714e5f" /><Relationship Type="http://schemas.openxmlformats.org/officeDocument/2006/relationships/notesMaster" Target="/ppt/notesMasters/notesMaster1.xml" Id="Rd9b1f2ad03ac45c3" /><Relationship Type="http://schemas.openxmlformats.org/officeDocument/2006/relationships/presProps" Target="/ppt/presProps.xml" Id="Refe3790c1e0f4368" /><Relationship Type="http://schemas.openxmlformats.org/officeDocument/2006/relationships/tableStyles" Target="/ppt/tableStyles.xml" Id="R98a43f5729724048" /><Relationship Type="http://schemas.openxmlformats.org/officeDocument/2006/relationships/slide" Target="/ppt/slides/slide1.xml" Id="R46f86ce5409448ce" /><Relationship Type="http://schemas.openxmlformats.org/officeDocument/2006/relationships/slide" Target="/ppt/slides/slide2.xml" Id="R142fa6623cab4868" /><Relationship Type="http://schemas.openxmlformats.org/officeDocument/2006/relationships/slide" Target="/ppt/slides/slide3.xml" Id="R3a485bfb280c4b7c" /><Relationship Type="http://schemas.openxmlformats.org/officeDocument/2006/relationships/slide" Target="/ppt/slides/slide4.xml" Id="R464cc672d55f4f7b" /><Relationship Type="http://schemas.openxmlformats.org/officeDocument/2006/relationships/slide" Target="/ppt/slides/slide5.xml" Id="Rb873459a019f43db" /><Relationship Type="http://schemas.openxmlformats.org/officeDocument/2006/relationships/slide" Target="/ppt/slides/slide6.xml" Id="Rcee791c0c84c4764" /><Relationship Type="http://schemas.openxmlformats.org/officeDocument/2006/relationships/slide" Target="/ppt/slides/slide7.xml" Id="R951bfac2968a442a" /><Relationship Type="http://schemas.openxmlformats.org/officeDocument/2006/relationships/slide" Target="/ppt/slides/slide8.xml" Id="R865cfb6509c54200" /><Relationship Type="http://schemas.openxmlformats.org/officeDocument/2006/relationships/slide" Target="/ppt/slides/slide9.xml" Id="Rc45bd2ac94054120" /><Relationship Type="http://schemas.openxmlformats.org/officeDocument/2006/relationships/slide" Target="/ppt/slides/slide10.xml" Id="R5c1c62faa48e49b1" /><Relationship Type="http://schemas.openxmlformats.org/officeDocument/2006/relationships/slide" Target="/ppt/slides/slide11.xml" Id="Rbe48f17823064b96" /><Relationship Type="http://schemas.openxmlformats.org/officeDocument/2006/relationships/slide" Target="/ppt/slides/slide12.xml" Id="R06b5ecc9b2aa4379" /><Relationship Type="http://schemas.openxmlformats.org/officeDocument/2006/relationships/slide" Target="/ppt/slides/slide13.xml" Id="Rd637a77287244416" /><Relationship Type="http://schemas.openxmlformats.org/officeDocument/2006/relationships/slide" Target="/ppt/slides/slide14.xml" Id="Rf04131c876a448e2" /><Relationship Type="http://schemas.openxmlformats.org/officeDocument/2006/relationships/slide" Target="/ppt/slides/slide15.xml" Id="Ra12be66cfe3c48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c85f2820bef462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ac560ea20f4608" /><Relationship Type="http://schemas.openxmlformats.org/officeDocument/2006/relationships/notesMaster" Target="/ppt/notesMasters/notesMaster1.xml" Id="Re3b49ed3c163457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2c078dcc2a74f34" /><Relationship Type="http://schemas.openxmlformats.org/officeDocument/2006/relationships/notesMaster" Target="/ppt/notesMasters/notesMaster1.xml" Id="Rc08261f3a5be481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301bc5ccbf64f37" /><Relationship Type="http://schemas.openxmlformats.org/officeDocument/2006/relationships/notesMaster" Target="/ppt/notesMasters/notesMaster1.xml" Id="R3b74fb64db304d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1c0749c596d4b28" /><Relationship Type="http://schemas.openxmlformats.org/officeDocument/2006/relationships/notesMaster" Target="/ppt/notesMasters/notesMaster1.xml" Id="Rfd25c1bab2fd4f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1d0496b5cc489b" /><Relationship Type="http://schemas.openxmlformats.org/officeDocument/2006/relationships/notesMaster" Target="/ppt/notesMasters/notesMaster1.xml" Id="Ra3339ff7afa74a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2c3ab4482964618" /><Relationship Type="http://schemas.openxmlformats.org/officeDocument/2006/relationships/notesMaster" Target="/ppt/notesMasters/notesMaster1.xml" Id="R068466404e9e4b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2d2df3af12549ba" /><Relationship Type="http://schemas.openxmlformats.org/officeDocument/2006/relationships/notesMaster" Target="/ppt/notesMasters/notesMaster1.xml" Id="R412b01b24ed041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12ea65ed6574a37" /><Relationship Type="http://schemas.openxmlformats.org/officeDocument/2006/relationships/notesMaster" Target="/ppt/notesMasters/notesMaster1.xml" Id="Rc2b420ef8a6d4b6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e350f4b68b24e3c" /><Relationship Type="http://schemas.openxmlformats.org/officeDocument/2006/relationships/notesMaster" Target="/ppt/notesMasters/notesMaster1.xml" Id="Rd09d8029dec742b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98d2ed61e28441c" /><Relationship Type="http://schemas.openxmlformats.org/officeDocument/2006/relationships/notesMaster" Target="/ppt/notesMasters/notesMaster1.xml" Id="R9b9db92626334d1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bb030b590ad4d7a" /><Relationship Type="http://schemas.openxmlformats.org/officeDocument/2006/relationships/notesMaster" Target="/ppt/notesMasters/notesMaster1.xml" Id="R6dfc08125384432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756feef4203444a" /><Relationship Type="http://schemas.openxmlformats.org/officeDocument/2006/relationships/notesMaster" Target="/ppt/notesMasters/notesMaster1.xml" Id="R47dd654625b9409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85731359d9f434f" /><Relationship Type="http://schemas.openxmlformats.org/officeDocument/2006/relationships/notesMaster" Target="/ppt/notesMasters/notesMaster1.xml" Id="R1226d34fd887452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3ff55146a644f5e" /><Relationship Type="http://schemas.openxmlformats.org/officeDocument/2006/relationships/notesMaster" Target="/ppt/notesMasters/notesMaster1.xml" Id="Rfc328825fc644eb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84f428036c7449b" /><Relationship Type="http://schemas.openxmlformats.org/officeDocument/2006/relationships/notesMaster" Target="/ppt/notesMasters/notesMaster1.xml" Id="R057705508d4b4cd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f241b710d6488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55029c48f34035" /><Relationship Type="http://schemas.openxmlformats.org/officeDocument/2006/relationships/slideLayout" Target="/ppt/slideLayouts/slideLayout1.xml" Id="R0b81499afb7e4f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81499afb7e4f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5e0b6211694921" /><Relationship Type="http://schemas.openxmlformats.org/officeDocument/2006/relationships/image" Target="/ppt/media/image.png" Id="Rad12d922b4884e37" /><Relationship Type="http://schemas.openxmlformats.org/officeDocument/2006/relationships/image" Target="/ppt/media/image2.png" Id="R97e1305c398e4234" /><Relationship Type="http://schemas.openxmlformats.org/officeDocument/2006/relationships/notesSlide" Target="/ppt/notesSlides/notesSlide1.xml" Id="R3fcbd1b2e02242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87da8606a0496d" /><Relationship Type="http://schemas.openxmlformats.org/officeDocument/2006/relationships/image" Target="/ppt/media/image3.png" Id="R8b432e5b8be6404e" /><Relationship Type="http://schemas.openxmlformats.org/officeDocument/2006/relationships/notesSlide" Target="/ppt/notesSlides/notesSlide2.xml" Id="Rfb13ca7567df492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ec18fa5cbd46f9" /><Relationship Type="http://schemas.openxmlformats.org/officeDocument/2006/relationships/image" Target="/ppt/media/image4.png" Id="R239d91deab434e9d" /><Relationship Type="http://schemas.openxmlformats.org/officeDocument/2006/relationships/image" Target="/ppt/media/image5.png" Id="Rfd7dc7c0e6064e59" /><Relationship Type="http://schemas.openxmlformats.org/officeDocument/2006/relationships/image" Target="/ppt/media/image.svg" Id="Rf54725d2947d4b34" /><Relationship Type="http://schemas.openxmlformats.org/officeDocument/2006/relationships/notesSlide" Target="/ppt/notesSlides/notesSlide3.xml" Id="Rfb86517c97fd4af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b0bd1b96e94bd6" /><Relationship Type="http://schemas.openxmlformats.org/officeDocument/2006/relationships/image" Target="/ppt/media/image6.png" Id="Re638baee862c464b" /><Relationship Type="http://schemas.openxmlformats.org/officeDocument/2006/relationships/image" Target="/ppt/media/image7.png" Id="Rbbdc3edf27154e24" /><Relationship Type="http://schemas.openxmlformats.org/officeDocument/2006/relationships/image" Target="/ppt/media/image2.svg" Id="R040f45a66f01444d" /><Relationship Type="http://schemas.openxmlformats.org/officeDocument/2006/relationships/notesSlide" Target="/ppt/notesSlides/notesSlide4.xml" Id="R6749094af6ac42a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7e26154e5e4aa7" /><Relationship Type="http://schemas.openxmlformats.org/officeDocument/2006/relationships/image" Target="/ppt/media/image8.png" Id="R4a7f8b790f8f481d" /><Relationship Type="http://schemas.openxmlformats.org/officeDocument/2006/relationships/image" Target="/ppt/media/image9.png" Id="Rcee2f0d95fff4b79" /><Relationship Type="http://schemas.openxmlformats.org/officeDocument/2006/relationships/image" Target="/ppt/media/image3.svg" Id="Rf94cda1f11494745" /><Relationship Type="http://schemas.openxmlformats.org/officeDocument/2006/relationships/notesSlide" Target="/ppt/notesSlides/notesSlide5.xml" Id="Raf5625a03a724e5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6da1807dac4bcf" /><Relationship Type="http://schemas.openxmlformats.org/officeDocument/2006/relationships/image" Target="/ppt/media/image10.png" Id="R549a41ffc4924e66" /><Relationship Type="http://schemas.openxmlformats.org/officeDocument/2006/relationships/image" Target="/ppt/media/image11.png" Id="Rb4e3940d81684846" /><Relationship Type="http://schemas.openxmlformats.org/officeDocument/2006/relationships/image" Target="/ppt/media/image4.svg" Id="R528374f3e372458c" /><Relationship Type="http://schemas.openxmlformats.org/officeDocument/2006/relationships/notesSlide" Target="/ppt/notesSlides/notesSlide6.xml" Id="Rdd9167865a4e43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b7a6a4bff74df1" /><Relationship Type="http://schemas.openxmlformats.org/officeDocument/2006/relationships/image" Target="/ppt/media/image12.png" Id="Rb2b9d950937f4210" /><Relationship Type="http://schemas.openxmlformats.org/officeDocument/2006/relationships/image" Target="/ppt/media/image13.png" Id="R4e07016360bf410b" /><Relationship Type="http://schemas.openxmlformats.org/officeDocument/2006/relationships/image" Target="/ppt/media/image5.svg" Id="Ra6e999c0a8d34195" /><Relationship Type="http://schemas.openxmlformats.org/officeDocument/2006/relationships/notesSlide" Target="/ppt/notesSlides/notesSlide7.xml" Id="R49934a769e7e44e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8293e2885f4f6f" /><Relationship Type="http://schemas.openxmlformats.org/officeDocument/2006/relationships/image" Target="/ppt/media/image14.png" Id="R3f49d4f53b0042a7" /><Relationship Type="http://schemas.openxmlformats.org/officeDocument/2006/relationships/image" Target="/ppt/media/image15.png" Id="Rca2a4f3f183542f0" /><Relationship Type="http://schemas.openxmlformats.org/officeDocument/2006/relationships/image" Target="/ppt/media/image6.svg" Id="R1f3b281dbbcf445a" /><Relationship Type="http://schemas.openxmlformats.org/officeDocument/2006/relationships/notesSlide" Target="/ppt/notesSlides/notesSlide8.xml" Id="R053cbd8c77b041d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536ff187724da1" /><Relationship Type="http://schemas.openxmlformats.org/officeDocument/2006/relationships/image" Target="/ppt/media/image16.png" Id="Rd3fd435de37346bd" /><Relationship Type="http://schemas.openxmlformats.org/officeDocument/2006/relationships/notesSlide" Target="/ppt/notesSlides/notesSlide9.xml" Id="R8e22e252c2534a4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35ce9342384c63" /><Relationship Type="http://schemas.openxmlformats.org/officeDocument/2006/relationships/image" Target="/ppt/media/image17.png" Id="R723ffe1dc582480b" /><Relationship Type="http://schemas.openxmlformats.org/officeDocument/2006/relationships/notesSlide" Target="/ppt/notesSlides/notesSlide10.xml" Id="R19d19f8cfb28415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bfba2e029d4059" /><Relationship Type="http://schemas.openxmlformats.org/officeDocument/2006/relationships/image" Target="/ppt/media/image18.png" Id="R99a45e10d7894118" /><Relationship Type="http://schemas.openxmlformats.org/officeDocument/2006/relationships/notesSlide" Target="/ppt/notesSlides/notesSlide11.xml" Id="R909d2c6caa884f4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021cbadd41408e" /><Relationship Type="http://schemas.openxmlformats.org/officeDocument/2006/relationships/image" Target="/ppt/media/image19.png" Id="R4f4eed9d7a2a4bd6" /><Relationship Type="http://schemas.openxmlformats.org/officeDocument/2006/relationships/notesSlide" Target="/ppt/notesSlides/notesSlide12.xml" Id="R21c9ae3e4aa142c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d2fd7b528345b3" /><Relationship Type="http://schemas.openxmlformats.org/officeDocument/2006/relationships/image" Target="/ppt/media/image20.png" Id="R9d20a687df4740a3" /><Relationship Type="http://schemas.openxmlformats.org/officeDocument/2006/relationships/notesSlide" Target="/ppt/notesSlides/notesSlide13.xml" Id="Rf4fec79df8be474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cfa6eae7c54c59" /><Relationship Type="http://schemas.openxmlformats.org/officeDocument/2006/relationships/image" Target="/ppt/media/image21.png" Id="Rb1645661970c45af" /><Relationship Type="http://schemas.openxmlformats.org/officeDocument/2006/relationships/notesSlide" Target="/ppt/notesSlides/notesSlide14.xml" Id="R1f9ba7f7e941494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c76220608440e7" /><Relationship Type="http://schemas.openxmlformats.org/officeDocument/2006/relationships/image" Target="/ppt/media/image22.png" Id="Rf3afb68d0e0d45b8" /><Relationship Type="http://schemas.openxmlformats.org/officeDocument/2006/relationships/image" Target="/ppt/media/image23.png" Id="Re1432f16b7904e94" /><Relationship Type="http://schemas.openxmlformats.org/officeDocument/2006/relationships/notesSlide" Target="/ppt/notesSlides/notesSlide15.xml" Id="R0a7f4caa89c1402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544D99-95B0-4E20-A461-8497DEDD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D4EE30-4496-465C-A580-54BA9B8B5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8611F8-2BF6-4828-AB85-C9FCE8082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12d922b4884e3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3750AC-A57B-47DD-9D91-66303CB66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23D9CF-859E-4AB1-B9CA-F2AB81F9E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e1305c398e4234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D18D31-0785-4FA1-ADA1-815FBDD9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D3A47C-3229-48DE-B625-9DE33A278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874A"/>
                </a:solidFill>
              </a:defRPr>
            </a:pPr>
            <a:r>
              <a:rPr sz="900" b="1">
                <a:solidFill>
                  <a:srgbClr val="00874A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76E464-D811-4731-A76F-3CC70B99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A20"/>
                </a:solidFill>
              </a:defRPr>
            </a:pPr>
            <a:r>
              <a:rPr sz="3900" b="1">
                <a:solidFill>
                  <a:srgbClr val="0B1A20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925810-2175-4FD9-AF22-2DF757E1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C580CA-650D-4410-A8C1-CE67E5A2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C1695F-8EF2-4943-BBEB-D83D48F1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9970E1-6332-4D19-BFC5-6E9872212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4781F1-88F8-42F0-BB67-6B0A267E3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A15072-D787-4E7D-B55B-112F17BD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13450756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77A1127-DE39-4C9D-99CF-531A71AD2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6A0884-76D8-46B6-9F65-9CBA92ECB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37EF2A-AD30-4C3C-9933-4469D6866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9DA5FA-E072-488E-B801-3BC820E3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A25FF9-D228-4D58-8522-DACFEA9D1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432e5b8be6404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F08E33-A014-4607-BC44-9F77B72D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324857-BC1D-4327-84EC-E7D585EA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BDD74-0164-4B19-9FDC-F5D876FD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DCD834-FDCB-4B93-A168-6A679E29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E4944B-4857-4461-9B9B-933F8E8B8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24E238-4D01-4651-AFCF-FE3209B6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485871-10B5-4FF4-B9F7-DCDC16AD5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AB74D9-383A-45D2-8CBE-4F98C3A4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002030-27B0-4848-9133-0E5EC2F10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9B2564-5C26-4ECA-B685-3D8F27289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51C638-B7F5-4BED-8A0F-8F8C2D77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197C51-562C-43C4-B02B-9BE7E28D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950C39-5CCA-4A3E-9295-3B4DBF804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774EBF-F2D9-42EC-9239-82BEA6CE8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BA0117-EF95-494F-9BDC-BDDD6658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DDB111-2228-48C1-86A1-1E121E33C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F24A52-C4C3-45EF-A5B2-894E1837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4D90FF-D495-4EA2-9502-93D0F59C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807172-3190-4D32-BA4C-6671F458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CEE619-D031-4D33-A1BE-B5D95159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F77552-C2A5-4ED5-9CBF-BD64EF7CA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D36B00-C855-4D37-A962-FBB4C7BB3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533CEED-F460-40BB-969A-7495379D8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04DCB0-339A-4660-BCA7-0001D479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CBCF8D-8130-48FD-B013-0B5641C04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17347D-5DAF-436F-8C53-CD8779B9E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C45AC79-A165-4DD9-9334-B9476D00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AB3BE47-D0AD-4512-8A75-60992562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5777DC-6C54-431B-AC22-28DEE6A9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217BE0F-5688-4A58-9383-91F7EB2E4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5D634F-6370-4BAB-B5CF-9CC991441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687AF42-E542-43A5-A706-B96B4014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BC42E59-F429-4E66-9157-71B4FF50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115BBFC-C0C3-4EEF-AA76-9F7805AB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76FF165-D2CC-4360-9407-8F7FE4EBE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2981919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7B63635-7196-4A68-B96F-56342912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FB3F1E-EB31-4CB0-AB9D-E34684BE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657111-232A-437B-A462-EF75B31B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308007-9B06-4777-AA4E-395A64C0F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AF574A-9028-4A52-B96B-B5ACB2F8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9d91deab434e9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4DFA74-4795-4BAF-A1F4-84152AD9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7DC77F-07F4-4B3D-83F9-3C288230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CC3FFB-1487-451D-AD68-F9D13AEDD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B1A20"/>
                </a:solidFill>
              </a:defRPr>
            </a:pPr>
            <a:r>
              <a:rPr sz="2400" b="1">
                <a:solidFill>
                  <a:srgbClr val="0B1A20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55730D-5B1C-4E39-B547-28C55D81E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6383F"/>
                </a:solidFill>
              </a:defRPr>
            </a:pPr>
            <a:r>
              <a:rPr sz="1200">
                <a:solidFill>
                  <a:srgbClr val="26383F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0AF1E8-E24E-4030-AB95-263F5F6C2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62DE9C-2F4F-4991-991F-365AB7CD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12D012-9D94-482C-BBC0-4949D501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3DC2F7-1150-458A-AF7A-4D5E04A4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536393-7285-4846-B1AE-2B2A04A7D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332C4E-2C9C-4602-B31E-F73400AF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59B3EB-A32F-4E18-BDF0-F4DAD2B1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39179C-ABE5-4E37-9FA9-DD648437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1E9E1F-E849-47CF-BE0D-B9008311F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FB2412-B986-4F3F-914F-E1419B089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B078C0-AB07-4936-BF89-62A9E5F2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B9ECA8-A2DA-409E-B0AA-CC5B44907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AC841D-37FC-4F91-9302-B2B6F1CB3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6FCD71-B7BE-4FC7-B9C1-EC298307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4ED8"/>
                </a:solidFill>
              </a:defRPr>
            </a:pPr>
            <a:r>
              <a:rPr sz="1950" b="1">
                <a:solidFill>
                  <a:srgbClr val="1D4ED8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A287C9-CFF6-4EC3-8059-F4027A1F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96FA11-6AFF-4F97-B3AB-38204A45B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677B61-5EFF-4DD9-9BF8-2256ADD5E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F52120-0282-4FBA-B8C9-A1A4DED0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47260C-CEFD-4919-BE55-0A5703732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B48074-CD05-42C1-800E-4744F5BC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5309"/>
                </a:solidFill>
              </a:defRPr>
            </a:pPr>
            <a:r>
              <a:rPr sz="1950" b="1">
                <a:solidFill>
                  <a:srgbClr val="B45309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65B024-2833-4F9F-9541-7B4EBB99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8604B3-4207-4323-A603-5BA9F390A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4D6960-F334-43EF-A901-013B3979C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85C14E-5B2F-4D6A-AE21-663B0FBC5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46C9FD-A005-4633-98B1-EEFE7AAE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2144082-1A31-410C-88AA-8ECD8D29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9B97646-75D4-4445-9E0F-E87CC20F6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7dc7c0e6064e59">
            <a:extLst>
              <a:ext uri="{96DAC541-7B7A-43D3-8B79-37D633B846F1}">
                <asvg:svgBlip xmlns:asvg="http://schemas.microsoft.com/office/drawing/2016/SVG/main" r:embed="Rf54725d2947d4b3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5335643-B118-4FF4-8E2A-ED6CA192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5BAF765-5D56-42CA-86D2-30772C380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0C94949-E5DE-4DD0-A354-840EA19EB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EB2B1EF-55E5-40DD-AB08-FBF86F22A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51F840A-C351-407C-9230-031B5475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4D2E1E2-29BC-4726-A7EC-B6781F1A9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57D2E27-ADAF-45DC-A75A-4664AF629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8AB2593-E050-4BA1-A5A5-A76F775CD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A1F8AFA-9447-40A3-AFEA-F48EA2AD9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8510526-6886-4B17-A2C4-255CCC02A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EA361D5-DB49-4846-969D-EA34D12D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388B8B7-9BEB-43D6-A09D-B0F431B5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96A67CA-AF20-4DD0-8E16-9FB897EF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80BB194-27C9-4559-B5DD-6EFDD268F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9BAD493-286E-4544-AAE7-EC542737A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B0C6064-6C57-45B7-9CDA-A956AD4D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56F8605-850D-4617-BD9D-308A5765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B7D5039-20D0-4564-8AD4-0B6B581C5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CEFF7A1-6173-4D19-B589-FAEC79E6A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A4CB012-D47B-44DD-A9FB-6273EFAD8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E6983A8-80D8-457A-8F28-7D882753B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BCBE0E9-0DB6-4746-A6ED-8725A128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5DE88A1-7034-4DAB-8F10-587CA23B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1B40E20-AADE-419A-B6C2-3EA131DE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DD32C8F-7AB5-4F19-BEE1-C63DE4563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236C7C6-1A96-4C71-8273-830EED44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8E24482-9659-4F1A-B6CB-E010F55AF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B45309"/>
                </a:solidFill>
              </a:defRPr>
            </a:pPr>
            <a:r>
              <a:rPr sz="675" b="1">
                <a:solidFill>
                  <a:srgbClr val="B45309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BB1FD96-D751-4C49-A20C-5D13636A1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5309"/>
                </a:solidFill>
              </a:defRPr>
            </a:pPr>
            <a:r>
              <a:rPr sz="1425" b="1">
                <a:solidFill>
                  <a:srgbClr val="B45309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571D453-1651-4455-A539-A5A12A8D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866EA61-DB25-4AD9-858C-69FF98899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E176F54-BDE4-45BA-A346-86CA2F42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E918C77-4E49-495E-8702-D6629D20F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A3A5797-5873-4049-860A-F9DCFCE3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CA446F2-12C3-4E81-A4C9-2475BCE1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8CFBE8D-8354-4538-B17C-805DE24FF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5B32FB4-934D-44D1-9AA2-E8F3DFF91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7FBDA06-B8F0-41AB-9D5E-F6F48885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10702266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94B887-3E78-4EC7-A4F5-92790CD87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50906F-E2EA-4D05-B918-1596009D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810412-2A31-47F9-B97C-2994F617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6E7F43-7DCE-4FD8-B005-953307A2B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91CF5A-0F2E-486C-9647-535C5797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38baee862c464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1566CA-D75E-4E4D-A38D-C5A5C51B8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FC63E1-0C0E-4812-86D3-25D6397DB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DA03AB-A5D8-4FC4-8D27-12510BC98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990373-83E6-490D-A5A9-C24074767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71E600-C16D-4241-BD72-7B0E2A40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dc3edf27154e24">
            <a:extLst>
              <a:ext uri="{96DAC541-7B7A-43D3-8B79-37D633B846F1}">
                <asvg:svgBlip xmlns:asvg="http://schemas.microsoft.com/office/drawing/2016/SVG/main" r:embed="R040f45a66f01444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DAD787-BDE3-4E6A-A187-AF2239A9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43D7B8-A4BF-4814-9C33-133493BF9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73274D-1F06-4CBA-BAD7-6042341AB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FFAA0D-88F5-4A27-8B7D-6B6AB216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64F8CD-DD67-47DA-87C3-C033204CD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7DD6CD-323D-4BD2-AC3E-5D8E4B878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D7FD39-04BA-459D-AD3A-D308DA8A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CA0D9A-7E12-41CC-8241-4A2306CB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18C4F4-7234-4880-BF66-E6924A334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448F00-815E-442C-91C2-13ECB62CB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51FA4F-559D-49BB-BFAF-2ED05542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CE7DCB-BBD7-4F04-8621-3827DE2D9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EA87AB-6A17-4DDA-870D-1BEE93999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DC29B4-6660-45F1-9B2E-B771EB6F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455261-65A4-4946-BA56-DBE3F753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EDD424-5429-411A-A85F-40CA0008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BB2148-AA88-4626-9AD0-535323533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9463544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CCE1232-1142-438D-A102-83A9F9B5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66CEBE-AE01-4990-9A58-5E5054CB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48084F-A638-47F1-8D93-4C28B587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12367A-A7B7-4A2E-9E73-B664686A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160FAB-7622-4286-A578-6599D7C4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7f8b790f8f481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F5B142-3171-4DC3-A3E1-2B52234A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67D0F7-F393-46BB-B0A7-EA95BBBB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87DC47-CED0-483B-A52E-951A47EF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CA9CC2-4627-4381-B5D2-53346698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155988-FB35-40A6-A5E3-BE5F739F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e2f0d95fff4b79">
            <a:extLst>
              <a:ext uri="{96DAC541-7B7A-43D3-8B79-37D633B846F1}">
                <asvg:svgBlip xmlns:asvg="http://schemas.microsoft.com/office/drawing/2016/SVG/main" r:embed="Rf94cda1f1149474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874AAE-8D2C-4F8C-9EF5-B9D0EE5C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C67C23-9362-4994-87DB-B78F244E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5CAD4C-8A66-4638-89DC-8C7884CC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DCD1AF-2B11-4779-84E0-441BF66A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DAC5A0-C720-4FFD-ACD5-DE4D3B37F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96B0AF-77D6-4D1F-82DB-39362CFC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0F518A-499C-4BE7-BD4D-46924FB4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F7D624-A84A-470D-BD7F-801AC85F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BECE51-8179-418C-A10B-A34CF0A5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7B3545-A067-402E-B738-F0B73D78A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00F519-7BDD-49ED-8ED8-98D7A1AA7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0D369E-04CA-4C96-8078-79D6072A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D8C4BF-A4E3-4071-B5A4-9E63A1E22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2451FE-60F3-4B8E-B006-11CD3108F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DF9CF1-DEA5-4691-8A7B-D799200F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6180E1-413B-4B59-A0C6-41795C9C6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5ECEB7-9B8F-4514-9ABD-0CD9F60A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23D9AE-AC50-4EA8-A833-1F66D9AD8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DC08EB-506E-4BB9-9BCF-1593FCAE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F8C89F-082A-48C1-9DAB-1745B260D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1445319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EA3898-037F-441F-B128-AE24E9B6F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B9E0F4-585D-4550-BBE3-885A2978A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FA9708-5EA7-41B0-94D8-DA8D5D4A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092469-7133-476E-8954-A47A21595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C49B03-74AB-4530-9F2E-8F1AFD58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9a41ffc4924e6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BDC1F8-EEF3-43F9-A17D-A6C97DECD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3F08EA-EDAD-4204-9B7D-5EBDE4D6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0090C1-64AD-41A1-B80B-44138D77C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47F374-4615-4062-ACA6-55969A05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87474C-4FBC-4A49-8FD9-C1AE01F07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e3940d81684846">
            <a:extLst>
              <a:ext uri="{96DAC541-7B7A-43D3-8B79-37D633B846F1}">
                <asvg:svgBlip xmlns:asvg="http://schemas.microsoft.com/office/drawing/2016/SVG/main" r:embed="R528374f3e372458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67E9EA-78C9-41D8-84FA-D158349AE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251832-161E-4273-A509-A3A9432B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74B6BA-0186-4002-9202-517F5B9E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103823-2850-4201-9832-098001D7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8BC197-BE3E-4366-AF43-8AE5A0EF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63AAA7-03C3-49DE-9B71-C330EAF35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266506-0D1F-45D3-9A72-576D76AE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63189E-0B88-4E51-A9D6-F741A4984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FDF65C-D6FE-42EF-A172-DF487BB4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8DFF84-F9C8-492B-9BAE-E9D9DFB9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D5850A-7B8A-4F48-8A6A-79203244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33EDF8-9F7E-41A6-97DD-B88A29F9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CF4DDA-41C1-48CE-98E6-9CF8A0850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FD280E-BB1D-420A-A2BF-69D29969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21110362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D9E844-C13F-4507-8901-87A74EEB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7C23B4-FDE1-4CD1-984E-04220FE63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B2A1C2-50D0-4B17-86CC-18C3C3F9D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3C3526-09BB-4EF9-A4C9-070F35F1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894C4E-C289-4FD1-A86D-90FB8209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b9d950937f421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1679AA-A04C-4F74-8C2C-84658FE35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93F7F8-1FB5-4B0A-B7BD-EE10DECCA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A0EEB7-B3AA-45CB-B745-6803FD47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AF2864-3341-4FB3-A02B-62301F71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1BB5AB-DC57-428D-BF0C-6F8DFDC2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07016360bf410b">
            <a:extLst>
              <a:ext uri="{96DAC541-7B7A-43D3-8B79-37D633B846F1}">
                <asvg:svgBlip xmlns:asvg="http://schemas.microsoft.com/office/drawing/2016/SVG/main" r:embed="Ra6e999c0a8d3419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8F6E5D-F4EA-435B-9B3D-0BD1896D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A6DFDA-585F-41F6-BFA5-3843108DB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D3D04-DE2D-434B-90C3-AE55D2095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9ED124-1CC9-41CC-8A5B-592DA21CF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D2210C-0D15-48C6-871B-EBC66D07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9083BA-DF7A-435D-A9D9-EA9B72CD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4F27F3-7937-4B1D-8D2F-DAEC8F303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573777-23D0-4E47-95E4-4E3C9F7F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A33B94-89A6-4943-B8BD-EBAD45A5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4FD154-1DAE-47AE-B733-BC820413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77D7DD-F6D3-446F-8070-91C97436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EF4F81-C212-4AF6-865F-19A7D55C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83F"/>
                </a:solidFill>
              </a:defRPr>
            </a:pPr>
            <a:r>
              <a:rPr sz="1350" b="1">
                <a:solidFill>
                  <a:srgbClr val="26383F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E8DAA8-CBA3-4900-BB64-740E7C83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0278B8-EC16-4FE8-8CD6-BF1EB628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2115531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12751A-876E-4DBD-B08C-F3F8E6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8FB4A0-8765-4AD7-9DFD-949E1932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79516F-955E-4A8D-8112-978DE67F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BA9001-FD30-4C9E-9D98-6F0E8446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8AB51D-687B-4156-9648-7C99BE516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49d4f53b0042a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94AF5F-1292-43B8-BBA3-02240B88C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C27BCC-1EF6-4653-8027-4D88498B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9CBDF5-91A1-4126-A710-A949CE72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9FE389-2669-4B69-BCD8-DCFD6CCEF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B9340D-DE9B-48AC-878B-FE424ECCC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2a4f3f183542f0">
            <a:extLst>
              <a:ext uri="{96DAC541-7B7A-43D3-8B79-37D633B846F1}">
                <asvg:svgBlip xmlns:asvg="http://schemas.microsoft.com/office/drawing/2016/SVG/main" r:embed="R1f3b281dbbcf445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A148EA-D425-4766-88DF-0D523F95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5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870E70-2979-4ABB-8260-36C6AD6AB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F6626B-E93B-4084-A47D-94703D4A2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8B442A-B377-4F14-8DE2-DE7DD93B3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427C18-71C6-4C9C-AD0C-FDFD5727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00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C7CBD4-E7F0-4F13-BE98-C260E5B6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217963-C8FF-435E-BB2F-623FC657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94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D40CFA-5DBD-41F3-A175-5F03932A9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6B5125-8EB0-439F-BAEC-BB1EA0E2C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A27753-8651-40E7-86B3-1F00BFEF2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89CAE5-2E7C-4C40-B721-4253B43F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8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B077E8-3471-4AB9-B089-8B547780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8C19A2-B538-4A80-8E40-015E80808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D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C96BD1-A988-4804-9BDB-2B21CA13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05AB34-AB76-4F9E-8D18-4C4B2CD7F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7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02A167-2C86-4434-A42D-D917EF8F2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986774-37F8-45D9-B673-36BF98EC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E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727C80-92AF-4C14-BF5F-1A8F345C5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5FCE23-4F12-4654-898B-45335A36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6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58EB65-F695-4989-9B5B-99D6074C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101F59B-CD0A-4521-9A45-14F3013F0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EA2972D-35DC-4F5C-B76C-8AD6A919F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149476168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8A67412-609A-491B-91AA-659C9F87A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4BFB3B-1166-4A5B-87E3-E50448E6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529BA7-AB55-4D61-8C4F-9BA7E7B9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255360-C352-4D4D-9E6C-78DD2A472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BE87E0-28A5-4BC4-9274-4139D242A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fd435de37346b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4122B7-5DEB-4DA5-8A83-6C3B1D09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FE9E96-1014-4766-8017-6125CF29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BC8D6C-8B42-41FA-8E71-F9AD84A2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7D9337-A25D-48C1-85C5-8F1FD5F8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0D22D3-11E7-420C-AAFE-161BB0CA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9330C8-12ED-484D-A7EF-AEA2A258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98BA86-9DA2-416D-A94A-E81C4F96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968797-95D6-41A2-8933-F54E7FC9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48D6AD-3F5A-4C15-88C0-3DADDB66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C8971A-7010-465B-8FC4-19CA9499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57C732-C417-49E8-B609-BEAB1D7B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57E095-C38C-4B50-AAE7-AE089E8B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AB31A5-08A7-47A6-A9C0-A4A58827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B1F1A2-3B97-4283-B669-C5CB81C2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150587-2810-47A9-A373-D9F5FE3FE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746715-1E55-4B1A-B6D6-AB2275AD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E0CBF5-349F-4945-9572-86FE9973F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61B988-AC5C-42F6-A787-1314191F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E8CD9A-C2F0-438D-8FDB-000659CC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7C3B26-8710-49E6-9988-2B303D8F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36D812-3D89-4C5F-92B4-8D140E50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D3EC76-0C67-492B-B051-D64E0F6E9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08B920-3F37-4098-A815-383C9DCA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2D96F3-BBE4-42E7-9CB9-0CF303BE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1F300A7-1939-46C8-9974-8638CDD86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B46846-3825-45E6-95FF-682F9053E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CF8582-E2A5-41FC-B4E7-6467B40E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E5F479-F780-427A-9891-DA5CA542F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0ECF6C3-0874-41F5-80A4-4DE659D4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233F63E-91AB-4FA7-9720-F2DEF1424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80C1453-05EE-4E25-AF42-80A0857CB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E1A7BD1-6068-4465-824E-7EE522282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180CA8-AD9C-45FC-9651-CA7ECAAA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7BA7DD0-59B2-4B33-9059-745AB40FB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4FC2A1C-9212-4FFA-981A-DC2675171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459A654-C729-4D3F-A4A1-AD12EEB19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9DFDAE2-FB8F-441B-A443-F667D0214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F5B2A28-D091-445F-AE83-F92F5A0F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C96EEAA-A334-4E8B-BF6F-C83F2346C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D836303-F125-4CF4-89F7-92F0771BA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6527BBA-A16A-4DFA-8CA8-9C88A0A1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4662BE1-4F65-470E-9A59-7D04F959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60DF2FD-2255-4228-8350-3A302241C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0CF4913-FAD1-423E-B525-A979B64D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FAE1322-4098-4FC0-BF3C-39AF88D3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5F6D1FE-74C8-43AE-B0FD-F2DC9823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BC30682-74D6-4422-9079-79CF7B71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E735514-C554-487E-BA32-DE95E0CE5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9149DBA-2001-4DCA-A70C-EF6DC0BAA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6B8E67E-9DE1-420D-998E-413F3606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B4EB4A6-9443-47E8-BB99-D8A8A555B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A5F1CF8-6108-4F6A-9CFD-C0BC06FC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701DB90-EF47-459D-9DC7-715DB3F1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DFB2B67-3346-4AB1-AA9D-6BBBCA18A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56B1C7F-BC71-4B25-ADD1-F8E972D1E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4C6F4A5-7D76-496B-BF89-D7686990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48EAFD4-D613-4E97-B607-E1E1B242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3F50D4F-35A1-4D64-A25A-E5FA0669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A482073-BD27-4E47-B0E8-F85D8D86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2B7BC0A-C1F9-4586-B390-B817E953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8795AC3-57F9-460F-A517-62082124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4E8347A-95AB-45BD-BAEE-84B9C531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C252F7D-816D-4E55-A716-C6062665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7CEEF37-89EE-4CB5-8DB0-5B5145C59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4470E52-3848-4B6F-A276-6F33EB36B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3F0E9D9-8DA9-4829-A84C-585EF0AB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62D6C58-4449-485E-9A49-BB91F931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75F585E-470A-4082-ADF9-33F8BBA0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A0F57F4-5621-4F44-809D-54D34BAD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D91819B-11D8-49D0-B801-4C570939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8EDBC67-6E9A-4606-A6A0-3B2E95BB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AAAB927-DEC9-48D7-A3FE-33F4DB65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155C096-115A-4A24-9E04-272077718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1AEF8F1-462B-47A4-863F-D42A3B452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B185906-4927-4D65-8791-06ADAF4B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53E31C0-619D-40BA-BDFF-2DAE5A6B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74160FE-D75A-4709-B7C1-17F30C4EE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8276F3E-790B-4D58-83E0-D8799130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8C938B7-6C98-435D-853F-D803A2C6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AC1F455C-97A8-4031-984F-57DC30BB8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3A15C80-A3E0-42D5-9B0E-6319E837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E180914-D9FD-45DE-A00B-D1D0AA738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A6C9ED1-47B0-43DE-9BA1-3E29A757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D76FB65-E7E6-41E7-BC10-6CA11EBE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366047D-31EA-4974-B79B-9E27AA85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7DAD55F-C696-45AE-9E72-08E9AF40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91E7E89-968E-48F4-8FBE-814852A0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59D5F4D-D1AA-43D0-A671-1BF988C65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0DDACFB-C1F0-4AFF-AE49-69A72DA73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6031374-49FC-4662-9997-0A6658B9B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E737785-57B3-487C-A43C-7A1A6A4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EDDA23F-0978-4884-8253-10700B78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7EE73C5-CFF0-4802-B346-63140DB40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57A92B5-713F-4EE8-93C4-994667F6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DDAAF3CF-989E-44BC-A493-071CBB9E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412242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ADC3FC88-8DDC-470A-BEFC-DD7CB651D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50B831-554B-4055-9060-0A5AA696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CD5071-0008-40F6-B868-BDE3B6CCB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A552EE-B659-4E70-8A2E-1AEEF82D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2881DC-50A7-43FF-89BC-92D7A04B8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3ffe1dc582480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03E0FC-2B70-4602-9C97-6FA15DDAE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A4B420-4270-4485-81D5-61394C455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3148A4-5B16-4A48-A9BC-5D835A68E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D33880-C56D-4509-8BD4-6E8DCECF5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EA47ED-EC81-4001-887F-8B23013B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C52052-9442-4957-B15C-E42D4DB3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ADD149-3B98-4DAE-AD4E-80115DC1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715B9D-B97A-4ECC-840A-CC36C345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7F1ABE-59EE-4118-B854-54EAF810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184EAC-23D9-466E-B612-1AF812CF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AE1A39-85B4-4F18-831E-31CC3F21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964B9A-ACD4-40B1-9FAD-B24995B70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4EEEC1-5C84-433F-BB5F-F23A2635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C88E44-C6A6-445C-AB33-9ACAF6851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EF14D1-D986-432B-A314-A70B654A2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BD8973-9B3F-4B46-8F50-291D0FD61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369D2B-A321-42FF-8B05-DCE30BC2C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53CD46-9D06-48E1-A5CB-6840F8D1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A0FF41-791A-4DF6-B71F-4CE57CA34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1E1329-C353-4033-9C46-D361A10C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A70CA4-37AE-495F-8915-9DFD8BAD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A81B71-1D7C-4BFA-BB48-16C9AAFAD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D5FBAC-DF14-450E-AECB-D8F2F1E6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12A479-7A18-4F5F-B101-888DF3383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E38BBF-652E-462A-A3C9-09C84D41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06AC8C-CD2F-4FD3-9FB5-5D995946A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319B6C-C36F-4271-A88B-768B275C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69B6A93-EECD-45E2-89D0-FDA7CB4E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2107F28-E560-449C-8A5E-93E8E6B1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498F38C-5276-4D1F-A706-96471B52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A9D59DD-C1D2-4E1E-901E-9065206F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C9A6B81-7770-46F9-961E-EE11C7747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2ACDC1D-331F-4132-B648-4100B249C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1A5A380-31B0-4637-A4D5-AEBB0D21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C3B5D68-5A2D-47DE-B168-BD6963800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41EAEEE-4944-49FC-A3A2-35817E3E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4FAB2BC-965F-4302-9A0E-330C33A8B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4DA1D62-0F29-429D-B67B-30536452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3F306C-8D86-4A3B-9670-BC0E9599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1115C74-A0ED-40D3-ABD4-4AAD0F72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66F3ECE-1754-4BAD-8C45-42BF7FBF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A9E8C48-0515-49D4-B73A-C3797FE2E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2F351DD-43C9-45A0-A92E-3A6B3A14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7C60BF4-12E6-4FAA-91C3-704071BF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6279BB-7075-40A7-A837-991846D72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FEA74FA-2D76-4FC1-87FD-15838DC0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C85FEAA-EAA1-4195-99D3-89CAD7CE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AC969B6-254D-49BC-BA15-FD861B85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639D388-5026-4DA7-8E87-80F1579A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2B9D855-5C47-458E-A2FF-0F0FFA80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3860620-A753-49BA-90A5-59C21C47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200FA33-169C-4D9E-8C37-486B76F47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EB63BEF-B541-4166-B5D4-9A67DAC5C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E7E9363-EBE3-43BC-8E0A-36B3803F5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2484084-80CF-4E00-9D16-348E394F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B91E07E-058B-41F7-AF08-CF648246C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A424725-06C9-413D-9509-8557DA9EA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15E3A87-4AA4-4BE9-84B7-547D65BE5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9E39009-E3E8-43BB-960C-4A4A220C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A42BB0C-F19D-434E-8356-1BBDEAE56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649AE21-7FD7-469E-92CE-54881E91D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9878628-79DA-46AF-B80B-C99FB5CE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3EC1017-713F-438C-8A49-32FA4BD2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AC5A189-25F2-4944-8CB8-3EF7CF02D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0063E20-1F0C-4212-8BEB-A6FB0AB1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EB3A0A6-832A-4512-A3A0-39ABE32E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386CA81-4EE7-4462-AFEF-3A6729E7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C335343-6846-49F5-A812-7486E674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C7E3D99-D2CD-4DB0-A98B-3A5191918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C8C966C-7F05-42C1-8970-42EEDB67C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79A46AD-C9E0-41E2-8F9A-C34F4BEC6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599822A-A8E5-4E22-B58C-687C20D3F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C69F9FE-9C3F-4985-8893-36C41E11B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D267BA8-AE3C-4CE2-91A5-984B5F11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5533479-9540-4BF0-9712-864C3056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18C4E8F-D2AD-4C23-A0FF-27A363F76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638E1F9-66BD-4969-88BA-27E5FC7A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844842E-8750-4E51-B3F3-B45639A6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D5232F1-37D6-40AE-9A56-AB7DA556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3AE6E90-3FE3-4548-98BF-6F7122FF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32D9741-06C4-4DD3-B39D-99132F1D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5941BE6-3082-48DF-92E1-23D08CE1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B32553B-FBF9-4E9B-8AE2-5C92013B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4215ECA-3422-4E76-9FA8-2F872F97E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896FC2F-F015-4E49-8B1C-77EA8E7A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01D9FC8-82F8-4C73-9666-7A37A7E1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A1BCA04-E8DA-4D3F-AFBA-AC6AD01A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3FF9EF4-8F99-47F8-9BAC-D1862A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A232B36-7012-4A47-A7F7-58A5C4FF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EB7A067-AF39-442D-9E5C-3CEBE10A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BCD69AD-BA00-4512-BE6A-43E1C8BD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B8E7AC2-1E5A-4A5F-960A-C1BE6CBC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786BEFB-3878-4897-AF6F-55D3B777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876C8904-1172-4E55-83B0-BBCE55525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9C740EA-6957-4CE7-9421-835634A5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40D3EF23-54D7-4952-8053-A4512A14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120892394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890C8EF-215A-458A-A5A8-DF9DB4331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3F66F0-2DBE-41B6-8433-2FAD483E5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BB698-179C-4282-92A0-08D694021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446CCD-6880-4C83-9D57-AFDD2EBD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5EF40D-51D7-4456-8795-D6B517A4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a45e10d789411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A61DB0-7051-4C9C-A74F-ECEAFA93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8AC0A6-45E2-4C51-840B-9F31C081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74F7F8-812D-4CA0-A781-E2505D5D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204648-07BA-4C9E-B17D-30FA9E95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52985B-C07A-491A-99CA-514E8200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F08658-961D-4820-A04B-5CABA780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E1B82D-023F-40E0-A24D-8607B453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826B76-C00D-4466-A49D-AA7F2AFC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1F5583-8DE2-4F1E-8DBC-696E36E1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302C8E-AAF5-4F58-A354-48FF58F5E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624947-0C94-4778-8EC0-86DA2D8E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2C900A-7B7D-47F8-9248-7531C92F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44C4FE-4516-44F5-A7AD-EFB9DAFD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4FFB56-5751-4418-B3E2-529E3335D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4553C8-FCA3-4B10-BE1D-6CD55D1AD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B0D603-7149-4A15-BBB2-085B3D561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0B1A2F-2E05-4D78-99F8-60436DA3E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3A0C45-25FE-4C98-B2B8-8864166D0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E3948D-7319-4718-A0D7-0F988904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6668CC-CDD9-4F45-BBEC-0022E874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2B409C-6879-4D0D-9F81-ABD09F620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614E61-25BE-4792-8AC3-975924767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D9A92C-60EC-4E69-8B5A-19D25253C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CED049-0971-4330-95E9-AB6220D62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EA9CD9-BDC9-453A-AFC3-E19D5C2A9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F2AE27-9E0A-43D9-BCB1-B205F4312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E5B54B-2144-4206-9743-AC3359F68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E5A1AB1-5603-4120-9776-FB55DF613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AEC81A8-9666-4888-AEAB-449D7898A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D26244-4E07-4D49-BFC6-EFDB01B8A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B9D3FD-7802-4688-A91F-E4ECC1A4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025B6DD-37B7-48C6-9D9F-2B6160EA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4ACBD6-F494-4781-958C-119B88B46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CDCDB01-CFF1-413A-ADE2-A3146CA1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2A9E779-566C-401F-B24E-DACA3D04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F875A6F-BC82-4B77-B291-EA1A426C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1A6C602-DA20-48C0-A369-51D50BB2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109EFE4-084E-432C-B8D8-E95B98D8A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4048902-6DB7-4A88-AB79-61E91176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E77AF8C-28FF-4BBC-8E16-F4933844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FDB86F6-C657-4676-90DC-D4FCFAD93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C9138E3-9C13-4285-9FFF-4075D799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27127BE-651C-4100-B739-3111A25E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F37054B-CE75-4E23-992E-FADE7D4A3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D4ED8"/>
                </a:solidFill>
              </a:defRPr>
            </a:pPr>
            <a:r>
              <a:rPr sz="825" b="1">
                <a:solidFill>
                  <a:srgbClr val="1D4ED8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429907C-B2B8-4440-AB80-4DE731CFB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07D963B-652D-40CA-B1C7-C770A9B74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1D693B9-291E-4663-8595-817BEB885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A736E28-15EC-4C1C-81E0-B831872A2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3B121B4-1AFE-4645-873D-68F3AE3E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4652CE0-2F5A-4574-ACD9-5DBE639AA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FAE105E-7659-4730-BFC7-6F72667E1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A166626-A4C5-4437-BB42-55E8C204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B3457E6-5C06-45E4-80F5-D327FA90D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69C0019-8D38-439D-8006-ED08F6F0B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FA81905-CADB-4B6C-B284-CE140816D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5B0AD7B-ACB2-4634-A658-682996F08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879B7D6-5A33-47F9-96CB-09E7C167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1192306-DE56-4B69-ABAB-1F910714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646C28D-08C4-403F-AEBD-FD090CBC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85AB510-C43B-450C-A052-6848C9EC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61CABA1-9EFC-401A-BA0B-9C9ABACC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3BF6D30-4849-4872-87DD-2D221187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CB1062F-250E-4272-AD42-0386047D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246FCFB-13FF-4DFF-89BC-655E25D6B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7E509F2-7E4B-4449-868D-4BB290FB0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DE2291F-ABE1-4626-B61A-1628147E5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3ED1EF0-2F50-48B7-881C-7B7A86E76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FAAC1C5-86CD-4E9E-9ECD-E4BA31BB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83B977A-6593-498E-8B68-CA30DD03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69FC1EC-673D-4B83-A2A5-1F6E8E50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E79EF08-BA38-4820-B4A0-1F199999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481A11C-1178-4A93-AA47-84F97E87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C358CD8-2E22-4DD8-B43C-65BEA348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9C1D74A-9175-4646-B610-16DC9117D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EC1F01D-8F96-4F07-9EB9-CF150BE0F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6182712-9838-442A-92D4-CDC9B11E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721D2AB-A363-49AB-9EB1-934E4F14D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191235F-EFD6-46D4-BF57-83E8C504E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A8FBA0E-30AB-4404-B2F3-F6EF4493C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FE885F1-8CD3-4A60-9CA4-8C24245E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03ECD6D-459F-4FCB-9E72-8616C18C8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B69A630-32D5-472E-8861-4D80A2A8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F8A573B-2616-4818-B664-7B41C1DBF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5BAD1B7-CD46-4EA6-815A-964AEAB8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7DEDE40-D9D1-463B-8D5D-3C2B122C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9DB2B1C-48FD-4A87-95D1-B621B1AA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D333AE0-3C0A-442B-BDE5-256040F2E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BDF3F3B-61CF-4578-BC76-54D2ACAF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6733A48-943B-450C-9DD5-97DAF259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2F8CEAA-57BB-4708-BB26-BE245AF7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926F3A9-A604-449D-BF72-A14EE1B0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44943785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6634831-6D04-4025-B572-A72C9A86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4AADDF-7762-413A-B6C2-0D5F71F5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8B04C1-535B-44D1-93E7-B35C56C1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784FF0-51C3-440D-9893-B0235302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B06A6A-0891-4AD1-A979-0C980FB10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4eed9d7a2a4bd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472071-7F52-4236-AF72-516127D1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CEB3B-13B5-491A-9621-DE5FDF5E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18A4B0-B52D-4F6E-8D92-D452917E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5553C4-6FBE-45EB-B0AA-7682A6BD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956347-9ED1-4F0B-8521-DDD4F7D5C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EC7222-999D-4773-9742-8A143654B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524BF-5CBF-4813-BDCA-E1369850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BABC16-66D0-4799-89F3-17161B462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757BBB-FD4B-4B27-A35F-A85536B8C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20C977-29AC-46C5-B911-533F69C2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C0BB96-8EA3-4719-B8BE-AE36BA9E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DDBEB0-C9A3-4986-A576-9A9807A6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D057FC-DE5C-4ACC-A9E9-281C54C56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B1DE83-78A2-4A14-A5FB-A26FB0DC1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3E8661-B8C6-496E-8518-7B32C795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F1D441-C9FA-474D-B9BB-6FFDF83A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515619-A343-4989-8944-471C18F91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5529AE-3590-4B91-BD1E-E19752F91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4BCBEC-C7A8-4FBA-BBB9-0E77CFAC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BFF820-9A7C-4F9E-88D0-76F0AE7F3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AD07A9-3742-4870-AEE1-B79FAA3D6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57643E-77DF-44C8-8C67-04D243B1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CF05AC-DE81-4E87-81F4-E9D8D8689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3FE231-FE43-4FD0-A02E-6D6AF442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5DCC12-FB92-465D-9045-A2722DFB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D6BCD3-5760-432E-96EE-B0B7762D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310AFC-7216-40EA-B591-9C837DA9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2EA711-DC64-41E6-A14F-51B04125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20E84FB-490D-4112-9945-635E02C9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C299AF1-C4A3-455F-8358-6C35D0A21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5658164-766A-4A47-A613-837D9F855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F756D25-23DA-4EED-808B-988037C4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F54BB67-E349-43AC-BAC0-4D2B5CBF5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B25FCE1-90A5-4723-8199-AADFE6A2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EEAF59-C63E-49CA-BBEC-52070EAC4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B3610F9-4E69-4E9F-ADD5-9CB1001E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26D02ED-59AC-41EC-AA46-FA749A946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B933FD6-103F-4006-AED6-21FA1CB81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7069C2E-062F-428B-9254-D52B190D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3A7FD97-A163-47A4-8781-A7BB57BB0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80A35F6-2CCF-4A6B-A020-331B2841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ACA9C7D-2C31-43D0-8709-C21374C8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9457A93-726E-42DE-AE74-8277BF229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5923D11-37E5-4A1D-8C90-E327D8B51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C00C653-9AA7-4AF6-A06C-9E2D35EE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0335B96-5EB8-4E3B-9B3E-28E2D986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ED46C17-5572-4C5E-AB2E-E92B2448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8ACF152-F4C9-4675-95CC-ED4DF6A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9F2D655-B51A-4F29-87DC-77A863D7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BA467E9-53C8-4433-B4B8-F44A8EA37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2C740FF-5252-4FE5-A82A-42DEEAE0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5B423A0-E82A-4965-A87E-9F34D4873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84B6DB0-6908-4FC1-B159-4A5815BF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B1BCB56-A942-46AC-A562-AC649190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E008F58-E01C-4E2D-9B9F-3E93E5A41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246C934-7BBB-4B10-AD05-CFA7399E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C035FF2-A467-44DA-B619-893E5E42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8F8E2B7-A41F-44DD-A9C2-D8958FF21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0E3C7DC-230F-4434-8C18-092125CD6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E1E2863-8D09-498B-8BCC-76233AB9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23C37B3-572C-41CE-82ED-30A9AFE8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9FDE732-F56D-4299-A771-1058E282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A2C1843-C586-4020-B59C-B18F5AC5F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CCFE39F-CAF3-4A07-9CB6-6FE55382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4C44FCC-B233-4359-955F-938B2F7C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A29FECE-D4A5-485E-BE4D-513F37E82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338A8B7-53C1-4FBD-992F-DFC3A3E86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23AEA34-3F7D-4FE9-9068-4F36CEF5D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C3CF91C-6692-47D2-84F7-A8C0E381F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B6DB32C-1051-465E-944A-071F88D7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D09825E-0F8A-45A8-AF1D-A74E71B5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2A4DB17-FCEC-48C8-972B-AFDEFD7F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0CF1CDE-412C-4357-BBE5-987BAC516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A0D4279-6CB3-46E9-A928-98AEE856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4A63279-EF08-4691-B61D-5C0DAAAF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4371A7B-7F51-4297-A766-DF306F829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EA2DDBF-9055-42D6-9D15-676539F3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1AFFF8B-C75A-4C99-978A-E33520041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B13D86B-F7BD-488A-99D1-B8799977D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D6AC331-EAD1-4565-89AC-644F724E1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9AA0B60-9EA9-4C44-AD72-72C818F7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1762A64-A205-49F5-8D2C-C9DAC90A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0B8852E-7829-452E-B08B-BC57E204F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5D8A72E-B016-404F-89FC-82783773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26C0A17-B18D-4716-B346-BF36394E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77DB75B-93F8-4027-BBD8-54BCD59F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E816875-98C4-417D-8BD1-0C9BE2AF7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4112185-C7EA-45F5-AB1F-5A6066E01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22CBFF4-35FB-42F8-A0F2-51242736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559D92A-AA74-4B2E-A72A-90169EFE5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F988318-02B8-43FF-A708-D5F56BD4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61A4BB5-9599-4F92-AFBC-2B3BEE31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24F30C8-9A6D-4E1E-8B48-975513F1D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A81A8D3-D72A-438B-A9CC-536A82C2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71020028-39CE-4F9B-9739-892298E6B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21722386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B98A0F2-88AF-44D3-8005-C8FBA51D4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52108-2ECF-4186-B181-9DD8B79E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E6D8F8-1201-4382-8E21-D7F678F70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F37F7C-9C2C-4CF9-A200-FA1814720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596163-82D0-4B2A-B17D-04254E4D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20a687df4740a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D9D6D6-9642-4798-B0B6-4E5D4488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654A24-BFE4-4C36-8AD3-90C8F544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534178-C06B-421B-B637-BAEFB5FEB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9AFE87-52E8-4544-82F8-B7CBFF0C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E49FB1-9375-447A-88C6-A7B02AE5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A14A18-6786-4501-BD7A-BDF30A12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D26312-282A-41BF-A55F-2686CD093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852A6C-E3AE-4792-AC47-B33E1469E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63DB9B-9582-4000-BE09-0BAAFE838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5EDA9D-EA16-4763-8598-E47F44B3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A7CDA7-88ED-4986-BCE2-431CC822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602E43-7A78-48E9-94CB-AC10B3E2C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26A9DD-C37E-4842-BB5F-A8F4B4B4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ABB8ED-6821-42D4-8839-CE6E5FE2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118C98-2D4D-476E-A691-E1354A23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F0722C-9264-445D-AAC0-EE2F5BC8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CF6777-922B-4373-9F09-B7C57ED8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2F6DEA-2C2B-4D34-B037-DE511DA7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D83638-C77E-41A1-8E97-3B3BFCA2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FA3CEC-7796-48D5-ADA0-B6657715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DE74A7-F0C1-459A-98E6-7BD5139A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93DA8F-E2C5-4847-8DDD-677B54F0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BBD735-9EF3-4AF7-969A-4541F0271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D819B5-C2C3-4532-BC7C-319C254F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1967B7-3E0F-490F-B383-C5F57E31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364DAB-B16E-4619-A9C0-C1D6001D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B7A509-4950-4F22-9BD5-1B7B54902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E59AEE-52A5-4630-8092-4DC99DF1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F13445-2355-4102-B405-A5C20EE4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A05EFB-448A-49A8-851B-2471FC84B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BD0AD65-0A30-448D-95D8-D674518EE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0101D69-504C-4B00-B591-7BC989DAD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B471AEA-AF15-4DE1-AB2F-6B524ECF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4AEA89-4D3C-4E95-B59F-199B3B76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840897A-60DB-4897-96C1-D5DAA2E14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8B62912-68D7-4F0F-A199-65B89A7FE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E185C2-B0C6-405F-B841-17D02823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3966D3E-1025-4544-9C10-2FEF88F46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E5551C0-623B-4180-9954-70E15CE65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61B4BE8-1086-4593-B453-DFBE6C3EA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49A7EF7-A502-4D25-A17E-64837072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D45C3E2-C27E-4301-AD5C-E6D8B2BD9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1D05CDF-D796-497B-AD38-00C8257B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B7B13E7-305F-4F09-BC70-93E284D4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B16E1E4-FDC3-487F-839E-C4C2A5C74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C0418AA-A573-4638-A86F-AD288AF0E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1B429DF-7F1C-4617-8738-0115A6FC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BAF1E39-BEFD-4F12-9CAE-32DC6008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3264F45-9C7B-490B-AE8A-5CC79E88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B41C4C7-C1E0-49E3-9B76-930B9407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CB8331F-09CA-4E79-8576-89FD6ABE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7E4C171-036C-432B-BE71-D6AC6208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C5A1CE3-AE40-4B6F-8158-205CEE9A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A19384F-3977-4E6A-B57B-67D83786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443C188-F6FD-48F6-9C7A-F4D60E37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9EE854C-B619-483B-B710-2FD3224DF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0C1BD38-716E-40FE-BC44-16F3F539B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9668083-1951-4E0A-94F0-81B2F9A8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DC20FD1-D68D-466B-9BCC-4F486A64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872EF37-245C-49A7-A82A-863CF780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82668F2-10A9-4AF1-B61D-3E2E87C3A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CD261C8-5567-4AAF-832F-E19D17EE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255E4E2-C3B0-480D-AB85-E754C935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9B8F6C2-0686-4AED-86A5-5B8C8C8C0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CCEC3C8-38A1-42B3-8901-C27896820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23EBE03-4F90-48B1-BE5C-BFC488E8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166A0DA-2015-43D6-9E75-2E68D9275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DF59642-6FBC-4026-8E0E-41595DA4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36B29CF-BC95-40B3-B43E-F999586A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AE7E085-32E1-4C40-8C9B-9178EA87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2B775C2-90DC-4895-8DDF-BF5A7D0B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60B62D5-FE4D-4EBF-AF4B-D1C8A7597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243C29E-F522-4C12-BED1-D3FB0452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6642472-7AEC-4A57-B6B1-DA9F60FB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484D2C8-461B-42DD-B356-91DEFDBC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126C7D4-485C-4A3C-98EE-CFC5E7C9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2FBFABE-32D7-426A-89DC-7D6D1A800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CEAAC7D-7B56-492F-B707-FBA8D259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E139649-2CBD-468F-9B45-8A270F587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B7269F6-1CB4-4043-B377-BE92EAF5F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FAD355D-3C79-4965-AF67-81AE86754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7663067-2173-450E-9E58-3F500CCB1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B3F3DF2-4F34-4894-8376-143CB66D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E5B220A-4F25-4504-BE9C-A3E15EFF3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3527C8B-8797-4AC9-B545-9A5FC3BA6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C0928C9-6382-4F82-B540-A8118A95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F7034F0-E191-4F57-9A2E-F09C5B33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2256922-0266-4E30-82B4-534442D6E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966B5D2-1067-4C7B-A370-ED16B8D1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63471549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08C1E334-FD8F-4BBA-839E-B8ACBE61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AA461C-CF94-48CE-84FF-87AB5A867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52F961-9DF1-4EAD-87B5-2D8F8B79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B1AE5A-02C1-4EEE-BB15-CE6E71B7E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064003-0967-42CC-8754-AB0E6BC64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645661970c45a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7BCA57-2BF5-4077-AB7D-B02C1B7C9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762680-121A-4247-A48B-C4F3B5360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7D0E7E-4E3C-479E-8AF2-ECF693B2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B98EE7-AE53-4B25-91A6-BD86B984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3BF82B-36D7-494B-9917-63B5CB25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2FC27B-6B89-4B04-A6B9-B92466985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3D9707-6557-4B98-AC3B-31970296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74DE1B-17EC-4F4F-99C2-08094C535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2BDC62-00EA-4041-96E3-E24B8F3B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8C78DA-1DEE-4AFA-88B4-E8FCC2EB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0EA52C-059B-459C-816D-D05636EA7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1BCB2D-B733-4F42-B726-151657E9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86B387-A75B-464E-ADB9-BBF473A5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44AAC0-C72E-4389-8FE6-D9B63563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86BFE6-BEC0-45CE-9FE3-542889013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FF6AF2-5081-4937-B376-AC9E2084A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353332-E598-4D96-846F-5097968C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236AD2-89D8-40F3-BC5B-14B71E4E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6B5EC3-860B-420C-9236-570DD9EE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E470AC-D774-496F-961A-BD5DECDE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8BD507-12D8-4D4C-8107-79F7D24BB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E3BEEB-36C6-4298-ACE4-A403A1B5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DB67E8-8F77-4BCD-A13F-65ED862F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0894B4-8AF0-4903-AFF2-D2C0DCAE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139FB4-A555-48D0-A131-52D4C2448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9F5370-92AB-4056-A99A-6D6B6581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524C84-047C-4CE0-AEF8-18F3DB61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033A710-E7DE-4670-B5C6-3AFEF632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90FD3EC-7A7C-419B-AC69-B0D97B59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04DAA7-4D03-4D0E-9256-B70362A2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E90364D-FB0F-4B0C-B599-508CBAF8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4A53E57-5244-41AA-A7A1-2A42A12A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21C1DDC-7647-4853-B7B5-711DC8B0F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E0962D6-3ACC-464D-A5AF-47341F37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FA2E561-CB78-43A5-AA73-FFF3C217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3FD7EA-8CF2-4838-B776-CF42CEABC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F2B7B9B-25A9-4DAD-8179-66D2338D1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610F2C6-8D63-455E-B811-81D7A6E92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156E5E2-297F-486F-B294-07100860E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D273A77-9919-4334-92D3-1DCCD665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CFFD9B9-80D5-4C1A-B24F-5B8CBB8C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4AECC80-6366-443E-A1A7-5F979E40F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CB64AAF-F648-449C-B52E-784D7EADD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AD29616-3714-4046-A465-B333E8CF2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050961A-BAA2-42CD-9DB2-BFA6AF7FA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645D5CB-90B9-4C24-8482-BEC5D03C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12138C1-819F-4475-BBC9-72AB1147B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94BB47C-3896-419E-86DA-BCD079E9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9AADC92-2887-4788-B1B0-8A8215650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84092DE-95BC-456D-9D3C-D2F52D23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BAD45C0-E424-49A2-8BC5-C19AEC2A1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3A5E894-6431-4B42-9947-6B4C455C5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4E4240B-4BDB-4BDA-A947-988026E53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21D7161-D498-40EF-906A-48774537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740C7DE-FCD0-4E88-892F-C0734CEDC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9254FFA-7C97-4328-AF8D-8DF356960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E1DFB04-72D4-4D66-A27B-C85522609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5B44585-B73B-48EA-B1C5-E85512D5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8E54F25-C504-4792-A5A9-63E1A641A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A8D8ED9-639E-4369-BF71-9918A787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6A43E19-FDFA-4600-9316-8DDCB27D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E398A08-8953-4CDD-A73E-BDEB8D6E5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85E2728-E813-4655-AFC8-ECF024BA0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3218E05-5EA1-4B6F-B978-F9937F97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27BFA09-188E-40EB-9CE2-47594947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42FF450-5A29-43C0-82C2-D37486259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9DBE2AF-D385-4B09-A8C3-9985BF8B0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D876B7F-A9F7-4C4C-9FF3-4C0C9CE1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A05782C-9744-4516-82CB-B0788DF75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205A559-C133-494E-8935-05EB781D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21BDF6D-02B7-48C6-922B-A52E9E31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B72CAE7-C44D-4848-818E-3A6834C6C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BE53CC0-F1E9-47ED-B00E-B2C19F39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F866178-F578-474C-8943-4615B4631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6E2101C-7E31-4034-B639-B73378323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46C8731-2BEE-4B4C-A404-5A7377BA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AA2A9D2-4784-4E3F-AEBE-DD44FB02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632C49A-FAF0-46DE-AC04-2794E339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6673711-A5DF-4092-98AE-E6FD58370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1A738B0-FCC1-4F5F-8B38-41421C08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D0F27B3-E728-4C9E-B104-D3BA68FD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DD92DF0-2E1E-4D49-A0D9-5EF5BB70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BB688E3-7D34-4386-8922-E829899D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15C2BDB-3DDE-473B-994F-F4C6614E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775945A-3AAE-41E6-8385-6789FD068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55BDB22-0C04-4934-B17F-2FF02E81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3FEDDF5-6127-47B9-9AFB-70B1CDED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9136E76-1EF5-4F45-8DD8-62DDD806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05692EE-3986-437A-A164-86D6DEA1C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7AC4D17-A639-4C61-86CD-B7C381A3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7082765-B27E-4913-A5C6-81C1614F0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4E1E329-30A0-40E2-8F44-866F1F76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64E211A-5572-4865-817D-DD5B2F49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E960DDFF-6BD4-4F01-A087-88E030CD3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294AC6C3-81DE-4376-87A3-14619B64D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1549184-2642-426F-BAA8-7471EF71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3A3C89E-DC3B-4027-8FF7-DD172E6C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1E15CFA3-EBEA-4EC5-88D5-FD0816F34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A3AA5F61-F078-40AD-A69B-113AE5FF8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F68D371D-3E0D-4703-90C3-D5EBE355C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91985CA5-77F7-4F89-BA9A-A2BF1CF4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90FA3713-9D88-4036-A981-04A07D25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0C140B47-A4A3-4C9B-A4CF-FFD5E4A7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30537F14-1A11-4B55-B636-2D16AC79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C38241AF-A353-48DA-BC14-F7EC2C092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6E7028D5-DD60-4F9C-A096-71DB23B88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CB1724F0-811A-4323-ADB6-F34AEB292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46B246CA-B61E-403E-B76D-3638945A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6DF341E-9653-48A9-93E2-991CE303C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B886712F-ED97-477E-9871-1E84F77D6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7A498FC4-6FAA-4A9B-8D41-36BF8DEB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337CF3C9-D73A-49F9-B4F7-45B05EDC8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F1F395F7-CB5E-462D-8BBB-5CB94D7E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F34C3EB6-663A-4420-B5FF-A73CFFD6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2D3F986A-C686-4FE7-B972-937CD6BA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BE8AC2D8-3D11-46B4-8E35-813AD36E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28E797E-144D-496A-BF5A-867EB6D0A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1637E867-D219-4A83-A95C-0F327A7B0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61112D10-213E-4187-9B48-7EFDFA6C9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D34C5515-1C87-40FA-9845-D33813D7D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46D51069-5691-4525-9986-6C03641C4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B1D24FD1-4941-4731-8C45-209D5CB4E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4B4548B0-5BE9-4C67-A0BB-4C3652714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7BA01D2A-66E3-4921-9768-6B3D81271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FFEC876F-D212-4198-9A16-535BDE65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1D4ED8"/>
                </a:solidFill>
              </a:defRPr>
            </a:pPr>
            <a:r>
              <a:rPr sz="938" b="1">
                <a:solidFill>
                  <a:srgbClr val="1D4ED8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EB590389-8AD2-4931-B6E9-26096F913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DCF48D73-F88F-4B85-A4D7-79FF74828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2120B94F-1A07-4EBA-83A0-8E91372A7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21038767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3E2E69-A462-4CAE-81CC-82AE6C14C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2EDF70-4972-4508-86D6-6E49DDB79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B8E493-B223-4B99-AEED-4E0E8EBA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FC20F4-CABA-4B77-A61C-1659A993E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afb68d0e0d45b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789BCA-1BB3-48C4-9A35-C7DD4E33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5B2830-25D3-4ECF-894C-A6F78CE5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432f16b7904e94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9968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2026-09-09T23:06:52.6670000Z</dcterms:created>
  <dcterms:modified xsi:type="dcterms:W3CDTF">2026-09-09T23:06:52.6670000Z</dcterms:modified>
</coreProperties>
</file>