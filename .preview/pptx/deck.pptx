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acbbd7a0df4881" /><Relationship Type="http://schemas.openxmlformats.org/officeDocument/2006/relationships/extended-properties" Target="/docProps/app.xml" Id="R3b0db0e0fc8f4813" /><Relationship Type="http://schemas.openxmlformats.org/officeDocument/2006/relationships/officeDocument" Target="/ppt/presentation.xml" Id="Ra14cf4e50db44e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88078896444e71"/>
  </p:sldMasterIdLst>
  <p:notesMasterIdLst>
    <p:notesMasterId xmlns:r="http://schemas.openxmlformats.org/officeDocument/2006/relationships" r:id="R0087be1911ff4a51"/>
  </p:notesMasterIdLst>
  <p:sldIdLst>
    <p:sldId xmlns:r="http://schemas.openxmlformats.org/officeDocument/2006/relationships" id="256" r:id="Rd5d5ce1076a44812"/>
    <p:sldId xmlns:r="http://schemas.openxmlformats.org/officeDocument/2006/relationships" id="257" r:id="R4373b9980cbd4311"/>
    <p:sldId xmlns:r="http://schemas.openxmlformats.org/officeDocument/2006/relationships" id="258" r:id="R029c8378d74b4807"/>
    <p:sldId xmlns:r="http://schemas.openxmlformats.org/officeDocument/2006/relationships" id="259" r:id="R9b5583e2076a4b0f"/>
    <p:sldId xmlns:r="http://schemas.openxmlformats.org/officeDocument/2006/relationships" id="260" r:id="R44c209b8006a4c5c"/>
    <p:sldId xmlns:r="http://schemas.openxmlformats.org/officeDocument/2006/relationships" id="261" r:id="R2efd271f94374e58"/>
    <p:sldId xmlns:r="http://schemas.openxmlformats.org/officeDocument/2006/relationships" id="262" r:id="R0257babac59741d5"/>
    <p:sldId xmlns:r="http://schemas.openxmlformats.org/officeDocument/2006/relationships" id="263" r:id="Rbbd10d5f495b4d9b"/>
    <p:sldId xmlns:r="http://schemas.openxmlformats.org/officeDocument/2006/relationships" id="264" r:id="R9fe0ede205d442c1"/>
    <p:sldId xmlns:r="http://schemas.openxmlformats.org/officeDocument/2006/relationships" id="265" r:id="Re9be61b44e024220"/>
    <p:sldId xmlns:r="http://schemas.openxmlformats.org/officeDocument/2006/relationships" id="266" r:id="Rde8cef3bf8204e53"/>
    <p:sldId xmlns:r="http://schemas.openxmlformats.org/officeDocument/2006/relationships" id="267" r:id="R24bc7ca90ea74365"/>
    <p:sldId xmlns:r="http://schemas.openxmlformats.org/officeDocument/2006/relationships" id="268" r:id="R46db154d6ced4e11"/>
    <p:sldId xmlns:r="http://schemas.openxmlformats.org/officeDocument/2006/relationships" id="269" r:id="R9f2be0978123412f"/>
    <p:sldId xmlns:r="http://schemas.openxmlformats.org/officeDocument/2006/relationships" id="270" r:id="R8487673430d64e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2dd2f7ef714c9d" /><Relationship Type="http://schemas.openxmlformats.org/officeDocument/2006/relationships/slideMaster" Target="/ppt/slideMasters/slideMaster1.xml" Id="R3788078896444e71" /><Relationship Type="http://schemas.openxmlformats.org/officeDocument/2006/relationships/notesMaster" Target="/ppt/notesMasters/notesMaster1.xml" Id="R0087be1911ff4a51" /><Relationship Type="http://schemas.openxmlformats.org/officeDocument/2006/relationships/presProps" Target="/ppt/presProps.xml" Id="R94df611ecf954f7f" /><Relationship Type="http://schemas.openxmlformats.org/officeDocument/2006/relationships/tableStyles" Target="/ppt/tableStyles.xml" Id="Rbfda9dab3b9a45f7" /><Relationship Type="http://schemas.openxmlformats.org/officeDocument/2006/relationships/slide" Target="/ppt/slides/slide1.xml" Id="Rd5d5ce1076a44812" /><Relationship Type="http://schemas.openxmlformats.org/officeDocument/2006/relationships/slide" Target="/ppt/slides/slide2.xml" Id="R4373b9980cbd4311" /><Relationship Type="http://schemas.openxmlformats.org/officeDocument/2006/relationships/slide" Target="/ppt/slides/slide3.xml" Id="R029c8378d74b4807" /><Relationship Type="http://schemas.openxmlformats.org/officeDocument/2006/relationships/slide" Target="/ppt/slides/slide4.xml" Id="R9b5583e2076a4b0f" /><Relationship Type="http://schemas.openxmlformats.org/officeDocument/2006/relationships/slide" Target="/ppt/slides/slide5.xml" Id="R44c209b8006a4c5c" /><Relationship Type="http://schemas.openxmlformats.org/officeDocument/2006/relationships/slide" Target="/ppt/slides/slide6.xml" Id="R2efd271f94374e58" /><Relationship Type="http://schemas.openxmlformats.org/officeDocument/2006/relationships/slide" Target="/ppt/slides/slide7.xml" Id="R0257babac59741d5" /><Relationship Type="http://schemas.openxmlformats.org/officeDocument/2006/relationships/slide" Target="/ppt/slides/slide8.xml" Id="Rbbd10d5f495b4d9b" /><Relationship Type="http://schemas.openxmlformats.org/officeDocument/2006/relationships/slide" Target="/ppt/slides/slide9.xml" Id="R9fe0ede205d442c1" /><Relationship Type="http://schemas.openxmlformats.org/officeDocument/2006/relationships/slide" Target="/ppt/slides/slide10.xml" Id="Re9be61b44e024220" /><Relationship Type="http://schemas.openxmlformats.org/officeDocument/2006/relationships/slide" Target="/ppt/slides/slide11.xml" Id="Rde8cef3bf8204e53" /><Relationship Type="http://schemas.openxmlformats.org/officeDocument/2006/relationships/slide" Target="/ppt/slides/slide12.xml" Id="R24bc7ca90ea74365" /><Relationship Type="http://schemas.openxmlformats.org/officeDocument/2006/relationships/slide" Target="/ppt/slides/slide13.xml" Id="R46db154d6ced4e11" /><Relationship Type="http://schemas.openxmlformats.org/officeDocument/2006/relationships/slide" Target="/ppt/slides/slide14.xml" Id="R9f2be0978123412f" /><Relationship Type="http://schemas.openxmlformats.org/officeDocument/2006/relationships/slide" Target="/ppt/slides/slide15.xml" Id="R8487673430d64e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c5ebfaeb1648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b8a81b2f5d47aa" /><Relationship Type="http://schemas.openxmlformats.org/officeDocument/2006/relationships/notesMaster" Target="/ppt/notesMasters/notesMaster1.xml" Id="R9ca2c93b8a7e44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e0195af40c4ecb" /><Relationship Type="http://schemas.openxmlformats.org/officeDocument/2006/relationships/notesMaster" Target="/ppt/notesMasters/notesMaster1.xml" Id="R95900fc9916d4a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9f4f9275db48b6" /><Relationship Type="http://schemas.openxmlformats.org/officeDocument/2006/relationships/notesMaster" Target="/ppt/notesMasters/notesMaster1.xml" Id="Re9d13d09b7134e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595a3c43dc491c" /><Relationship Type="http://schemas.openxmlformats.org/officeDocument/2006/relationships/notesMaster" Target="/ppt/notesMasters/notesMaster1.xml" Id="R4b768466403149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9153720fa24141" /><Relationship Type="http://schemas.openxmlformats.org/officeDocument/2006/relationships/notesMaster" Target="/ppt/notesMasters/notesMaster1.xml" Id="Rc86b3c9750c344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631b02bfc249fe" /><Relationship Type="http://schemas.openxmlformats.org/officeDocument/2006/relationships/notesMaster" Target="/ppt/notesMasters/notesMaster1.xml" Id="R06292b7881e046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5b2b3d5173463d" /><Relationship Type="http://schemas.openxmlformats.org/officeDocument/2006/relationships/notesMaster" Target="/ppt/notesMasters/notesMaster1.xml" Id="Ra196b04c900940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42b4e464464488" /><Relationship Type="http://schemas.openxmlformats.org/officeDocument/2006/relationships/notesMaster" Target="/ppt/notesMasters/notesMaster1.xml" Id="R283849807ed144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28080f9dee4e94" /><Relationship Type="http://schemas.openxmlformats.org/officeDocument/2006/relationships/notesMaster" Target="/ppt/notesMasters/notesMaster1.xml" Id="Re019c64abbaf4e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3b9214b9874e11" /><Relationship Type="http://schemas.openxmlformats.org/officeDocument/2006/relationships/notesMaster" Target="/ppt/notesMasters/notesMaster1.xml" Id="R9badec6e9a624d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b0946381bf4f03" /><Relationship Type="http://schemas.openxmlformats.org/officeDocument/2006/relationships/notesMaster" Target="/ppt/notesMasters/notesMaster1.xml" Id="Ra1bbe04825a94d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eb61efd1c24582" /><Relationship Type="http://schemas.openxmlformats.org/officeDocument/2006/relationships/notesMaster" Target="/ppt/notesMasters/notesMaster1.xml" Id="R93b74aa520e240b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0b37686142a4968" /><Relationship Type="http://schemas.openxmlformats.org/officeDocument/2006/relationships/notesMaster" Target="/ppt/notesMasters/notesMaster1.xml" Id="Rc5de7081a4e54f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8d973ccdf7e4167" /><Relationship Type="http://schemas.openxmlformats.org/officeDocument/2006/relationships/notesMaster" Target="/ppt/notesMasters/notesMaster1.xml" Id="R1fee1626149643c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3338e1f171f4515" /><Relationship Type="http://schemas.openxmlformats.org/officeDocument/2006/relationships/notesMaster" Target="/ppt/notesMasters/notesMaster1.xml" Id="Rf4086a32434741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a003dd3f6445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5f3b8964a042a3" /><Relationship Type="http://schemas.openxmlformats.org/officeDocument/2006/relationships/slideLayout" Target="/ppt/slideLayouts/slideLayout1.xml" Id="R6f801b3f8ba647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801b3f8ba647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a750241384a63" /><Relationship Type="http://schemas.openxmlformats.org/officeDocument/2006/relationships/image" Target="/ppt/media/image.png" Id="R5f0fe86ab56e4e03" /><Relationship Type="http://schemas.openxmlformats.org/officeDocument/2006/relationships/image" Target="/ppt/media/image2.png" Id="Rcab1e49cefdf4dad" /><Relationship Type="http://schemas.openxmlformats.org/officeDocument/2006/relationships/notesSlide" Target="/ppt/notesSlides/notesSlide1.xml" Id="R01d07af1e9a24e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8e06c420f481f" /><Relationship Type="http://schemas.openxmlformats.org/officeDocument/2006/relationships/image" Target="/ppt/media/image3.png" Id="Rad8ed7fdf449443d" /><Relationship Type="http://schemas.openxmlformats.org/officeDocument/2006/relationships/notesSlide" Target="/ppt/notesSlides/notesSlide2.xml" Id="Rd0326c5bbe2e4f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91646a30394d99" /><Relationship Type="http://schemas.openxmlformats.org/officeDocument/2006/relationships/image" Target="/ppt/media/image4.png" Id="Rd15fe41abb404d7e" /><Relationship Type="http://schemas.openxmlformats.org/officeDocument/2006/relationships/image" Target="/ppt/media/image5.png" Id="Rc5860bf780af4196" /><Relationship Type="http://schemas.openxmlformats.org/officeDocument/2006/relationships/image" Target="/ppt/media/image.svg" Id="Rb80ee1e86b744438" /><Relationship Type="http://schemas.openxmlformats.org/officeDocument/2006/relationships/notesSlide" Target="/ppt/notesSlides/notesSlide3.xml" Id="R6ec9689ba0264f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0ddd84c8b4384" /><Relationship Type="http://schemas.openxmlformats.org/officeDocument/2006/relationships/image" Target="/ppt/media/image6.png" Id="R88853c2e9d444933" /><Relationship Type="http://schemas.openxmlformats.org/officeDocument/2006/relationships/image" Target="/ppt/media/image7.png" Id="Rbebc0e69c7b24131" /><Relationship Type="http://schemas.openxmlformats.org/officeDocument/2006/relationships/image" Target="/ppt/media/image2.svg" Id="Ra3f8f89b31584f26" /><Relationship Type="http://schemas.openxmlformats.org/officeDocument/2006/relationships/notesSlide" Target="/ppt/notesSlides/notesSlide4.xml" Id="R2b94463f7df145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c8331a8c84000" /><Relationship Type="http://schemas.openxmlformats.org/officeDocument/2006/relationships/image" Target="/ppt/media/image8.png" Id="Rc4e792a01721414c" /><Relationship Type="http://schemas.openxmlformats.org/officeDocument/2006/relationships/image" Target="/ppt/media/image9.png" Id="Reaf66a40d6bb46b3" /><Relationship Type="http://schemas.openxmlformats.org/officeDocument/2006/relationships/image" Target="/ppt/media/image3.svg" Id="R259e59de1904427e" /><Relationship Type="http://schemas.openxmlformats.org/officeDocument/2006/relationships/notesSlide" Target="/ppt/notesSlides/notesSlide5.xml" Id="R0fce23bd804a46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0d4f88fa04870" /><Relationship Type="http://schemas.openxmlformats.org/officeDocument/2006/relationships/image" Target="/ppt/media/image10.png" Id="R86230f6440254e31" /><Relationship Type="http://schemas.openxmlformats.org/officeDocument/2006/relationships/image" Target="/ppt/media/image11.png" Id="R24ca2d4c5fa54a83" /><Relationship Type="http://schemas.openxmlformats.org/officeDocument/2006/relationships/image" Target="/ppt/media/image4.svg" Id="Rd37660cb4b314903" /><Relationship Type="http://schemas.openxmlformats.org/officeDocument/2006/relationships/notesSlide" Target="/ppt/notesSlides/notesSlide6.xml" Id="R8b0dda449c5446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23d95880f4849" /><Relationship Type="http://schemas.openxmlformats.org/officeDocument/2006/relationships/image" Target="/ppt/media/image12.png" Id="Ra7e0f55b42e14e4d" /><Relationship Type="http://schemas.openxmlformats.org/officeDocument/2006/relationships/image" Target="/ppt/media/image13.png" Id="R4585ab1b3e9848e0" /><Relationship Type="http://schemas.openxmlformats.org/officeDocument/2006/relationships/image" Target="/ppt/media/image5.svg" Id="Rc21f02d0be504654" /><Relationship Type="http://schemas.openxmlformats.org/officeDocument/2006/relationships/notesSlide" Target="/ppt/notesSlides/notesSlide7.xml" Id="R6a7d5745170f49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b77a4aa784d8c" /><Relationship Type="http://schemas.openxmlformats.org/officeDocument/2006/relationships/image" Target="/ppt/media/image14.png" Id="R92773ecaaa8a429e" /><Relationship Type="http://schemas.openxmlformats.org/officeDocument/2006/relationships/image" Target="/ppt/media/image15.png" Id="Rcb65ab9e3cc5456f" /><Relationship Type="http://schemas.openxmlformats.org/officeDocument/2006/relationships/image" Target="/ppt/media/image6.svg" Id="R8e79788a1f1947fe" /><Relationship Type="http://schemas.openxmlformats.org/officeDocument/2006/relationships/notesSlide" Target="/ppt/notesSlides/notesSlide8.xml" Id="Rac287ba2c0dd49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ceb4cb8d94d5a" /><Relationship Type="http://schemas.openxmlformats.org/officeDocument/2006/relationships/image" Target="/ppt/media/image16.png" Id="Ra14f5e76ba314d61" /><Relationship Type="http://schemas.openxmlformats.org/officeDocument/2006/relationships/notesSlide" Target="/ppt/notesSlides/notesSlide9.xml" Id="R8324d9103cda4b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c5a01a46146d2" /><Relationship Type="http://schemas.openxmlformats.org/officeDocument/2006/relationships/image" Target="/ppt/media/image17.png" Id="R80800e4684344350" /><Relationship Type="http://schemas.openxmlformats.org/officeDocument/2006/relationships/notesSlide" Target="/ppt/notesSlides/notesSlide10.xml" Id="Ra1c2f8cbf40641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6b4fc8a44494c" /><Relationship Type="http://schemas.openxmlformats.org/officeDocument/2006/relationships/image" Target="/ppt/media/image18.png" Id="R3bdfecf0efb8438f" /><Relationship Type="http://schemas.openxmlformats.org/officeDocument/2006/relationships/notesSlide" Target="/ppt/notesSlides/notesSlide11.xml" Id="R0b90490551284b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f0e65160b48b4" /><Relationship Type="http://schemas.openxmlformats.org/officeDocument/2006/relationships/image" Target="/ppt/media/image19.png" Id="R2e6c5506806c4a4a" /><Relationship Type="http://schemas.openxmlformats.org/officeDocument/2006/relationships/notesSlide" Target="/ppt/notesSlides/notesSlide12.xml" Id="R44542e9954a34a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994313cc34e9a" /><Relationship Type="http://schemas.openxmlformats.org/officeDocument/2006/relationships/image" Target="/ppt/media/image20.png" Id="Rb4ace906b1a64bdd" /><Relationship Type="http://schemas.openxmlformats.org/officeDocument/2006/relationships/notesSlide" Target="/ppt/notesSlides/notesSlide13.xml" Id="Rd1acb76567b040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e0515ef86a4407" /><Relationship Type="http://schemas.openxmlformats.org/officeDocument/2006/relationships/image" Target="/ppt/media/image21.png" Id="Rd25979ad79ee445a" /><Relationship Type="http://schemas.openxmlformats.org/officeDocument/2006/relationships/notesSlide" Target="/ppt/notesSlides/notesSlide14.xml" Id="R7a4c4ec623cf4e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0f34ee01064bb8" /><Relationship Type="http://schemas.openxmlformats.org/officeDocument/2006/relationships/image" Target="/ppt/media/image22.png" Id="Rd0bc745bf40e4f5f" /><Relationship Type="http://schemas.openxmlformats.org/officeDocument/2006/relationships/image" Target="/ppt/media/image23.png" Id="Rc0342abc7f774052" /><Relationship Type="http://schemas.openxmlformats.org/officeDocument/2006/relationships/notesSlide" Target="/ppt/notesSlides/notesSlide15.xml" Id="Rb9a88067c5e44b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5686C6-776F-46E8-9656-B6D729DF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05281-C6E4-4C49-A111-85DF93D0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E05C5-C71A-4BB6-8808-2A12CA70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fe86ab56e4e0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AA43F-061F-4717-AAB2-0C91EBFD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8BDED-75BA-4505-A56B-78F8D773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1e49cefdf4dad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2DB665-AB1A-46CD-A755-27D8B61E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6E4E7-61F9-42DE-8C09-B4538855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916F8-AF53-4671-A5DF-46E3C98A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D27754-C542-4EA7-8062-6214024A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D14DBD-0EC6-4A71-9036-DDF82BEC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E9E31-B2E5-4B14-B2A4-934551FE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F66DDC-D18B-4F15-9B9C-4470BAAD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49F40A-4E87-4551-A013-23A9EBFA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18F2DA-B875-4451-8A54-024307F0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3705836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AB7658-C1C3-422F-80FD-64A322F4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83998-AC34-45FE-B43C-4F4DD154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94921B-57F6-4AC0-AA34-97508768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DB155-293D-43CC-9AEA-ED7F94E3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6904A-0B2E-4CD2-9AC1-D1282061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ed7fdf449443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1E224-C003-4306-9395-454E7355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331582-6150-435D-9DAE-5BA0FCAD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D92A2-0D08-4AA7-B812-EF9D00CF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65A2E6-2824-496E-9720-766B4E26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D5E420-92CC-476C-910A-ECC053F6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6A0E9-9592-4C57-8A8A-36FE0B48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F3599-09D7-4125-984E-55ED3AAA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327441-6F75-485F-A9C3-B29C15BF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9C52E-A5F5-425C-8533-25DB0BF4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715DA-C6FE-4E42-B0D6-5904E2E6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3BAF9-13C6-44BD-A46D-1B1F2DE2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576DE-1030-4E13-A43A-396AE8B7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B054B5-0BB4-4783-AEDA-23ED5EBC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1B7BA2-9E7D-4F51-9FD4-9AFE3EA4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462F57-D1F2-45C4-9A91-32FED519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227829-67B9-4EF5-BC4C-C51F93A9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4ABDF-33D0-4A64-AC71-B307A972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1944F6-CDE0-4C20-9486-3B5FD29A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F396AF-7759-42F2-90E3-14947F30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F4DBAA-6562-47F7-86C2-3C69EDC7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D76BF6-FEDB-4AA7-97B9-2D346A00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D78D1E-B35B-48C2-8AA1-FE461842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61BB0B-F741-488E-9F04-1CA53AA6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38946F-47AA-4E6E-9581-44E4FEE5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3C3B55-CFBB-41E4-9A4E-4A4A823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BEE310-B5F7-4123-A43D-42D8DCFA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6A0DA4-80FA-4581-BCB4-20EC7A94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ECB103-D925-4294-8FCC-7060FD08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6033B8-705E-46A9-B751-6DEBCF2B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687898-E3F0-4589-B467-174C97BA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B29260-D34D-4365-A62D-C98C9A00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4B6553-52EA-4A06-9531-FB9AC0A9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60BA96-A623-4DFF-8FC4-70D638EC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290273-B6A3-435B-82BB-9E85A004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E2B3FD-FDA4-4C22-92CD-AD7423C6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711280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66C3D28-671B-4ADA-9AC8-B7AD563D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5EA69-4057-411A-8C26-6ED82991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AEA84-53A4-4254-9DF0-93435C59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ABF5B-3267-46E3-B993-E90F5D36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61A74-C37C-4A96-9A2A-E06D046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fe41abb404d7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CED11-E3FA-4F78-8E45-9389E8ED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9F601C-8363-4810-BF0F-23DF7224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D18B0-6E81-4EDC-B1EA-DF4B08D2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D7DE8-AF35-4D64-B731-29076E04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D021E-19C9-45A1-9EBB-4BE140C8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75C83-9572-4C6D-8F1F-A0CF6F69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7DEA7-D0DD-426C-91C0-0E3D562B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53D224-BB51-4261-BB7C-4DECE2E9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7B1B5-AC87-4266-8996-992F778F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5AA348-0588-455A-B266-B74F641D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ECEFB6-C8E6-467A-92DF-059A7189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94879F-993B-4879-8EAD-8EEC911B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23CDCB-2E17-4C3A-B8CC-AAE7CCDD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5D2B6B-17D8-48B5-9936-29BEDFA1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1219DA-7045-4D37-9D55-76E25C06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E7CA38-6FC6-4D3D-9533-EB21DA3E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94A1B1-E541-4D1C-ADF1-43FC7FD5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32933D-0FDB-478E-B501-1E65D84D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710183-50D7-4A62-93A3-9D3AD3B0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7E8D92-B3D2-4949-A2FE-191B94A9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29D351-C400-4426-B122-C786EC64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06AAC1-CF83-426A-ABD8-9A0E4B88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2F6B1B-5056-404F-9591-D40EF554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09BB4A-C8B0-43F5-9F3F-83C978D0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476840-8261-4260-9B22-BCF59200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9D1A6A-0D9E-4721-8847-D4FA5B2E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429C81-A842-4B45-BEC2-78BA3182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F47C64-B470-4764-A9BA-FF1259FA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64CBE8-C5D4-4DF1-84BC-233A272B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CC8B29-8C3F-4FE7-9FF0-EFB2EA8B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3D5507-E1CB-408C-8A95-4110AEC0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860bf780af4196">
            <a:extLst>
              <a:ext uri="{96DAC541-7B7A-43D3-8B79-37D633B846F1}">
                <asvg:svgBlip xmlns:asvg="http://schemas.microsoft.com/office/drawing/2016/SVG/main" r:embed="Rb80ee1e86b7444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92578A-1AD0-4501-8863-8D3C488B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382CFF-2504-47C4-8470-B5678D31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AD5EA6-F575-4719-B8F4-F35C07BA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A46DA6-60C8-42AB-9742-D245500F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9CCDA1-7748-491B-8577-3C8DADE1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8F2AFF-787A-4AE5-9B19-7E153048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D07B63-5DEE-4DE3-A294-1A526223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6AAA4A-06FE-4500-BA7D-99B6718B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B59A95-ED52-4530-B4E9-7387E367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10540D-8D29-4710-BF03-8D1D9C1F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5333AD-D97C-4D87-B16C-F4A3093D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E8B9B0-6F96-4223-91C2-4C15D67C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3EB66BB-70C0-4AD9-88E7-A6629292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FF3CC1D-D38A-4425-AA3F-F54676EE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32D3015-7AE9-431F-9231-387BCC0D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9DFDE7-D0B6-4831-B7DC-B2596B30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C7570E5-7310-4D4E-BC08-AEFB2AC5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CBD62F-CFC4-4297-ACB8-E787D3A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29868F4-14DC-46A7-ACBC-B9EA52CF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0A0F3A-B7DA-45F7-966A-0D13D8DB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BA2BF1B-1676-4F49-BEF1-DD7A6E9E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4955722-B23D-47F3-A9F1-5E70F4AC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E22252-13F5-4417-8C2C-89334132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15EDB6-A6BF-431A-9EE9-C3BEE106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A962518-1714-4AA9-A11D-A2E4E391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127EF1-0FC9-4051-9B8F-F79F7E8B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BE17801-6788-4B6F-AFB4-AFF3E198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50B04D-22AB-46DF-8220-7D09059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C6F02C0-2740-43DF-B6AE-68DA1BFB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91D4645-0D1F-4314-80AC-866C709E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DEE0C9A-F419-40C5-B6E2-A6A42577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2A0E13-938F-458A-BFDB-10385D13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3CA7388-E9A9-43D3-9148-7F15D6A8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8FDE759-1C30-42A3-8584-F916973E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2B09F49-F8B3-412A-91D6-D41B81AE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417BACA-1DBC-40D0-9155-EED5F761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37D7C8D-2896-44A8-9157-93D00482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4529827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236C7A-B16B-42D3-87A9-ACFBBE32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8ED5F-0D41-4A4C-9A98-C07B7CFB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1AC7B4-B35B-40B0-A0D3-626D9BC7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98CEA-0EAA-4D49-A90E-CD0E7237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FFD76-0B40-4E02-A36D-A220D479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853c2e9d44493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649A4-0305-4251-B734-F3EE45ED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70316-1EDC-474C-B624-8461C36F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AA37C-DEB9-4454-A5BA-EE8720A2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F2C05-F269-4C40-87C0-30A157A5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C5891-C8F4-49DC-AB43-8F3EB040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c0e69c7b24131">
            <a:extLst>
              <a:ext uri="{96DAC541-7B7A-43D3-8B79-37D633B846F1}">
                <asvg:svgBlip xmlns:asvg="http://schemas.microsoft.com/office/drawing/2016/SVG/main" r:embed="Ra3f8f89b31584f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4541A8-1287-472A-9359-9BA3CBBE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83C2A-5BBA-4607-B645-CD28F30F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629CB3-61F3-4504-BBCB-AAFFBF92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C38A7-E285-46C5-9983-4F497705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A5ABB6-13CE-4895-882D-062AAF95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A87307-D90D-4FBE-91EE-3164B88A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147F38-B01B-4786-8C40-33E1DF4F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8E9661-1326-4D41-813F-7D9DFD57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473D17-5EF7-407C-AC85-C964654C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E3612B-22D9-4A95-967D-C1A6F4F5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D0A78E-48C4-4C00-9680-C0F732CF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3D6939-3CEC-4F50-BD9B-B740CFB9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365A81-0B47-4274-B45E-C3CFE6BF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A459D2-9711-4B16-AEF3-0BC3DD51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367A72-062C-4D80-8AC2-A4823FCC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13359C-6AAA-4EEA-9858-E1872FC7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911A47-B99F-4E45-82BD-92034474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9705491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95264B-DA3C-49C8-A5DF-5A026F41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CBD58-B949-4D4C-9074-8A3C6B41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A3561-9214-4078-B1ED-1611F5D5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F1D28-7288-4B8F-A265-C8501A1B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46058-3E8F-429C-9A5C-DD7E4F40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792a01721414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5C8DEF-3FCA-4B00-895C-9978B078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4616E4-3001-4830-83CB-510C8F35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C38698-1482-4292-8806-2072E0F6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60F05D-38AB-430C-A897-EB4FECB2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4CF0D-2D61-464D-98E2-A8E89D6D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66a40d6bb46b3">
            <a:extLst>
              <a:ext uri="{96DAC541-7B7A-43D3-8B79-37D633B846F1}">
                <asvg:svgBlip xmlns:asvg="http://schemas.microsoft.com/office/drawing/2016/SVG/main" r:embed="R259e59de190442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807582-6F5F-4570-B6B5-6DF0C8E9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200FA-859E-41D0-9E29-17B3EA31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69D1C-774F-497A-B76E-912041CD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C382B-FB47-43B4-A0E5-97236D93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457054-0506-40FA-9765-B5266514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3F9EE5-614A-48B7-8007-07D079BD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819C4-F935-4017-8435-CB4842D2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75DBBF-6AFF-4CBD-BBA6-01244388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16D05C-6A87-4354-9BBD-C220B932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615309-79B3-44FC-95B6-F8FEF7CF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5CF479-B7D2-485D-BA24-0775C885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81BEAD-26BD-4040-BFEB-F12D8B35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B83264-B1A6-4A91-B382-E0F33222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27E3B0-2F33-4BD9-B050-EFF778F7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E8C82C-9A1B-4870-B10D-A4DECC5A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587652-3496-4FC6-B0B0-DB915995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6DF801-44C6-4F9A-AB99-40B677B3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FD407B-C992-431B-BC9F-40F4DA3A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A271CC-AFBD-47AB-AEC6-67504EAC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CDE4BF-B7F9-4783-B040-A73399FE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422323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7B7AC-D6F0-4B7F-BF43-A668CC21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8E5F8-8CFC-489F-B4A2-E512715A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CB4D6-BF74-4069-8872-8D85F067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CC75C-0A29-4664-9071-7E905DC5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30690-32A0-4B41-8825-C78630E7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30f6440254e3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01073-FD5A-465C-94E3-1E130A81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93539-41DC-444A-A4AB-4792FA6C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C0A1-3A9B-4A6D-AE40-279508AE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6B0D2-062E-4169-8F54-985FDCA9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476853-C795-44B3-AC27-1DD4FC1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a2d4c5fa54a83">
            <a:extLst>
              <a:ext uri="{96DAC541-7B7A-43D3-8B79-37D633B846F1}">
                <asvg:svgBlip xmlns:asvg="http://schemas.microsoft.com/office/drawing/2016/SVG/main" r:embed="Rd37660cb4b3149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4E835-392A-473E-A2CE-BE57863D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B30A17-E6FA-4E7B-9025-E33D5636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5B5EEA-3A06-4212-9080-23617CC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958E4A-84C7-4F02-8FF5-4278547F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7F168-64EE-4F2A-86A0-61B53166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C4AB0-0A92-473F-A253-2D1E00D5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7522D5-6846-413B-B895-0004E04A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24CC45-B0AB-4B7C-B495-A8BB5CE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4846AB-27CF-4E2E-8433-9B44E052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0E9D8-BC32-4BAB-B868-813E236D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A5DBAF-A6DB-4363-91E3-0DE20B00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3E84C7-2643-4610-8B17-E474F9DE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B5EACD-7497-49BD-80BA-D88A1A5D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A27FEB-8DD5-45B0-8FC6-2B9C15EC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2111249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2E2518-469E-434D-8720-54EC69BB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D8E91-D860-44FD-BF6A-AA37500E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F9110C-9063-4E69-812B-DDD01745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1240A-DC3C-4AA2-9C22-9D57D3A3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3002BE-FEAA-49E4-92E2-FD8A5700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e0f55b42e14e4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6581B-1B9C-4691-8C5E-D958207F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267AD-5159-4E79-8280-AF5F9BD5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F36809-2675-4786-9635-6683F42D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BD651-B679-4844-B1ED-BF6FAC43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FA0E13-8C90-432B-896B-97A6A4FB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85ab1b3e9848e0">
            <a:extLst>
              <a:ext uri="{96DAC541-7B7A-43D3-8B79-37D633B846F1}">
                <asvg:svgBlip xmlns:asvg="http://schemas.microsoft.com/office/drawing/2016/SVG/main" r:embed="Rc21f02d0be5046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1C531-9172-477B-8D92-C3C3DB6A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353BA-4604-4D3B-9061-7EF5B130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59BF20-5A41-4F7B-B475-92B6C50C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604693-E318-424C-9CC3-9F32CFA4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566208-7D37-43A5-92F3-1FFF4689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F68C66-0E42-4C20-9550-C0503DDD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AEF4A-E1D0-44C6-973B-C3864F61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E7B742-F9F9-463C-9BE8-F4B8EE12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64BE72-320F-4C6F-97F8-56EA78B6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92B90-9DF8-4BE4-83EB-3EA06009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EE5ECC-E01F-4D84-9004-4AA3201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E95A2-1EF8-4634-A67A-C772D0E1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54BE26-C23C-4A01-8F2A-57259E23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2FEB27-4662-41F7-A5FF-BD270BB4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1218985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319023-CD18-4BE5-9635-53142405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C60C5-1B61-4AE8-94C6-CDBA1A8B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D50A7-0E61-4298-BE2F-24B9CC00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AF163-FC8A-438C-901F-B8B879D5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CF5D4-219F-43D4-8125-0A56077E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73ecaaa8a429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673F9-19B5-4788-A277-EC9449EF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13852-8B8E-4848-8DEB-8F7A8990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4890B9-F1BC-4FDE-AE9E-9F1B4907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093A3-65AA-4C03-ACD0-C9B20EB2F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8D93C0-478D-4109-B965-E814F654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5ab9e3cc5456f">
            <a:extLst>
              <a:ext uri="{96DAC541-7B7A-43D3-8B79-37D633B846F1}">
                <asvg:svgBlip xmlns:asvg="http://schemas.microsoft.com/office/drawing/2016/SVG/main" r:embed="R8e79788a1f1947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E8CE9-25C5-49F8-8DE2-358ADABC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0C1F2-E4D3-43DB-B65B-A60A85E8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C67B22-253A-49B1-AAF0-F7A45DFF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C9E417-88D5-4EB8-BE5E-F43D5081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DF1584-DA69-484E-930D-46CD0FA3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7325E-767D-42F6-B14B-614964EA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613B6E-64B5-4AAE-A94A-6E4E6BDF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07AD4-78F7-480B-A723-3F95DB99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7F46AA-3CB6-4DD4-9774-329FA11C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F1F912-572E-452B-AA1A-F2F6E045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1E92C4-215F-4A78-96D5-F4990D17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AA8100-11B1-4EDE-AA58-E7CC65A8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ADE401-8904-4E45-9B40-390209FA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B09596-BEA4-4F13-B9DE-E78B6328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E7EE9C-9AB8-433C-8BFF-267162FC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36F271-E886-47BA-AE82-A8959CF3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4BD4D2-3F3A-459F-AD6B-A6D28E8A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215EDB-29BD-4BA9-8FF9-1DB90D6C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B63D43-607C-4D93-8FEA-88731EC7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017233-717C-4DDE-A1D0-5D0D7317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EC864C-7B1E-4D05-8522-CC0ED9C4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617362-464A-4432-B967-F867E6D7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4263205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31FF8CE-06F0-4486-B4A1-12645735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4480E-C1F9-4319-84A3-AE0FF7D7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BB1AC-81A5-4191-9388-CFE9A309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896FC-DB5D-4871-AC5A-77E345A6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CB0A0-4FEC-4400-9219-B44AF898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f5e76ba314d6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0E8C8-BFEB-447A-81D3-129112DE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805CAF-1C7B-4710-92EF-6EA51D60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2903B-75C0-466C-96E0-67A42596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09A9C5-CD12-428C-84C7-F5BD5545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A4CB5-4DFA-4C1B-99F7-99C95917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68DCE-DB7F-49AB-8990-458A9A9B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632CF2-3839-4941-9CA6-A243E198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1144A-9BEB-4E84-8C07-2058A8C5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C2CEC-6106-4CF8-8E2A-612D9A16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5CF2A-175F-4E2F-B0A1-B13A37CA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709FA5-FD8D-45C5-B443-018F4575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69D22E-0DE6-4E82-A532-686B9D2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D751C-E915-4940-B098-597D1EBB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87EC15-B729-48B4-96C3-B9556C55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5B885C-2934-4E2B-AE44-73B106AC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4A7426-26A1-4A46-B4CB-3346017A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E8E665-D36F-4BE9-BCDC-150A9DAA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6919D7-5CBE-4AEF-A484-A28AC9D1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64A491-F2AA-43ED-A585-56702EDB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DA0DA7-FA2D-4E43-96FE-4753BCDD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896B83-897D-4FDE-9EBF-03A80B2D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46AC6-4A1B-4A54-8A41-74879B6E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D46968-5A16-48C2-B718-FEC6950F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184266-6659-4A5A-8CAD-6C58C6D8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E7EB97-1539-4C08-A3F5-541AD489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8DB758-0214-4B01-ACD4-61CFF46E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A784E3-9043-445E-920E-5BC18E14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029043-05A7-4EC2-B708-0ACC24EA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0CD3E1-AF65-4FE9-891A-DB41196F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9BF09F-A6E4-4B8E-B4CF-CD933E44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B40220-EACB-4334-99F6-9C7089E3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244373-42B9-4069-A271-15DEC3AE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6CD5DD-39ED-4051-BBED-44D2B7A9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B07A5D-D045-45A8-84D5-4DDE05D3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BC1885-83E7-4486-BD6E-619AA20E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DEDDA8-2309-47BE-A5E9-A9BC1844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142FF1-6832-4017-AE38-4845D05C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786946-F9B2-4271-8262-0C51CD20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E36C36-046E-4B28-977B-0524EECA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EE749D-84A9-4938-8A70-37E67B03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55D5815-363F-4EDB-9CA7-6701127A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6606A9-CD56-47B0-B214-4E2A79D6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E00B5F3-DA00-49B1-BFA5-AFE8142E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F02A2A2-E897-4902-ACB6-83D6D22D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EE086D-CB61-478D-91B5-A287AFDD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3F747B5-3520-4008-A14C-6FD5A2B0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CC13DDF-4415-4955-9E69-AE5DE499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3F4923A-ED6D-4F6F-A4C6-A9453795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BC2F33-097D-41CC-BCBA-118CAC21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DEAD6DB-681B-400B-9C86-49F1810B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95749FB-46BB-4CB6-B32F-456FDC16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C6CD62-5B06-43A8-9BC8-13410508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60B576F-C2DA-4E8B-9C90-87E88707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249055B-39D8-42E9-9F56-8882106D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81923A0-CFFD-4B2B-91DD-AE317E0E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0BE003D-BBAE-4BE7-8B01-FF815DDD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97EE612-94C8-4E0B-AF73-9F48BBC4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57F0763-0D63-46FE-B06B-65FEF7B4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A7C8574-908B-4B26-9D08-11F3F3C0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4D2575-BBC8-41E9-AB33-B7027A7B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05B9278-A5AA-414F-AE2B-88B41D28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228F39D-F8D0-4A20-9D8E-63F61D76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1C4B5AD-799E-4B1C-BA84-1078B112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CCB325-67FF-4B11-9D07-5CBFDDAD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EE5675F-1C3A-4D14-A9F6-8060BEE4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815DDF-7820-4754-AB24-6C13E831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94A97C7-5ABB-4A4B-ACFE-3B926F29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D39F163-2394-457E-8657-3D5EDB0B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346103D-3C7B-4297-AC92-A4DCE339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FB69526-A021-4F93-82AD-A0E6E490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4A96380-F5E7-43D3-87BE-D69BA8A9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CEDD9C2-723F-441A-A5AE-09226583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61BD51E-B107-4133-BB4D-7CD6065B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35C40C7-C939-4D1E-84A7-28B6C2F4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94883E9-18DE-418C-8FDA-5F0E980E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DB35A84-BE77-44DF-B134-0E0BF104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E07D303-16DA-4C0F-BEBA-29CD231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D1B465E-3E38-4C7C-9174-4131496E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DAD47B3-806C-443D-9736-0A93C0B5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E58892F-012B-4AD1-A456-46736E1D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004652A-7064-43E3-9377-A0208DC3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874172B-BFE2-4418-8C54-E29D968E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2CFDA95-FF57-4251-AA5C-B85B1850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A9AA7D8-43BD-441E-87C2-BF41CA1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3B2572B-343F-4330-AE0B-22CC3729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458230A-DEEA-4B3E-9E95-86DF57B2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4B75DC6-6599-4A68-B54C-51E1B565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89E273D-0EBA-41ED-A02A-4CF6B41B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F03611C-C53B-49F8-80E7-69AF6A5B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2923C37-2058-47E0-A1B7-4B5E1C9D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7079B17-F9B2-44B4-BB61-95B25DC6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65C560F-FADA-45A7-A85A-2E8E166C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477BBC1-A165-49EA-8B97-8A791DDA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9491E4B-4CD3-45A9-A986-51158A30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9B577A0-A0E7-41CA-B1EF-212DB6BE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1589393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167EE11-B344-4632-8164-9B566745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51F31-F574-4CC5-BD5C-D9D67FB8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F5D01-EDE8-4372-992C-2B126FDF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5E677-3404-4601-BA25-DF4F03B2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0E585-53DE-40AA-8796-9C687810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00e468434435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ECA542-A962-4688-BBA5-55303C43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8E3357-8BE5-4DCC-BB55-C7B82F2F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36F9F-6B34-4751-A6EB-47FB46C8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0C651A-156E-4EB6-AC67-546AF127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44491E-F25A-42A1-B722-564DFB1D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314195-3C5F-426D-9647-4D69A5D3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FA503-2F37-4410-8725-56686716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591F76-DB72-4BCD-B4C7-3677886C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7C12FA-688D-4E8F-BB9F-1D76DB8B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9B11E6-D4D6-4DAA-B115-B95EC265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2C3F07-635C-4F43-801A-3B78613A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16DC37-BF04-4699-88CF-29202641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C11623-E5A6-4030-AD3C-7A70F6A5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2AF9CB-3D11-4B67-8E93-36CCD79C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DDD9D2-727F-4152-91BA-43AA2D7F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3F0348-6987-442A-83ED-D468A6E1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FBF84A-2F08-4514-BF5A-CE1D6BD4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211CC6-AF3B-4DE5-8398-2B5FFC36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848593-D0CB-460C-89B4-3E9359B7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F51952-29EE-487A-80D5-4E2470AD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3B156D-EC20-430C-A109-757C3DC2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2173F9-56F1-4ABC-B244-9367EAAA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193129-C397-43B0-B4F5-1CC4944E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8BB0A6-D171-4792-ABAD-8D660E8B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B46CC2-42BD-41BF-AE5E-4F9EE3CD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5BA23E-9B34-42C0-B395-392E4FF5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CC74E2-AE2D-4657-9163-18D07659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BA91FE-746D-4A06-9606-FF550F35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B94297-09C0-4BF3-B923-94018E3ED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FAF948-C6C6-4FE5-A100-D06BFAE7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728D18-6012-40D8-8F84-D8FE41D7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C9504A7-7AFF-4058-86EB-F72480D2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315D1F-31C6-47F4-B6D8-C7627825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378F57-BECE-4B52-AC6D-CA1E05B1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D30399-D961-4BBF-9532-08E053F1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DA2CB2-3138-4E23-A32B-5E9670EB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5DAB97-C8B7-40F5-A21D-0FC59D27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AFA568-2C88-41FF-8D02-1EABCA18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11BD6ED-3E34-4F80-96F1-A68D462E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57B079-A4BD-4FDA-B7E3-F44C61DC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6FE746B-4A3F-46B7-AF1C-9285E062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A4BE5F-0FCE-4EA1-A4AB-187040E2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83E498-78D1-4C02-A3EB-A1F95D61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537A66-7DCC-4684-8675-97BAEA98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3C5C66D-C6D6-4950-A4C9-8EA7BCAC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55ACFD-473A-4921-9816-4ADD2D75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7C029A-2DED-4612-8363-2C519902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FF777C-44B1-4FB0-91E5-AAF0EEBB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D0B00D-CB76-4CF5-8735-B39E2D32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793822D-FDA4-4D32-A212-E88AE80B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02D77C8-C0E7-43D0-BED4-312B52BF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C099CC-045A-4944-ABE3-0DC51872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B1DF1B4-7E48-4769-A2D3-F7DAAA87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760F840-D59D-4A7F-ADCB-AE04FD79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335E494-DC8A-4950-9094-A21F030C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5FA7FCA-C27F-48FC-B17D-0D7F2A14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2DD2CEF-1326-42EC-9D6C-76B61714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69FA077-C80F-497C-A180-64BA9F49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2EA030D-4BF9-4E58-94D3-84C7F84A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ACEB31-2DB7-4C8B-BB78-3A9C3B46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68720A9-0DFF-4B64-B0B2-E504DAD2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ECFDB4F-9C15-44BE-8D99-38B8A6CF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9418D89-4A3C-49FF-BF86-DFACC6FE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6191BAE-9C07-4055-B177-C4B0248D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A5A7E2F-DDDF-4C9D-B7EF-A46FE68A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F713EC0-A45A-477E-8637-CDC5FF24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F48536D-FA36-42F9-A590-9F477D28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F6FF79D-9D53-464C-A8C3-2D291805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12040D6-402F-4CE5-90E7-4DE306A3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293FA11-3C6A-4005-8D9C-17ADE205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BE93341-05A7-4A9E-8012-BF1D14D6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FC0EC13-4F55-47FE-8D59-75D8E9C0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1226C1D-7DC1-4BF2-B3A8-33FEEBD3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7912877-9E69-498F-B16C-8B79F9E2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66490A1-4F52-4CD1-A541-429DD803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72DF56D-6DD8-478C-8086-141734AF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D639B57-4C79-4CD9-AAC3-F449949F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8FF9387-8797-40CC-9C02-94FEC59C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5D04DA2-E468-4809-B465-5B72AC92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3ED0C17-1AAF-4F9F-8A35-771D549E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DD2418B-3BA6-4147-9A6D-775EE811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24C0C2F-C1AA-4948-A189-C1AE19A1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A7C3E7F-9BE1-4AC6-9372-5C89B7DE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DB837EA-2A49-43C5-AFF2-9D49609C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2EC87ED-58A1-42E4-A64D-78D725F3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008850E-6754-4229-9EFD-F0110EA1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411A4B0-CB4A-4C38-B92E-46C83E6D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1DFD53F-4166-4F1D-BA51-6E364259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DA3B274-E464-4B73-B3FD-E15425A3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FD8AD0F-A1BB-4278-8630-940C16CC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58200F3-839E-4ED0-B1A5-957D4B9B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CFE53D8-EA1E-4C36-986C-25AB7AA0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59C5519-540D-4293-AA96-FBB9A773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81B787B-A578-49B5-9626-D9CAEC4F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D5E8008-3290-4518-AE93-16069955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0951042-07A3-4A9B-875A-C0869746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4118912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A77861F-34C1-437B-9EB4-BFCD377A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79996-0D93-4763-9F34-2E7958D5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11D3F0-29A3-419A-84B0-B476F4B4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B1546F-C045-41F4-A799-FF0E8CE1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946E1-BAEE-4B55-958D-6057EE70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fecf0efb8438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BA60A6-52B7-4391-998F-B3C7EB70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89E43F-8CF5-4769-8F1E-85624499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7C506-944A-4D27-9F44-233E9A99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EF0045-C7EF-4C3C-9E4D-1C06B5C6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F01C8-FB53-4615-BDA6-B3D9DD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2ADA9F-BD6A-4CD4-881F-10B55958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03903-26FF-4627-8AF1-630BFF7D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A9E69-E51F-463D-8172-972B3487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398618-332F-4456-AF50-66D4C1C2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C90FA-50E6-4F68-A020-61DC87FE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DE6ED7-6E5B-410D-A0E0-900EF1D3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73A9B6-818D-4D3C-97A7-3BE6CFDE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D8C2FB-257B-4416-BD6D-1FB0CD5B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137BD1-6222-4C81-84F1-FC44B605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0406C7-FC86-4BF4-85C6-ACB023B5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0CD884-341E-468F-9B3B-B864B039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9BE655-C2B3-4AF0-9A5A-B8DB2A24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403CB0-0F63-4483-BAAF-00235CA3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95C51B-B6B1-4149-A49B-F40273D3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C6963B-547A-4244-95D8-D0A3CCAD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D6281F-34CA-483D-B19B-322698CE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392327-8E1B-448C-8B3C-65519FED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FE88EC-1969-45C2-AB48-991E0C40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57DF6C-C677-4ABE-ACA4-92FDD55A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B00A1A-BE8F-478B-A02F-ECE4BE50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1F0649-652C-40BD-AFB4-F980EE7C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951C65-98C9-4608-AAB8-9577AFC4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FB3A5-F2AE-4ADE-A146-C9692AEF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831C62-81A1-4CF8-B298-01F8163C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AE6741-908C-4673-B733-AA2C91BA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3DCCAA-CC17-4B8E-898C-E84D7EE4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2AEAFA-7F0F-4EC8-B04B-D5116CA7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B17822-9953-4F79-8DBD-FFAB0D3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07E8E5-63B5-4651-998D-D2E40F6F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716E9C8-42D0-4DCB-89D5-2DF5AE48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9EC13D-1A72-4EA0-8C7D-C363FFBF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FABE762-5418-4F41-9DF8-393949C1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F5079E-EB35-4936-ADFF-C4657249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351608-382F-456E-AB56-F4792635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919D8C-568B-4384-BE32-2FAEE3E7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3B6536-4885-4EDD-839F-88A4648A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8343C1-493D-4EC4-9ED5-07C99A8A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973065-4D15-4596-BBE4-FF16A8D6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13B0B8-1F7A-4492-8824-3EE46BD8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D11022-C5C6-47C6-B905-7E883572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72C6F9-3E55-42C1-ACBB-8F0F6D8A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43601C-992B-4B70-8689-83A37282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D08555-18C4-4B50-B051-95367845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994B5AD-3F02-4E12-8FC6-D4C398E8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1729003-F2FC-4841-9191-FAD2823B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C94BB24-253A-4F28-A476-B928BA99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844ED5E-E4DD-4F9C-851A-7C0DAAA7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0A1860F-604F-40C4-BC19-9780848C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399B635-225B-4E95-B152-14F4D74F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8D4DDE6-DDB4-4C72-8374-7025F09C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7241F9B-1409-4D0B-AA45-B80285A8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35CE4F-3365-43B0-AF92-6A0828E9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2F9EDCD-19B6-4C03-A9C5-2E45F475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3741D97-1301-44A2-8D81-352E6BD3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2B64D3D-54B1-4294-A0AE-FC804EBE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FEA6160-0DA2-4E64-85F0-2429C9F1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23E8DC7-0356-4A22-B16F-B390B76A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2F804B9-A946-4969-9259-FAEA700D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DDA3E22-6A24-41E4-8C5F-6D20DE0A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1F7F9-80CF-47B6-B8CC-68534619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4B6895A-5ECD-4E92-9B0D-E3426F54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DDE81EE-C467-46A7-8E07-C0382D71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0604DCC-1BEE-4B96-A0BF-0BC94D07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DEFB8DE-3962-406A-9D99-235A9638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A3F5DD9-056F-478F-BFEC-F09560A6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07C5BE3-7E01-445A-850D-BD9717C7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AD4E7CC-209A-4FC5-8661-43BCEA3E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B59D1EE-DC95-4B90-A6FB-1B209A0B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BF695EC-D5CA-4222-9344-5EC2F627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0BB0A0E-B855-45FD-87B9-BD78D959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08B871B-9FDE-4576-9E14-D5D09EE1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0B59CF3-69D8-4A99-9B9C-A371E338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DB156AA-3FF6-4662-AA6C-0A64E641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0D4B0CD-1119-46AD-A46E-7F3DF0FE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299D1EF-9FA8-42B8-9F51-29D26363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4EEED1A-B729-4EA5-A050-0CB2228B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EE4884E-701E-4BD8-9657-99C90ACE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0BDAE97-6125-4F7C-86A8-974E4EDB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E26F46C-3D6C-4B68-929F-4D5DE3BC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C7BE903-7583-440E-A9C7-7E4DA753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3C169B3-152D-498B-A449-2B5186FB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DCE842D-CFAB-4402-AEE4-54F7BA8A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E0C3A1D-AEC6-4DF8-9F4F-47FD467F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760F21F-AE8A-4BEF-A5A0-CF1F51E7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3AF5D06-6F2A-4C63-9CF1-E70F3F9B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30FCA9B-7F76-4CBD-92FD-C29526BE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9692581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E22A009-31AE-4637-B8CC-7521289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964C8-F4A0-4466-987C-53F40B75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C7691-C256-4385-8594-F68F86C0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02E6E-F336-4674-A0E6-106C3E4A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497D4-B39A-4180-B085-E2FB1E44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6c5506806c4a4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5BD29B-D8B2-486E-B12E-F5099CDA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73F72-15E9-43C2-844E-0AD70065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10837-E65E-4740-B0CB-9A1806A6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C7CCE-BE4C-4092-BFAE-03615979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E80A5-588A-493A-9C4E-FCF39E3D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453D6-B20D-442C-ACEC-9BE8D036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62E405-7949-4090-8453-08B7693A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D08A4F-8E24-499B-8965-CE222E05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604D4-0384-4752-B1AE-EDA50892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0BAA4D-C46A-489E-9498-76D23A94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1B0DC8-F8FD-45A3-B77B-4A88A6C4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E67070-A71C-43F5-8E13-51A30D3D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47D3B-CD4D-4DC0-8184-3FE13A03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00FA4D-87C8-469A-A1C0-C72FC890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981FA-5067-4865-821A-DA0C5C14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B2670D-2C1D-4091-930C-79C8FEF3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A6198F-5170-45D8-B8D1-F20438CE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01440F-9A75-42C4-AA15-02FB8F7A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61C8BB-2EC3-471D-8F4B-7705D19B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38EBEB-275A-4045-A6C9-3B35891A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D52A5A-8A4C-4A6C-8CAE-66555F6B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85483A-AEDF-4A67-BC3F-75877726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BE79DC-8DF1-4CD7-B100-50E602CF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D96555-A5E3-44D6-959D-F416EFCA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4D504B-CA4A-42BA-8D32-45E9C47E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B4E2E-A195-423B-9A86-8FF5D0B1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114A64-B9DC-4C71-860B-A731C0C0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649ABE-5C7B-43EA-884B-3BF0020A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868D1D-2BDE-4F95-AC3E-59591F5F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98FE64-480A-4CB5-93DF-D17A99C8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25B450-4626-4EF3-8484-654FD39C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FDA303-901D-4739-B531-DCF140D6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80D5A5-E952-42C9-A60E-05DA62DC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675E8D-D54C-4365-9D3D-C5B137A6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D4863-ECE7-4959-965D-23323F54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0B1C1B-38EF-4ABB-B452-A89BDE51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B74A10-5AFF-4B95-9690-5ED086F0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E02628-88C4-455B-A2F7-53D7BDD0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AC1668-7133-4569-B59C-CFA8D6C2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373C72-CDDC-462E-B916-95826DFD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C073C7-0A9B-4A88-B626-6204FB8D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A80E73-49AD-4D38-93A6-C49D52C8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28F0012-1FD2-45D1-93B5-984CEB9E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556423-663A-48C5-B34E-C0C88961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AFCC26E-534D-48FE-AED3-C6333B29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7631CA-F7FC-4646-8EB0-E2767301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370D9-ECE0-4B00-909D-0D42160B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F704A3A-18FC-48E5-9E76-1647061F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7A918ED-1413-4262-A5C4-0197E92A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D091BC-0093-4744-8F59-56CA875B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20279D4-52F2-4DC3-9DCD-3C2283D2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40C4800-7932-45F6-8518-A0C45697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0FEABA2-1954-454E-8864-494F1654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7156926-FC1F-42A3-9661-4FAB27B9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B13B902-364C-4E9B-B4C2-869C7FE1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B7D4773-BCE2-4136-983F-C7606BFC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C7583DD-6EFB-4968-ACDE-D668F4B8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A1649CA-A119-45D3-9C9D-E1C3B213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13BE5F1-3EB6-49DC-851C-4A99AEE2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4C143D2-B726-46D8-B34C-1109F7F6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3090825-7398-4F33-AF47-17FDE97F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54E84F4-A5D8-4C08-A81B-A7CC5B8B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37DF8A5-6158-40CE-BFEF-E46E3F5D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34E5EE3-C396-4739-BBD6-4841272C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9A09AEB-85E7-4FCF-9C9A-D727068A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8679B86-43F7-40AF-B642-2F1673F3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ED1E40-0AF0-4BDE-B22B-000567F1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B19C934-FAFC-4FCB-A578-5546496C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C40A03F-0BDB-4A20-9E5D-B5C8D24A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0CE89C8-C683-42C4-AD41-E75E7303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E136A4C-D791-43A6-A3DB-F6A09DB9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0E19D6D-A385-4DA7-A82F-B7622143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07B5A12-A7EC-4F5E-91B7-90BBA53F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0784AA9-579D-40F0-9934-59ADFE60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C12876F-EED8-4178-9BFC-A09F9CF4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8677AC1-5B6C-4133-8E94-049BE09B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BE46BBC-8061-4F33-945A-81E5D79C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DBF32C4-5FFB-421A-AB11-FA455DFB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8200660-6973-44DE-BA1C-06A0A3C4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B422A0D-E72B-44D1-A997-6920D317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115C0E-FB97-41ED-8737-EA42F4B4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CDC0972-9AB4-4357-A605-C420B97D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F2DB1E3-5DAF-442A-8160-E91570EF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341DA41-C86E-4097-A370-FD443E56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DAEA37A-718B-4FC8-A78A-F80C4188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98ECB46-9B1C-458C-9E34-7131359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0327C25-43D6-4ADC-9226-4F859EF2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A646338-991F-4ACA-B54D-4EC40DC7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6824866-F604-491B-9611-EB676A32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8C3B1F9-30AB-4250-9CB1-A5C2657A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DF9AC5A-FA5B-4A8F-94CF-ED389DB2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FAB9F14-211D-4A90-BFD5-3BD2F8A6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C04F791-4E20-4113-A728-470E67CC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256BC1B-9F59-4EDC-981B-76CFD28F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B4A411F-CF52-4DA2-8EB2-EDFA3476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68516160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F499636-7F92-4465-83AA-3D9E1976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B6C30-2C41-40D1-AF4B-DDE2831B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B570DD-F314-415D-8C00-D3FAE5C3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6C3E9-4E96-48A4-81EE-4D9C1096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ACE49-5B0B-485B-B189-410140CB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ce906b1a64bd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BCF96E-CDDD-4579-B299-31C1BAF4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1D7EF-513B-4D7A-83C0-86931F91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5E176-28F1-4975-AA0A-F48DEC6B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AE6320-0273-4F78-9048-80DD42F5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AED203-E573-4382-8EBC-7EE216DA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E6A3D-6425-4CE3-97C0-ADF422B0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986BDA-6A95-451A-829E-131E51E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8D901D-2FCE-48D2-B67B-834707D4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40A128-058D-4C73-A16B-A7132E90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61B51-D943-4CF6-BC6A-356C350E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EC045-0381-4675-8A02-746AEA0E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B4B94E-27BC-4F44-B949-009FF792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02E096-DA2B-4CC4-8E7F-9E1E3BDA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88512D-8D6F-433B-A3EE-C0D7AE32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E5B1EA-E58C-45BE-B8AA-F3769B99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77018A-5A3B-4328-AD50-8EA3431A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12E177-7863-4B15-B04B-F3507272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E2D597-7962-4C0D-AADB-0BD7E8DD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EF795D-708F-433D-AF4E-E91A588E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6531A8-289E-40DE-BA14-E2F1EEFE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E50056-DC04-444F-B250-96DB96CE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10E91F-F65A-477E-BC26-BF1373BF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6AB35A-0FB5-429F-8F08-5A8195DD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8C045B-B479-42C0-A537-64B0D5C8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9960FF-3399-4E51-ABC9-571D17A6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45A139-49BB-45A1-9DFD-48613EF7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49CA17-4B53-44ED-AA5D-0ECD88EF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041560-AF11-4A51-B624-C27672BC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802E49-C249-4B2E-8AE1-E3390622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1BADD6-DA7D-40B5-9267-27D4E405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90F1C45-B054-45E0-93CB-D450045E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F1C804-DFA1-4CA7-94A6-AD4E51CF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B5A494-BD9C-48C4-A4E8-617214B9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C0BB3D-7419-4CE8-A210-31E40FC8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00E808-DF97-4670-8378-18E2BB8A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4C1B4E-F42A-4A98-ACA9-08B69757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C7FDB0-6D8B-4642-B069-4B8D8FD4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14E2A9D-61AD-475F-9FE8-627DF98B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2F5758-B37E-4A69-92D4-815C81A0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F4AB38-420F-496E-A00F-12210A50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3BB858B-BA87-4517-A91C-70A89E04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DFC10DC-0361-4ABC-AF3E-3615E073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4B4E18-7D3A-4714-B2B7-9B68D9A2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512396-7894-45B0-8B03-9A7B53BB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16414B-21FF-416B-9EB4-980EEF22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A7980F2-9D95-4CA8-BF82-8C232046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6BA45C-B6B0-44BC-BA23-57FE9E8B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D9DF263-2F3E-463C-A7AF-E944311B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54ACFE6-EEF2-484A-B267-991571BE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A7092DC-5EA9-4038-864F-0E07BD03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0E1D454-230F-4C4A-B4EF-93EAFD93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020AAF3-588F-44CC-BD3F-0DD9443E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7AE9319-7135-4FE8-9101-DF7ECC57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DEF2CDD-29FF-4898-995A-677203FA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1666A3B-CD27-48F6-A87B-0824F8D3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020556A-B6CA-4920-9005-46DBB8DD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511E38-0F84-4093-A7B3-1F1B5B56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1AB4BE7-74E8-4C63-8E21-6E325752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D5F6444-4F7E-4037-B3AA-C805C9B2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565BBEA-43B0-428F-83C3-64B21A89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60EDED4-3D59-4207-B53F-50312626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5BD0151-8021-4DCF-9C77-23867D86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D6769E3-9C46-4B55-A818-EB108FE0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6378573-A923-4771-BF7B-19512241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672C08F-FA8A-401E-9710-B0AEA4BB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73A6B86-B1A5-42A0-9D7B-DEAFD479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06D79DF-DC44-431C-9F49-DE043DB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7DB441B-C9A1-4454-975A-0E179481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FF39A8-FBA3-40AE-BC0E-6B198143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9E0D187-04BC-4DC2-8B30-DDE6873C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17CB271-3349-4533-BC82-796E0201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A133B1D-DA61-4BBC-91CD-08B07BE4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6884E48-D21A-49A3-936A-6041D2B4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B762B17-84D6-4F1E-B8C9-CA8ECB89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6F29405-E479-4CD4-9FB4-BAD4C760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AEB95E2-1F6C-4BC9-8280-E91A7126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75970F9-E295-416D-B84D-FD6C18CB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2D82DB9-E678-45CD-B4F9-1887FCB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4D730E6-8C11-4F2E-B966-8C8D47D9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A20EE01-09AA-48C4-9CBA-4E68FD83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8F2ABBC-5BC0-41A5-9FF1-A20A4CD3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D7A5194-5F58-499F-B9EC-CA3CE3F4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AE0E8A0-1C10-4968-ABEA-712874D1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83CA303-72B3-4FA6-9D7F-8467ECEC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22B7C4A-2238-447C-99E8-019527FA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8D28758-B712-4E55-9898-A7C7C175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12439A2-7EE5-4868-A2C1-1E71892A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3737AAF-6448-4640-8120-6F8446A8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8A5BF80-558F-4FD7-BC5C-C28326A3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4392089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C30EDA3-E584-4450-B547-EE2DDE5B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149A1-AC37-40E1-9D8F-DF7660F8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F6453-EAB6-4BE7-A014-9C4DA8ED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D71A6-C617-4866-9765-3EC9A790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B97CA-5491-4427-BBEB-DB74B98E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979ad79ee445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5A2AF-5CC7-4197-8B89-0683008A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D2241-D7F3-4092-89C7-FC29BB86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BEDA3B-8D85-43B9-B897-7251802E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F449A9-CF61-459C-9F55-AB755F20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296695-E162-4F11-BBCF-3451BF1A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5FAD6-5B65-4CE3-9E63-8AB9AFD1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B086C8-38A9-4437-8BDC-B1F49B71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ED68AC-32AC-4F32-976D-17A96C6D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8162E-9E74-40C7-BFCB-98AF1B3A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3931AE-A211-48AB-B2AA-FE3A654A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0C83B3-4429-4FD7-BC48-EA9054BB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F73EC6-E05A-4D4E-8292-96C0AAB0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68AA0C-7744-4C2D-8282-971952EF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46A10E-6B10-4129-B4D3-F60EC1D0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803A36-7397-43C5-A371-5C5E29EA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36AB25-AC20-40E9-9373-581F276F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D3853F-5F54-47DA-9706-22EBAD12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47CD66-7FCA-49F0-A37A-1F025835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C91367-6AE5-43CA-95D3-EAFCB54C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9DB1BB-2954-4CE7-A689-A09C8D52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E46E43-7CC0-4E8F-83E3-1B80F057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881F72-E99B-4B96-A02C-99BE9016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853C31-D161-475F-9363-481479FE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98D58B-D17A-4575-BB5C-635C0F85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CE6FFE-A441-4D30-8B82-6E3DF763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8E6E18-3D79-4B9E-A0E7-FAAB038B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8DC8B1-AEBD-4918-BFC7-370A5354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A2AE70-72A6-4ACC-89A6-4D5C1DFD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AB0A2E-5492-4CE6-999E-5BBF9FEF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44BCBC-5789-4A89-A8E4-BB488BBA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AE5125-56CE-4B23-A8E1-7FB9E28A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21121C-9E03-49D6-8B67-9161776C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866DD3-FEC1-4FC6-8F85-4F9812A5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D4AB98-EE60-4013-8513-3B2E868A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C94829-FD7E-465F-958C-BF3729B7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C4019F-7FF1-498C-887F-0F1486E0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DF1A3E4-1E95-4826-886C-F5AD7A19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7715A6-95F7-4040-A7E7-BB40E716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31F91C-69A7-4DCB-9C91-3DDE1E49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35F13E-9884-46F2-879F-BC4A7D35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84249C-6BD3-4B9F-BEAC-A73A6118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0E34D7-36A6-40AB-BFAE-1A00182F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2124738-5A70-4EAD-BFB8-285025B2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DA9A994-5037-45E7-9D5B-3C12C59B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03172A0-B6CC-4EFF-AD41-32B76F51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8CBA46F-A738-4B57-80B6-7C73FFEC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5A90F2-628F-4C40-9B18-B82D8075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D6E45AE-A7AF-40E8-BBB0-3D655001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46E4E15-C45C-4C7F-9991-AEEF5065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9195C42-09A5-4401-AEB5-7C6D182B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F50F61F-39D0-4FE7-9292-CC11E94C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C84143-0FD1-4054-A999-4B710956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C9D9DA0-344A-4FF5-ABC1-B4A78597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BB1560A-3AF9-40C8-AE65-501888C8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8303469-12DC-4CB1-8F20-48910B06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2CDEE20-A119-4FDF-BB36-0F156549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F61C9B1-1E03-408D-8A76-92E4AC08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9300433-ED64-443A-A561-09A2FE58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1065A4-B046-44CB-BE3C-F4A23069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C6AE1EC-2479-4B60-BF0C-143AE29A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F226AD5-F7AB-493F-8F2C-DB7AA433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4A1F3A0-5128-405D-9481-177DF121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486E928-B780-450D-B3B9-69074936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5B438BB-E546-4BCF-A2BF-1EC71D4F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4999840-8CE0-4D9E-8DFE-F5FAE66D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D1635D3-2AB0-41E7-8EA7-7AF7D3B5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9591323-1B55-4564-AA6F-625ADF24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9952706-E8FA-4982-84C5-C8BE356D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EC03BFF-DBE0-4A83-A05B-A418CFFC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1A80E22-B52F-42D2-8490-D145BBA0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CBB888D-65E0-4DFC-AAF5-99E77B92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03862F0-60F2-410C-80C1-C825B7E9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C19FC50-AC00-4472-B038-65D99940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2951342-202A-4665-83B5-13044E90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DA950A5-FF2D-45A6-A4A1-3387D1A5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2F7B486-9272-4E4B-B9F2-DF81C832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1373B08-DB11-4AD3-9F51-70C68CCA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2E8C81D-07C6-4E7D-BA19-5B01C150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1EABFE3-D4C8-4AA6-9DCB-058A1A04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A55D37A-FFEE-4CDD-9178-D0D93615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A89E429-C38F-47F0-A95B-D2E351F6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89AFDD3-1B03-4051-86AD-E27EC74A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A993CBE-8CA2-40B5-BBB4-F55B0684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D37F1FF-ACD7-4AFF-87DD-B1462085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8AC24F2-A608-4733-B77F-FA0FF756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E9FD7EF-2BF2-4B9E-8C04-17644F82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11862C1-79AB-4361-8455-5A0F416B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A8CCF8B-3020-4A5A-B0FD-16E42033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0DDA443-3A4C-4F6E-BE90-A6613254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7F7CE96-A0D4-46A0-ACE5-2EA7B37B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E4A81B2-A891-404C-9465-47664945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6B4D188-9C82-4CC6-80A3-012F9C5F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B7EAD71-0D32-4C19-B551-FCECD600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B92EE6A-57B8-40FE-AA29-BC7E6D85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D16F996-6139-403A-A947-83E5297B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B2DB6BF-7987-4802-A5C2-32F60930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3730409-F2F2-4CBB-B9C6-15F65876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C12D23F-2CA3-43D3-8A28-653E4BDD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80723C3-B1A7-4704-889B-52F4487E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87B5304-50F7-4A2C-9C18-E13FA399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F2A3EA2-1DC7-4687-AB13-39438AF1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D8EAC56-320C-4E07-B49E-7015B838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2AF4B61-424B-4CDB-B038-9C39AC35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18648AA-0555-4010-B6C5-0014A081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0AA282C-42A6-448A-A767-198349EB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584B422-4231-458B-8E48-70659170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5692D07-32E0-45B6-AAC9-570E3849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C83D7A8-E966-4B9A-904C-D55CB424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A2F4748-6FFD-4441-939F-05D0721B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589706F-9AFA-484B-B380-ADF581B2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592E7D1-3775-45F6-9679-87D71010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0AF7384-B426-427D-A782-1E06D4F0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1E690FD-3F49-443F-863F-0DBCCB04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5B034F2-ED73-4AD2-BE82-8C25752E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43BF9F4-B749-4ECF-9649-E52F150D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5849375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6F4909-6990-4097-B866-35D61B63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C9D44F-ABA2-42DC-B2DC-53F4A496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AE721-70B0-455A-93FA-D771F149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AB889-39A6-4BD8-8677-FB1AF840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c745bf40e4f5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95704-B9E7-4ED1-B4C9-BBD63F46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9031E-4E1E-4C3E-A4B7-D81C408F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42abc7f774052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835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2026-09-23T15:34:05.6930000Z</dcterms:created>
  <dcterms:modified xsi:type="dcterms:W3CDTF">2026-09-23T15:34:05.6930000Z</dcterms:modified>
</coreProperties>
</file>