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64d08c0e2664221" /><Relationship Type="http://schemas.openxmlformats.org/officeDocument/2006/relationships/extended-properties" Target="/docProps/app.xml" Id="Re3fb95de4519420c" /><Relationship Type="http://schemas.openxmlformats.org/officeDocument/2006/relationships/officeDocument" Target="/ppt/presentation.xml" Id="R21fd2da6002148e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74206611f249d5"/>
  </p:sldMasterIdLst>
  <p:notesMasterIdLst>
    <p:notesMasterId xmlns:r="http://schemas.openxmlformats.org/officeDocument/2006/relationships" r:id="R4cbba2620cb34ab5"/>
  </p:notesMasterIdLst>
  <p:sldIdLst>
    <p:sldId xmlns:r="http://schemas.openxmlformats.org/officeDocument/2006/relationships" id="256" r:id="R910e080833944847"/>
    <p:sldId xmlns:r="http://schemas.openxmlformats.org/officeDocument/2006/relationships" id="257" r:id="R52b3c91da0674eaf"/>
    <p:sldId xmlns:r="http://schemas.openxmlformats.org/officeDocument/2006/relationships" id="258" r:id="Rfd9a93c169b64e53"/>
    <p:sldId xmlns:r="http://schemas.openxmlformats.org/officeDocument/2006/relationships" id="259" r:id="R2ee7640bc54d4575"/>
    <p:sldId xmlns:r="http://schemas.openxmlformats.org/officeDocument/2006/relationships" id="260" r:id="R35e97d99089f4e1f"/>
    <p:sldId xmlns:r="http://schemas.openxmlformats.org/officeDocument/2006/relationships" id="261" r:id="R3f0bed849c1a4e7b"/>
    <p:sldId xmlns:r="http://schemas.openxmlformats.org/officeDocument/2006/relationships" id="262" r:id="R3d77523f28804485"/>
    <p:sldId xmlns:r="http://schemas.openxmlformats.org/officeDocument/2006/relationships" id="263" r:id="R00e860ada350414f"/>
    <p:sldId xmlns:r="http://schemas.openxmlformats.org/officeDocument/2006/relationships" id="264" r:id="R6d0c1055629349a5"/>
    <p:sldId xmlns:r="http://schemas.openxmlformats.org/officeDocument/2006/relationships" id="265" r:id="R7ecd5e168dce42ca"/>
    <p:sldId xmlns:r="http://schemas.openxmlformats.org/officeDocument/2006/relationships" id="266" r:id="Rf5649180b0cd4181"/>
    <p:sldId xmlns:r="http://schemas.openxmlformats.org/officeDocument/2006/relationships" id="267" r:id="R6f9eeeced4a24994"/>
    <p:sldId xmlns:r="http://schemas.openxmlformats.org/officeDocument/2006/relationships" id="268" r:id="R44087a11b55a430c"/>
    <p:sldId xmlns:r="http://schemas.openxmlformats.org/officeDocument/2006/relationships" id="269" r:id="Rf6572829c9144e76"/>
    <p:sldId xmlns:r="http://schemas.openxmlformats.org/officeDocument/2006/relationships" id="270" r:id="Rfc27f7a263554a4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1781c50a51b478f" /><Relationship Type="http://schemas.openxmlformats.org/officeDocument/2006/relationships/slideMaster" Target="/ppt/slideMasters/slideMaster1.xml" Id="R8674206611f249d5" /><Relationship Type="http://schemas.openxmlformats.org/officeDocument/2006/relationships/notesMaster" Target="/ppt/notesMasters/notesMaster1.xml" Id="R4cbba2620cb34ab5" /><Relationship Type="http://schemas.openxmlformats.org/officeDocument/2006/relationships/presProps" Target="/ppt/presProps.xml" Id="Rc7e2c95801f34dd9" /><Relationship Type="http://schemas.openxmlformats.org/officeDocument/2006/relationships/tableStyles" Target="/ppt/tableStyles.xml" Id="R2607d0712cf24d96" /><Relationship Type="http://schemas.openxmlformats.org/officeDocument/2006/relationships/slide" Target="/ppt/slides/slide1.xml" Id="R910e080833944847" /><Relationship Type="http://schemas.openxmlformats.org/officeDocument/2006/relationships/slide" Target="/ppt/slides/slide2.xml" Id="R52b3c91da0674eaf" /><Relationship Type="http://schemas.openxmlformats.org/officeDocument/2006/relationships/slide" Target="/ppt/slides/slide3.xml" Id="Rfd9a93c169b64e53" /><Relationship Type="http://schemas.openxmlformats.org/officeDocument/2006/relationships/slide" Target="/ppt/slides/slide4.xml" Id="R2ee7640bc54d4575" /><Relationship Type="http://schemas.openxmlformats.org/officeDocument/2006/relationships/slide" Target="/ppt/slides/slide5.xml" Id="R35e97d99089f4e1f" /><Relationship Type="http://schemas.openxmlformats.org/officeDocument/2006/relationships/slide" Target="/ppt/slides/slide6.xml" Id="R3f0bed849c1a4e7b" /><Relationship Type="http://schemas.openxmlformats.org/officeDocument/2006/relationships/slide" Target="/ppt/slides/slide7.xml" Id="R3d77523f28804485" /><Relationship Type="http://schemas.openxmlformats.org/officeDocument/2006/relationships/slide" Target="/ppt/slides/slide8.xml" Id="R00e860ada350414f" /><Relationship Type="http://schemas.openxmlformats.org/officeDocument/2006/relationships/slide" Target="/ppt/slides/slide9.xml" Id="R6d0c1055629349a5" /><Relationship Type="http://schemas.openxmlformats.org/officeDocument/2006/relationships/slide" Target="/ppt/slides/slide10.xml" Id="R7ecd5e168dce42ca" /><Relationship Type="http://schemas.openxmlformats.org/officeDocument/2006/relationships/slide" Target="/ppt/slides/slide11.xml" Id="Rf5649180b0cd4181" /><Relationship Type="http://schemas.openxmlformats.org/officeDocument/2006/relationships/slide" Target="/ppt/slides/slide12.xml" Id="R6f9eeeced4a24994" /><Relationship Type="http://schemas.openxmlformats.org/officeDocument/2006/relationships/slide" Target="/ppt/slides/slide13.xml" Id="R44087a11b55a430c" /><Relationship Type="http://schemas.openxmlformats.org/officeDocument/2006/relationships/slide" Target="/ppt/slides/slide14.xml" Id="Rf6572829c9144e76" /><Relationship Type="http://schemas.openxmlformats.org/officeDocument/2006/relationships/slide" Target="/ppt/slides/slide15.xml" Id="Rfc27f7a263554a4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59f7fe594f346a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26d12fca1a8484d" /><Relationship Type="http://schemas.openxmlformats.org/officeDocument/2006/relationships/notesMaster" Target="/ppt/notesMasters/notesMaster1.xml" Id="R4a5b47acd8ac4b5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b9aea1267b847ce" /><Relationship Type="http://schemas.openxmlformats.org/officeDocument/2006/relationships/notesMaster" Target="/ppt/notesMasters/notesMaster1.xml" Id="R4b0f10d3a92143a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6affa3c304b4f23" /><Relationship Type="http://schemas.openxmlformats.org/officeDocument/2006/relationships/notesMaster" Target="/ppt/notesMasters/notesMaster1.xml" Id="R220f6947850d404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c0ca3d180214b8b" /><Relationship Type="http://schemas.openxmlformats.org/officeDocument/2006/relationships/notesMaster" Target="/ppt/notesMasters/notesMaster1.xml" Id="Rfdd0ab1644ba449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85e4039d6ef4e2f" /><Relationship Type="http://schemas.openxmlformats.org/officeDocument/2006/relationships/notesMaster" Target="/ppt/notesMasters/notesMaster1.xml" Id="R5a02ecbf1df9412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444ad8ba8a14623" /><Relationship Type="http://schemas.openxmlformats.org/officeDocument/2006/relationships/notesMaster" Target="/ppt/notesMasters/notesMaster1.xml" Id="R9dd76df5ff594e1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8a09d7ec4514ef5" /><Relationship Type="http://schemas.openxmlformats.org/officeDocument/2006/relationships/notesMaster" Target="/ppt/notesMasters/notesMaster1.xml" Id="R1092c94d7ca3401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9c904b337594f40" /><Relationship Type="http://schemas.openxmlformats.org/officeDocument/2006/relationships/notesMaster" Target="/ppt/notesMasters/notesMaster1.xml" Id="Ra8d14c38e26c49b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76ab643a63049c2" /><Relationship Type="http://schemas.openxmlformats.org/officeDocument/2006/relationships/notesMaster" Target="/ppt/notesMasters/notesMaster1.xml" Id="R33948dad7d794d1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4c7cc1abb0e4400" /><Relationship Type="http://schemas.openxmlformats.org/officeDocument/2006/relationships/notesMaster" Target="/ppt/notesMasters/notesMaster1.xml" Id="R72dba1f3dd2d4d7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cb7d16683104939" /><Relationship Type="http://schemas.openxmlformats.org/officeDocument/2006/relationships/notesMaster" Target="/ppt/notesMasters/notesMaster1.xml" Id="R96eac373310d430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d465696cdf64921" /><Relationship Type="http://schemas.openxmlformats.org/officeDocument/2006/relationships/notesMaster" Target="/ppt/notesMasters/notesMaster1.xml" Id="Rf3c58b1af99f43f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98493d98abe4789" /><Relationship Type="http://schemas.openxmlformats.org/officeDocument/2006/relationships/notesMaster" Target="/ppt/notesMasters/notesMaster1.xml" Id="R61d9567a67e04de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39f2ae6c0c342ec" /><Relationship Type="http://schemas.openxmlformats.org/officeDocument/2006/relationships/notesMaster" Target="/ppt/notesMasters/notesMaster1.xml" Id="Re703845be6be4f0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1fdf87cc26f4e99" /><Relationship Type="http://schemas.openxmlformats.org/officeDocument/2006/relationships/notesMaster" Target="/ppt/notesMasters/notesMaster1.xml" Id="R2cee41af7ebf487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b6c48e7e2d406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3efc677dc8447f7" /><Relationship Type="http://schemas.openxmlformats.org/officeDocument/2006/relationships/slideLayout" Target="/ppt/slideLayouts/slideLayout1.xml" Id="R8d134c8556894b6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d134c8556894b6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2b73f36d5749fa" /><Relationship Type="http://schemas.openxmlformats.org/officeDocument/2006/relationships/image" Target="/ppt/media/image.png" Id="R054fa175a7dc43f4" /><Relationship Type="http://schemas.openxmlformats.org/officeDocument/2006/relationships/image" Target="/ppt/media/image2.png" Id="R0af75af2f3eb4b50" /><Relationship Type="http://schemas.openxmlformats.org/officeDocument/2006/relationships/notesSlide" Target="/ppt/notesSlides/notesSlide1.xml" Id="Rc30d674fa8094a2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274a6b8e6a400d" /><Relationship Type="http://schemas.openxmlformats.org/officeDocument/2006/relationships/image" Target="/ppt/media/image3.png" Id="R31c94b2e67bd4bca" /><Relationship Type="http://schemas.openxmlformats.org/officeDocument/2006/relationships/notesSlide" Target="/ppt/notesSlides/notesSlide2.xml" Id="R41470eb204ee436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fd81a0f8cb417c" /><Relationship Type="http://schemas.openxmlformats.org/officeDocument/2006/relationships/image" Target="/ppt/media/image4.png" Id="Rf192481ad592461f" /><Relationship Type="http://schemas.openxmlformats.org/officeDocument/2006/relationships/image" Target="/ppt/media/image5.png" Id="Rf0272dcb5f824702" /><Relationship Type="http://schemas.openxmlformats.org/officeDocument/2006/relationships/image" Target="/ppt/media/image.svg" Id="R49836521a6bc4e8c" /><Relationship Type="http://schemas.openxmlformats.org/officeDocument/2006/relationships/notesSlide" Target="/ppt/notesSlides/notesSlide3.xml" Id="R2fc640c5b1df499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625094c15746b0" /><Relationship Type="http://schemas.openxmlformats.org/officeDocument/2006/relationships/image" Target="/ppt/media/image6.png" Id="Rcee7328f748e4ce5" /><Relationship Type="http://schemas.openxmlformats.org/officeDocument/2006/relationships/image" Target="/ppt/media/image7.png" Id="R2b85f1245d414d8e" /><Relationship Type="http://schemas.openxmlformats.org/officeDocument/2006/relationships/image" Target="/ppt/media/image2.svg" Id="R8534b687696d40cf" /><Relationship Type="http://schemas.openxmlformats.org/officeDocument/2006/relationships/notesSlide" Target="/ppt/notesSlides/notesSlide4.xml" Id="R5f5b1aaa264847b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5ee1f9f7824df5" /><Relationship Type="http://schemas.openxmlformats.org/officeDocument/2006/relationships/image" Target="/ppt/media/image8.png" Id="R204468abb9e44ef0" /><Relationship Type="http://schemas.openxmlformats.org/officeDocument/2006/relationships/image" Target="/ppt/media/image9.png" Id="R7df8c903dcc14161" /><Relationship Type="http://schemas.openxmlformats.org/officeDocument/2006/relationships/image" Target="/ppt/media/image3.svg" Id="R740f029f328f45a8" /><Relationship Type="http://schemas.openxmlformats.org/officeDocument/2006/relationships/notesSlide" Target="/ppt/notesSlides/notesSlide5.xml" Id="R22fb91da9df442a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88edf69bbb4665" /><Relationship Type="http://schemas.openxmlformats.org/officeDocument/2006/relationships/image" Target="/ppt/media/image10.png" Id="R5c3c944f99a74348" /><Relationship Type="http://schemas.openxmlformats.org/officeDocument/2006/relationships/image" Target="/ppt/media/image11.png" Id="Ra688c33389b34bbc" /><Relationship Type="http://schemas.openxmlformats.org/officeDocument/2006/relationships/image" Target="/ppt/media/image4.svg" Id="R22e7b691073a4d36" /><Relationship Type="http://schemas.openxmlformats.org/officeDocument/2006/relationships/notesSlide" Target="/ppt/notesSlides/notesSlide6.xml" Id="Ra751bfa51eb34db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48ed5e6ed3443c" /><Relationship Type="http://schemas.openxmlformats.org/officeDocument/2006/relationships/image" Target="/ppt/media/image12.png" Id="R9d1f99b09c3a4a6d" /><Relationship Type="http://schemas.openxmlformats.org/officeDocument/2006/relationships/image" Target="/ppt/media/image13.png" Id="R3fecb8b013ec4d50" /><Relationship Type="http://schemas.openxmlformats.org/officeDocument/2006/relationships/image" Target="/ppt/media/image5.svg" Id="R529cc96f74f44048" /><Relationship Type="http://schemas.openxmlformats.org/officeDocument/2006/relationships/notesSlide" Target="/ppt/notesSlides/notesSlide7.xml" Id="R4961544a14ee451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5ab079fa4649ec" /><Relationship Type="http://schemas.openxmlformats.org/officeDocument/2006/relationships/image" Target="/ppt/media/image14.png" Id="Rce3d679ff0034d2c" /><Relationship Type="http://schemas.openxmlformats.org/officeDocument/2006/relationships/image" Target="/ppt/media/image15.png" Id="R5a2ac1975c0445dd" /><Relationship Type="http://schemas.openxmlformats.org/officeDocument/2006/relationships/image" Target="/ppt/media/image6.svg" Id="Ra2abc38d881f42cc" /><Relationship Type="http://schemas.openxmlformats.org/officeDocument/2006/relationships/notesSlide" Target="/ppt/notesSlides/notesSlide8.xml" Id="R7cc68a8ad7f94fc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87d9c40bd74c4c" /><Relationship Type="http://schemas.openxmlformats.org/officeDocument/2006/relationships/image" Target="/ppt/media/image16.png" Id="R86a042901e1f4f79" /><Relationship Type="http://schemas.openxmlformats.org/officeDocument/2006/relationships/notesSlide" Target="/ppt/notesSlides/notesSlide9.xml" Id="Rf281dfd1bbe1411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f7e511d6ef4eb6" /><Relationship Type="http://schemas.openxmlformats.org/officeDocument/2006/relationships/image" Target="/ppt/media/image17.png" Id="R3748800fc2a04f81" /><Relationship Type="http://schemas.openxmlformats.org/officeDocument/2006/relationships/notesSlide" Target="/ppt/notesSlides/notesSlide10.xml" Id="R33c530ea80474e0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761d46642141a5" /><Relationship Type="http://schemas.openxmlformats.org/officeDocument/2006/relationships/image" Target="/ppt/media/image18.png" Id="R0879a2cb66214635" /><Relationship Type="http://schemas.openxmlformats.org/officeDocument/2006/relationships/notesSlide" Target="/ppt/notesSlides/notesSlide11.xml" Id="Rf3f2255c9b2c45b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046d6603fe4bdf" /><Relationship Type="http://schemas.openxmlformats.org/officeDocument/2006/relationships/image" Target="/ppt/media/image19.png" Id="Rd00921583acf443b" /><Relationship Type="http://schemas.openxmlformats.org/officeDocument/2006/relationships/notesSlide" Target="/ppt/notesSlides/notesSlide12.xml" Id="Rdb3ade88a5b0443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cfb6b2cd284fd5" /><Relationship Type="http://schemas.openxmlformats.org/officeDocument/2006/relationships/image" Target="/ppt/media/image20.png" Id="Rf8f146fdcf004248" /><Relationship Type="http://schemas.openxmlformats.org/officeDocument/2006/relationships/notesSlide" Target="/ppt/notesSlides/notesSlide13.xml" Id="Rf8e7140a8eb94ce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7d04c0803d4148" /><Relationship Type="http://schemas.openxmlformats.org/officeDocument/2006/relationships/image" Target="/ppt/media/image21.png" Id="R949d6f5661ae4a9d" /><Relationship Type="http://schemas.openxmlformats.org/officeDocument/2006/relationships/notesSlide" Target="/ppt/notesSlides/notesSlide14.xml" Id="R57c315d1f342421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4a78d522ec45e8" /><Relationship Type="http://schemas.openxmlformats.org/officeDocument/2006/relationships/image" Target="/ppt/media/image22.png" Id="R7923e7adaca64fa6" /><Relationship Type="http://schemas.openxmlformats.org/officeDocument/2006/relationships/image" Target="/ppt/media/image23.png" Id="R8942bb28f9834887" /><Relationship Type="http://schemas.openxmlformats.org/officeDocument/2006/relationships/notesSlide" Target="/ppt/notesSlides/notesSlide15.xml" Id="R035c2d20dbe7403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DEC2CB-4ABF-413F-B871-5D38F8DDD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402E0A-CEAA-4C03-8B8F-BBC21E75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5EF1A0-8B6A-4F22-A5AF-184E8241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4fa175a7dc43f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101606-2FF6-4B1F-8884-0E69983D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3B0E3A-A50F-4826-9215-531EA243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f75af2f3eb4b50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8DBAA2-A3BA-4D98-946B-675AC21E3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4F03F5-BB26-4B1A-B011-5AD52E62D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5E6BB"/>
                </a:solidFill>
              </a:defRPr>
            </a:pPr>
            <a:r>
              <a:rPr sz="900" b="1">
                <a:solidFill>
                  <a:srgbClr val="35E6BB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AE42D4-E486-4255-B24D-5254406C0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2FAF9"/>
                </a:solidFill>
              </a:defRPr>
            </a:pPr>
            <a:r>
              <a:rPr sz="3900" b="1">
                <a:solidFill>
                  <a:srgbClr val="F2FAF9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6FF577-0862-44D7-B8C7-1971207F3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5CAB01-B903-48DE-A9B2-07A2CF060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01A6C9-22F0-4CFF-8FE0-F95B8942D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1DF297-78A5-40C3-ADCB-80EBF2F35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655CFB-27F2-416D-86EC-60F30B061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79828C-5EC0-4551-B262-A0B45432B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21310780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A023163-C56E-4584-AE78-DBB5BD29B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8D8AE9-02E9-4D34-89FF-D6DEEFDC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F95F26-0FF6-40A1-9BBA-C2F7F3B14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23EE53-E81D-4B83-A023-5FEC5B893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EB9AE8-96E5-4521-9504-7381A421B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c94b2e67bd4bc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E82900-A4CD-44AB-9E04-F221E797E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C34BF0-9817-47FE-9FF6-4527CE7B0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D3255D-3C2F-4E89-B0E7-CE387DAE2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160BC0-4702-4192-B74E-C13F38950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46B07D-76D7-472D-B7A5-7E24ED344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CEB0D7-72F0-43B1-8CE0-6999AAED9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CA3712-204E-4076-9BF8-ED17EC1F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A61D83-0A50-4911-BFE5-8DE8F0543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679E5D-F101-4214-9817-3BD7D88A7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ABED0E-8B7C-4A30-AB0C-C5448787B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E608A3-D304-4DAD-B47D-987CE094D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83AD19-DCAB-4FCA-A44F-3750653AB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EDFAD7-0112-46E5-B4EE-6FA71CA53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59C4D1-309A-4FE3-AA95-008FA4C37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BC4E7F-24C1-40C9-A230-C3FC9AB01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925848-36B4-41DC-81F8-4A9FEB0D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23EAF3-36BD-4EEE-A9E3-36D6A081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89F022-AB1B-4C58-9632-FC1F19CE2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F8123B-BFED-46EC-9FB9-C904654AB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E18D65-33A7-4995-9568-62D6E9037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F48B8A-1CDA-4C86-9A4A-7AE61C52B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83944F-532B-4F15-BC03-AC8044907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87D2AD5-FA9B-4D4B-9CD8-CD2BE2F0F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0EF56DD-9431-498A-B90A-A0353DF81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8EE8F6F-3B33-4D1C-B4D9-5D92E0C27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25AE286-D54A-499C-A156-99B538F88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55AE7DE-C699-4216-936A-D4B52B692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3711C3E-2D66-46FA-8EA7-EE131B99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A57FAD0-8968-4607-8FB7-B4A19734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DF8599-5E2A-40DF-BB5C-E4FB59FE6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80798C5-2D81-464C-B395-569028BA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45E4BA2-9D77-4511-A8A2-F9C0CE0F5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54EB463-37A3-4BE3-8F57-696A68BDE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DDC85F4-199D-41A2-86C4-0E21D2E5E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92FF1D0-8A57-4408-BC7F-A64280C74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18512063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121F8E2-E714-44E4-89C0-8381A4706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A6D564-7CED-463E-942A-7FFF67E45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E9A7AB-FE1C-4B7D-A183-131E6129B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3B4E64-280C-4AD3-85E7-646279168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A9856B-0AE6-4239-A654-F6BE17A3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92481ad592461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16B03C-B61B-4336-9E65-394FD455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ECB206-8346-42E1-BD46-75303D919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DCCDEE-2EFB-48FA-8649-9CE2B5575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2FAF9"/>
                </a:solidFill>
              </a:defRPr>
            </a:pPr>
            <a:r>
              <a:rPr sz="2400" b="1">
                <a:solidFill>
                  <a:srgbClr val="F2FAF9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81FD12-B806-41ED-B5B7-DFB3F4254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CBDBDD"/>
                </a:solidFill>
              </a:defRPr>
            </a:pPr>
            <a:r>
              <a:rPr sz="1200">
                <a:solidFill>
                  <a:srgbClr val="CBDBDD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08D639-0EBA-4F16-BF27-2D856900E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3F6451-7402-48AB-BF05-9B33FBB8A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1053DF-8C0E-4FFD-92C6-C7A13DEBD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860B1E-979F-4B3E-9ECF-7B1C51F00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427104-1B7A-4ED2-957C-087041999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9E9209-2E6D-44C9-B535-1CC91854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7B72F1-7AE1-42F3-A5D2-6CE0F57AB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5D264-2147-4970-AE73-350529B57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84C755-4A47-4C46-AAFB-7B7FD7C74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5C4CCD-9ABA-49DE-9941-3DE1D758B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74CDD6-555E-4A45-AC19-C13CC5FB5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1D3D53-C379-4D7B-ABCA-E729EF03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C5912A-6B83-4E3F-BB2D-398C19CE1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92B886-C765-40BD-94F9-B324C4572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4C9DFF"/>
                </a:solidFill>
              </a:defRPr>
            </a:pPr>
            <a:r>
              <a:rPr sz="1950" b="1">
                <a:solidFill>
                  <a:srgbClr val="4C9DFF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E80041-D57C-4B75-8959-79ACFD106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C7E61E1-ACD2-4321-B99A-C4E6947E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1BA702-5177-49A9-BD0C-C89DDB218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E78A01-F878-490D-A26A-EAC16118F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728E55-678B-4527-B40D-C1A8CEEB2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7EE4C6-DC4B-449F-BD12-A4483DA59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B74D"/>
                </a:solidFill>
              </a:defRPr>
            </a:pPr>
            <a:r>
              <a:rPr sz="1950" b="1">
                <a:solidFill>
                  <a:srgbClr val="FFB74D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DFD864-BEA4-45B9-9E64-D497CE2C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2C98D8A-EB5C-4915-B1EA-1D0420C00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49A7991-3A6C-44CE-9B00-F61058757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9E771D0-CF65-4AEC-BBC4-381BB372D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E952538-CD98-4340-B5BA-F8E58EF76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5279839-642E-4256-B407-AEBB741F1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5E52836-3F57-4F2C-A74C-8B314172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272dcb5f824702">
            <a:extLst>
              <a:ext uri="{96DAC541-7B7A-43D3-8B79-37D633B846F1}">
                <asvg:svgBlip xmlns:asvg="http://schemas.microsoft.com/office/drawing/2016/SVG/main" r:embed="R49836521a6bc4e8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4D1A6D4-5D92-4010-9C61-51D2522FA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D10FEEB-9963-4F36-BCE3-2E7E1DB91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B36607-E7B8-49E9-A9D4-EEDCE654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43936F7-0749-4455-9F05-866003E94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33E990C-DCC8-4CA5-B21A-EB4C3BD80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50FFD30-F886-4869-8105-0E1DF0FFA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BBC0D65-471D-489C-9381-A75185415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1999CF-DD99-46E7-81C7-7A6A89518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F81ABE2-28B7-4FE8-865B-07182A234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476D50A-5084-4A64-9FDF-9946D87DA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3C82F08-ADAA-4CE4-A011-99172D176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F129738-04CA-41CD-BC6B-E88989F9F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7CB412D-0383-4574-9775-85228C9E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2813883-C197-4E30-9CD1-D3E7D5ECA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BEBD22F-D0F1-4CD7-9E4E-9D7E00099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549BB72-019B-4BA8-9AEA-F95FC9E0B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2BF6C9D-61AB-4F25-A32A-ACCE843AF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C1564A9-F343-4FD4-89A2-EB5DFDB34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2DDECDF-602C-47F9-866C-96FFA1EAE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8BCE0D8-4A87-4991-BD89-773614D84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826D2B3-FEC8-4E8C-8924-FE5C23B77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B886D8F-56F5-499A-89A8-6816A2637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C065A96-1EB4-4D6A-B9A9-412270499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C342FD9-873C-4EC8-8674-CC11AC9DF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47A6509-B7BC-40F8-A6EE-01A4C80C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8446BAD-72AE-4140-90A5-2672EA004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FFB74D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5410F91-3E2F-4C83-BDF6-93013017A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B74D"/>
                </a:solidFill>
              </a:defRPr>
            </a:pPr>
            <a:r>
              <a:rPr sz="675" b="1">
                <a:solidFill>
                  <a:srgbClr val="FFB74D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7C351DA-017D-4588-AED6-2511ACB28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B74D"/>
                </a:solidFill>
              </a:defRPr>
            </a:pPr>
            <a:r>
              <a:rPr sz="1425" b="1">
                <a:solidFill>
                  <a:srgbClr val="FFB74D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1BA2DE5-315F-4787-8FF5-1D50DC710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DF9D9F2-86C0-4FEF-8840-294417B39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2EA3661-99CE-46B2-855F-A49608C6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00AA51D-91B6-425B-B108-D854C76CD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375DED6-2F83-4D65-9138-CF4481A90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1EBFF66-1674-446F-8A73-39A85726E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DA2B697-34B0-4057-ACE5-E580D5D29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75D63B6-D708-450E-82F7-4F57A56F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4924C2E-0C75-426E-9A4B-FA03AF6B4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4805542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4CC60AB-B49F-4687-88F1-96E433271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394C43-EF60-4B32-9CD6-87C83D829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BE695F-1953-4F8C-B85B-A6918028D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8BB3D6-81C5-4EA1-B609-49BFD3C99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1422AA-784F-4462-B160-1486877F6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e7328f748e4ce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48C144-8A8E-4809-BF64-4799502F3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378981-DD58-44C6-B0D9-5CEC7B873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F96027-BB03-49D5-99CF-6272C3496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9521B3-5935-4ACE-B722-A15E6301E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3F195C-4FA5-4CB5-A445-62BBCEEED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85f1245d414d8e">
            <a:extLst>
              <a:ext uri="{96DAC541-7B7A-43D3-8B79-37D633B846F1}">
                <asvg:svgBlip xmlns:asvg="http://schemas.microsoft.com/office/drawing/2016/SVG/main" r:embed="R8534b687696d40c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955592-274A-4134-B703-70D7A79FF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8771C5-6EEA-46B3-AD66-CB77222DE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8B5BEB-DBD4-4B0C-A3C4-E3475AA89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4C9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8932AB-EAC5-469D-9631-E7E9BE57C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A5500A-D696-4467-B360-9E286FC8E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1FE1CA-E2BB-40EB-A34F-EE7211F8A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3085FB-037D-4FD2-BBD7-332382871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FFB7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0C0264-CA55-4B71-8D1A-DAADC65D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B67C47-EADD-47CC-BC70-486755025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BA7927-CD98-47AC-8190-466538C4A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8AFE9E-2CD9-449B-BB37-87918B9A8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1B6A30-2886-4CEA-BB79-41AA93147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553DF2-9ED9-4588-B02E-E7D1B3B7D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68795E-EA3D-460B-8F15-89416A40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648BA5-E729-4861-80EA-AFF7AB7C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999CD12-3DC6-4D21-A63D-6DCCEA774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6F8EC6-6D55-4D61-B641-E738EE1CB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1278026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E49A20E-9B36-4C55-8BE8-288445062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DE11B2-3828-4D86-A7B0-4080C5628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ACF1E4-18CB-42DB-AA12-2969F1C7D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12EE31-821B-4C3A-8B6E-909354833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8849F5-3B00-481C-89A0-20960402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4468abb9e44ef0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421598-F51A-4FD4-A2CD-826548632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09AAA0-9613-4038-BD84-42D2A21B3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A7AE7B-08BB-4B35-89D0-3925973AB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43407F-68C0-4B77-8D4C-34978DD49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A636A5-B754-48CF-A94F-4D77C5D4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f8c903dcc14161">
            <a:extLst>
              <a:ext uri="{96DAC541-7B7A-43D3-8B79-37D633B846F1}">
                <asvg:svgBlip xmlns:asvg="http://schemas.microsoft.com/office/drawing/2016/SVG/main" r:embed="R740f029f328f45a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E83AE0-730F-4159-9048-9F8006AD8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7A0A01-EB0F-4A26-BF49-B6D713C4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7FFFC6-73AE-4333-942C-DB44F67E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B9946F-2AEF-4BE1-81DB-71F8EC127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66CCD8-247A-4810-93BB-6650D8367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8E2167-BC9F-40A6-8AAE-2D42FE1ED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CABCBA-E8AA-41C4-BE87-38156E5C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919026-C9F3-4115-8D94-7F3C473A3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52BFBA-561F-466F-AD3F-0F6F3A3DC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DCFBF3-517D-4D6F-99A2-704A7B86B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E57662-BBCC-404C-870F-A2967F0A5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CABE02-F3E1-4CA8-8B2F-01CC7DA08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E4A19D-9A0D-4DCB-8BE3-4D8EBC89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4C258E-8E14-40F0-9B09-CE35592F0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BE58D4-F4A1-4247-8EE9-D92D2FEE5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E0F763-67AE-41FD-BA06-F3C4C139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082B16-5598-42E3-A652-D0EEE0E31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FB1277B-118E-4B3C-A9B8-AA7E5ED8A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6B9994B-B910-4970-956E-A2699E3B8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684E7FA-3BFB-4313-945A-B249992C9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0380474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B3A0A1-75EA-46D0-B399-FD02E848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3B2C7C-DF7E-4774-B87F-CBB2F1B84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FCD461-41C7-4F92-8355-B5AC89F28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F47EE4-3F2E-430B-B092-23D2C6926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036210-3FD3-4687-BDFF-63754E2A1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3c944f99a7434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AFF91D-ACA8-4FF6-ABDD-EC2B5F498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F8CEC3-C519-4C28-B32D-6125DBFAB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A037FB-0142-4C4C-9F13-8976663BE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5A789A-684D-49A7-826C-8C73C9241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BA577F-BD09-4FEE-9855-EF728A05E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88c33389b34bbc">
            <a:extLst>
              <a:ext uri="{96DAC541-7B7A-43D3-8B79-37D633B846F1}">
                <asvg:svgBlip xmlns:asvg="http://schemas.microsoft.com/office/drawing/2016/SVG/main" r:embed="R22e7b691073a4d3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08227F-E98E-415E-B34C-7A92B5003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EE251B-8671-4FE1-B317-AB2BC47C7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9BCD3D-C39F-4ABC-A063-6E1EAB29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0B4D9B-81E4-4BB3-9E1D-15D9084F5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A8C1A9-41B5-4148-9B5E-FE9F6278A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FBE26C-AD3C-41DC-BCAF-B75DA7A1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9ECA2F-BCC6-4BB5-A2D2-9C58E2960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87F1F5-B4A3-40F5-9D69-CD7F114B5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327EB0-A79E-4B28-9B46-E4DB86AD4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0C74E5-CC06-464C-8522-F42FB02DE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4725FD-90A9-4F6E-8770-0B8B5B126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8887EC-0568-4283-B001-E31462955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A31498-3964-4E6E-B116-FBEED890B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AB886E-CAFC-4120-A195-56AE2BEB5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185880809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F7728A-1DA8-4D86-99DF-699ED07FF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68BE8E-8FD5-4381-AA20-574A3845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CE70A8-720A-4C05-8DF9-6301F8512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0279DF-3B16-4736-8A60-1704400DD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0A90A2-7011-4585-8CF8-DC7F6AAA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1f99b09c3a4a6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82B08B-EAE2-4B39-9F97-28A4A38CD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7B5ADC-584D-47C8-8073-B70DA4F83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4A60BB-2DCF-430F-8F27-CF1AF1FA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9523F0-0385-4D86-A8FB-4FC8E720A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9F41DE-016C-4427-AB79-8237FA1D8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ecb8b013ec4d50">
            <a:extLst>
              <a:ext uri="{96DAC541-7B7A-43D3-8B79-37D633B846F1}">
                <asvg:svgBlip xmlns:asvg="http://schemas.microsoft.com/office/drawing/2016/SVG/main" r:embed="R529cc96f74f4404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43349C-AE55-44B8-9B98-B75FEB5A1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653D05-77D4-4E73-B1EC-926C1647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3B597F-1A2A-4FD8-B185-2A0C5B45E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0D2930-BE1C-4FFD-955B-4B5C153F9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BDBEA6-AD26-413B-86D3-D02613012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E46667-F9F8-4F8C-86C1-642861301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CE1914-D752-4128-9B8F-A5E582538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8541A5-C237-4AFB-A989-64E2F0FCC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BB7E84-C622-48C2-8238-394D99B35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32FC7A-B5E1-4459-BA02-36D23A82F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AB4DBB-E7F3-4BA0-8292-A37DE99DF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62B3CD-72F5-4B9D-981C-0E4C04C6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BDBDD"/>
                </a:solidFill>
              </a:defRPr>
            </a:pPr>
            <a:r>
              <a:rPr sz="1350" b="1">
                <a:solidFill>
                  <a:srgbClr val="CBDBDD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F18D78-9752-49B4-BE58-49BE7693F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1D6307-A93F-4299-9BA0-E230CCDA4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24107269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9A6ED97-9031-4975-829A-139447A7F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720927-5944-497A-B131-152DEC23E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D76A27-6E4F-40CD-892C-5C9E8D1E8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2E89F9-F8D4-45AD-9E1D-BF5DDC1CC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AC7F9C-1582-47F8-8B7C-090F448A9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3d679ff0034d2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BC14B0-4830-48A9-B0DF-83B82CC55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5A3CCF-D29A-438C-B911-9CE68D47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0FB1DA-3955-4682-9ABF-0597B8759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AE960B-5705-498A-A65F-E9FD42F4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AAD7BD-ECDD-4067-BE53-7503054A8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2ac1975c0445dd">
            <a:extLst>
              <a:ext uri="{96DAC541-7B7A-43D3-8B79-37D633B846F1}">
                <asvg:svgBlip xmlns:asvg="http://schemas.microsoft.com/office/drawing/2016/SVG/main" r:embed="Ra2abc38d881f42c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382EFD-45EA-4A6D-AD15-5F01F5694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FCDB2E-DB26-449A-903B-144D3DBAC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FFD24D-98A1-44D6-AF3F-5B4D8FF5C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A4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A64B08-AB36-4FAD-9E69-BFC0149F5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E3FF25-79AA-4B95-83E3-30B2D63D4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A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FB3EFA-FB05-4CE5-9628-A972C5E80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BE4120-0F79-46FA-9DCA-F1DE61A5D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C9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0B387A-E7D7-4CCE-919D-93C22E21C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1D0989-7537-4176-8607-90DAF3FFA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0D17C2-3A50-49BB-962D-2A8DC3DC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15106D-AAED-4E09-AD59-6ECD1A18A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CD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C29B99-B4E4-4EAE-BD53-BECCA98B3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85F983-1C5D-4B97-B85F-6A09C28DB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B7F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06B8B2-17A0-44D0-91B3-05BD974B7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7713AEC-C015-40EA-8FE6-8D7D2F649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427354-D929-4E25-A118-CF72E1425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996555-5640-4B15-96CA-B2C024A8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A9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9C4221-2A24-4E03-BC27-9612EFD3F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8382A44-8029-47D1-B8F7-C36107BC9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AA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0851DF3-CA5D-4238-B28E-EF1C51B04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88D0207-CFE3-4F24-AE76-0868E3AF4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B8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CAABE21-2AD8-4A8B-9023-20D96E7B0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1871277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5053FF23-7EC9-440A-A330-C7203A93D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1DC8B0-9769-472D-BDD9-C4A6947DA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2EAA24-FB46-4782-9232-A10857597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6D0380-423B-46A0-9BE5-D7E64A83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E9448C-9FAA-40BF-9B7F-B000F4B5C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a042901e1f4f7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E52761-4C62-4E36-A90C-ADCD858C8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1B8F1C-4349-4918-ABFD-E6676389B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BBEF4E-B0C9-4711-A707-8D708A6C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AB8938-9FD2-4EB2-8920-1702628C3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C945B4-EFDD-4A00-A7F1-C0557A3B9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ABEC50-84C9-474B-B433-D43891384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CEA2C6-2593-4CE2-95E4-E2585EB2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831239-1D4B-4C69-A215-0F6DD8486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05B03D-DC84-4775-BEB2-6D1E63D45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972421-1C29-4DA6-B5E1-C80C87294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A593E5-6BFE-49FA-9463-2F9C131C2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5BC3D4-23F3-4B06-8493-88EBC36ED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E8D7A6-5C00-4B54-83FE-53BC50F3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90FB06-EEC7-42FB-87AF-6F49EA823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11D98A-1703-43B5-AA4D-F8D6BC7D0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2CEB9D-225E-4383-B558-FC6340DDB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E8DC56-7E11-49FD-8375-E16F1A429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8157DA3-EB14-4AAE-BD74-F67F422F3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4B98D3-06AD-4CCA-9840-FFFFBF80D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972C64-E092-469A-A41B-786647E58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B07FC8-FE4C-47DF-B2DB-0CF445A83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D1ABAB-22D6-4CCD-AAD2-DF38F951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0422674-40E8-492F-92BC-702755AEE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47DFE05-FC41-4F9C-A703-ED00FCA95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922820A-89BF-49E6-9683-476267F3A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0D84E14-42CD-45CF-AF0C-7C73BE5E6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E61A1F4-EAB7-4758-9A33-BCD135C9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190D9A3-DE4B-4F57-A5C5-F581355DF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75EB88F-2FAB-401A-8EA1-D37683B77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396158B-069D-43C6-9E02-2912C9330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9F23FA-DBB3-4631-B891-7D6175F1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395B5FC-F699-4CAB-94EA-59AA068B9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9AA703B-E93B-4285-AEB5-C3AF4786F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7C5C81E-FB9E-428B-A469-E471C251D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AC6E879-24B9-484A-B637-3732C94B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3CF31F6-CDA9-47FC-9E74-C7CFBBB13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11E4EE2-F19A-477E-B492-66E086702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DB2513F-1365-4695-8AC1-E3EFD88CB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7686C95-926B-4562-A077-131F40E0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586A17F-89E0-4067-9E5C-C6C6CF70E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69CCBA0-E018-4A00-AC05-FE085A600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DDDB2AC-7A3F-471B-BDBE-B5FB8465C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A8065DF-C9C5-47B9-9FD5-D7255BD85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C637266-6AAD-42B0-99CC-DFC523819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CE014D3-3D01-4FE2-B60E-397239931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8EE4EB2-50CC-40CD-B11C-6A1E7BABA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878380E-61C5-4C54-8161-A7596530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E36B742-A95D-48CF-99EC-3788ABE5B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A26BDF4-1DDF-4754-B604-A57CF2D8F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CFDA2A8-EEB7-46D5-BC71-56A623B67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243D671-3EB5-4FE4-B58B-E097C2664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37C0CC8-DF6B-469D-B14F-EC46B794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546B35C-629F-4596-AF9B-8436DD0CE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4683763-10C6-4208-B923-8367B246B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53487F9-6CE1-4CAB-960E-669B6BB82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802D27E-CA14-436B-B283-B424A189C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E8E0F79-3034-4399-86B3-987F5D1CF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A03D73A-E852-4F96-A7F3-10F3312F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475F27F-B678-4120-9E8D-FB36285D0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DCCCB96-322F-49E0-91F9-521000735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DF729C0-C7B8-4229-8224-D835DE1DE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83D80DB-09E6-4A8D-93EC-399466E4E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39C9858-DF27-44F0-9F87-690ECBDE5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6E03577-B2B1-45EC-8BA2-3B85BC184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5700D89-0957-4629-B021-DE7F7E954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D6F20ED-01D0-445B-9189-1344B776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9691A9C-A6C4-4E5B-A13F-22F03B456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3FEC64C-0D4A-4051-A232-07F5892F7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3D34267-64BA-4BEF-8CDB-1B982FB3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0135C3B-080C-4E51-95A0-F7A82C8F8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29B05F3-A3C7-491F-AC05-26AE9908F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27BA489-F58C-4F74-9235-2E535D61B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292EF16-BDDD-47B1-B72F-F9DD6DD4D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7932E59-3D61-478F-A321-384F4E31D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6FD7A2F-4BD3-4070-A89D-91D3816E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477A87D-1461-4EFC-AD23-3F86C9BEC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3E7F74E-A4AC-4DEE-A966-B433F53D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755D613E-2141-4F10-80F1-D23666EC4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EA0E94A-1777-4640-A385-913664DA3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B612E52-A0DB-4352-B9CC-C5C3B852E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B6B68BC-B92E-42B4-ADA9-D4119FF4D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A62EBFA-6B81-43DB-9FE2-8422469FF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D3013EF7-932B-4999-BF93-3A3852018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3D8E917-9467-45B8-92B7-6C728A7F8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AA7763D9-6457-4582-9055-6EA64E047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FDE92DB-CA50-42EC-873E-BCA526D90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0C3602B1-BAAD-487C-B1A3-38C37535B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234CEF81-DFE0-4D53-A95B-80ACB3CDE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F4C25ED-DB8C-4584-8720-9401AD66F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45FB5D1-BCDA-4127-BC50-8D42F00C7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CEC695DD-533E-42BC-B782-5CDA47EB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1AADE95-5D9C-4344-9BE2-B6682BB31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3DCCFC56-6ED6-4591-9678-2F4A13279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9F872851-F1F2-4B87-84BD-45ADCE94E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EA4C6814-09AE-4137-85DE-47F8109E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112961986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5AC1ECFC-664E-42FC-8C4C-7D776166E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258707-EA98-4DEA-96EE-2F253EEF2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502623-9443-4FCE-9465-9AEED96E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CB7A4C-5AF7-42D2-AF29-9D58589B2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EAA275-53AE-49EF-B1B8-BD3E65518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48800fc2a04f8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3EC2AC-B607-4E10-9848-13FCFEE63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C5AE99-AC18-432C-AED1-B826BCCEF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A0A304-3FF7-4869-800B-F1C25C27E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EB55AD-B525-42AD-955D-C2D44D0BB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AC4D90-9971-47FB-B794-0B5D533F9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E7C28A-47A7-49E1-98B6-03A0BB74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AE8584-6D56-414D-B462-6CF25E93C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D2CB80-4BE0-4966-B326-83727A556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6C6AD4-969F-4710-A416-9265C8963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ABF6F0-7FA5-41EF-8AF3-3E1769674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5C9797-98E1-437C-9CE1-557ED3250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FD26DF-B476-4CE5-8BCD-FB7C8C9B9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EED23F-1C5F-4302-908A-D4A7D2545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F49FDF-996D-41C1-9141-3A33E168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888AEF-03C3-4EA7-989E-65D535861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0B81E3-1239-4331-ACA3-09E4FA53E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659073-9791-45ED-B5F3-3AD596136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DE99EC-CC0A-405E-B029-3E9150446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38A388-B575-4A55-ADCF-4562EA819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C6E87A-D330-4012-B6AB-4EBF85412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60E7D3-464F-4DEC-B124-9C45AE5F1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1CA2C1D-0630-4B3B-9C18-DEC95C151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A4E56F-8651-4D64-86B6-A315581E5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4FF42A-7FB0-417E-89F9-942B0EBD4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3CEFC1A-1D8E-4A4D-A32F-2772A7C0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284D956-27A0-466A-87AC-0976A2B3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8E8359E-D171-4DB3-8425-DFB5029CB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D579562-7595-4692-B4D6-BA3C02AEA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D996115-BE35-4FA5-A213-6C626DF0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C92F6C5-CEEB-47C3-B509-C947DFE0C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94B9B01-3600-4E56-B917-F7730141B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B83A147-3C84-4F01-9A0D-F3DB1EB6F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1EFF35E-68F3-4E6A-9934-AB8C828EF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616FBA6-2CE5-4B49-A477-E680CE78A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C55D93D-76C0-4A58-A3D9-8A99FB0C4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92E74A5-9863-4085-ADC6-8EE152FB6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92399B7-A00D-45F0-A722-AA47D8EC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9D45EAA-43A7-4557-A235-EF9E76343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D1A8507-C7CF-4C25-A4FF-C6EA049FC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6E84C9-BE64-4529-8969-AE77FDEA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F3A4CFC-B49C-4B00-A507-0C43FA74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802E020-3792-4D82-BBF0-39FD29146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FFB7B16-2A8D-41D6-9479-CB6F8C5C8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7E6E89D-5C70-464B-9D4F-0BDF30244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C416A12-75FD-410E-9624-577DDA16C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A0B476F-CFA9-4D08-9941-6ECEF67F9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7AD8DF6-2F2F-4586-8BD3-9F5D16915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7FAF4ED-B493-490C-8979-FF097F009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DA897B5-36CC-44FE-B4E1-B1D6404F3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0FAE159-AB7F-429A-AB81-7DD118175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6A1F1FE-79F1-42C7-9734-F1E51682E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ABCF455-C21B-4162-9FB9-C76380467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18727AC-5F13-4354-B502-42A111826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B75CA3B-5775-488C-802B-8A5576FF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4CA3CB5-AB31-4001-9027-FF820AEF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6668BA7-380D-4C8E-81E9-587B58E2B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0679160-431F-4DE1-941C-0B23CB99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B58BFEC-27A6-45F1-B815-3D0DB2590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4300BD3-D012-4257-A19A-057085463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6A2DC61-EDAD-449F-A96E-2FF9A4CD8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7B332CD-DFB8-4B6A-9797-BCF2F42D5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29B2DD8-5387-42B0-A07C-1803D09B9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54353ED-930D-4B34-B4A4-8D50B5366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0325F2C-BD8D-4EA2-9C0B-C0C394FB4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A583DC5-058C-4335-8114-4FCF7578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8EE7324-E143-428C-AE34-5A57111AE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3373A83-22BE-4892-915E-864D9666A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59ACA5C-3C26-4B98-B9B3-D87A7BB1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06793D6-D4D7-449C-9C23-090385799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80320E9-54A0-47EC-AC22-CED207EBF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830A23C-1409-4600-B5B0-C5E846E1D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A31C829-AE12-4259-B4B4-28766C8CB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A77A671-7987-4982-A8CF-D2C3DC04D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C1AF1E8-14E8-4F52-9B2C-927EA3EC6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7EF1236-2C37-4A96-AEFA-4BD0ADD3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8FEAAC3-8857-45ED-B24D-D54C1A17A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9B03D58-F059-4CEB-A0F0-9A6E67E7E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12959DA-5389-4550-A6A3-11E7429D1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42CE8AAF-FB69-4A2E-B7BC-FF2ABEF6C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0F3E409-453B-4653-8612-966EFAE89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5F2BC62-D234-4CC0-8B16-70790DFBF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0B09770-098F-4ECB-89CB-5EF79296B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6E1A105-580F-42B0-A120-2AB3E073E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652310A2-659A-40DA-B4D0-FA0C2A123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5E6F1216-6950-4D9E-8274-F4F6EF6A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E5F8EE2-3449-4377-A8A0-8D2D292EE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5668B9F-748C-4D72-B049-4DE3DA9E1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C45C5DA4-3F99-4E42-8420-4A2C5CA55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F4F0BC2-BA2D-4C64-9510-3DF188034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31E8AC2-615A-459F-A811-1FE0A798D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C270E71E-734C-47A5-B3E5-F22A1704A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ECB0EE0B-09CA-47B4-8B54-8F80AC1C8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502654A9-9662-4E29-8A43-96918BDD6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F9616DAD-3714-4277-9F28-2A1259B3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117B3BF-AB06-49DF-9010-9B5638DF5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8927A48E-989C-4CA7-8A2C-FBF53AE3F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70080738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36265CA-CDBB-4E52-B316-10D312BD4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889B66-2714-44C6-B117-1EF701330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0EB6B2-4CCA-4C2A-A91C-2136A99FA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85A064-1574-47F5-A923-00BBCEC8E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8C6CC0-4822-4A35-8F2F-BFF2BB54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79a2cb6621463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868012-ED8D-420A-BD1B-EFCB2FEA0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CC90F4-3346-4F93-8F2D-1AEAD596F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EE07FD-152D-4D8A-A902-4C09D9953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5FD8E5-DEFE-43B1-8D4A-1602A5277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9944E7-4988-4653-AB0E-B89595644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AD0A2B-27B8-4B43-8B4A-5FAD883C8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AFE936-0569-4DC3-B9C6-FD7C4ED2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F09840-0EB6-4902-B249-25629BBB2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5EB6E0-DE77-486D-ACB8-23A2A6E0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44E964-BAFA-4E82-8BF9-9FF846D5E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363F33-3772-44F6-A8AF-74DC42E2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7217DA-A53E-4F9C-A171-CAFF35AC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E148B1-9425-4E77-AEE8-14115562C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90FA9E-3525-44B1-89BB-849F59D96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500E0A-A872-42C6-9998-356476813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C1F405-5808-42AB-966C-F3104A97F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93B650-5B65-4E19-BC24-9E9788609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2E3444-538C-45D9-87C7-314E3A747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CA6BEF-60C8-4A20-9F3F-26B7D04B0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4C1091-160D-4F7D-807B-9BE1D9BAA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EB4091-DDDC-4AD8-B18C-9552404B0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A3235E-D8E5-446F-9A7C-9D55EDC56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0F415D-E755-4D79-B1BE-7D82D9B8F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51B7EE-E074-4F49-B4FA-E848EE800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A6D5D5E-E72A-4011-BC3C-E9E624143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50BC60C-EE07-40F6-91EB-829410290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9B5F8D8-6050-4CEA-AECC-9F5E903BE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38844E-A1DB-4B9E-AA76-CCB679C36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E957F0D-9E51-4541-B5D3-D731856E5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6AEFB27-D7DB-4AAA-BBAD-ECCE8F47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065BE88-6F43-452E-AF15-E097E7E57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7A0D8D2-1369-4802-B8EB-FCF52D12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2DE9D81-A4C0-4004-B892-C21AA045C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8DC4AEF-576D-40D9-A712-1191031D2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D977072-E775-4D30-9A6F-CA5588C03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4E5DAAD-286C-40BA-A9F9-0EAD66BDF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8969627-A2B9-429A-A2AE-F221410EF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AF72871-B948-4A24-B351-90D97F09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25FB28A-6328-4F6D-BA3E-D6E050C43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09EEC3A-BE81-4788-87E0-FF48E493A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8070F6C-6C02-4420-985F-2044E0CC1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1209E12-5315-4C61-BE51-0CBBD1E32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C3740A4-4634-449D-9A3C-AE0E3E59F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465CEBD-0249-442D-A6A9-5BC23AB6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4C9DFF"/>
                </a:solidFill>
              </a:defRPr>
            </a:pPr>
            <a:r>
              <a:rPr sz="825" b="1">
                <a:solidFill>
                  <a:srgbClr val="4C9DFF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5D77E80-8360-44BC-817B-0AC916531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15C0392-BE32-445F-A359-B48D13234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E52C1B3-891B-4030-A7A1-DAEDD508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3D19E14-C7AA-46EB-99B0-DE1152F8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3E27BD9-8DB5-4081-A62F-E5B6FF8B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7B697AE-5187-4924-97A2-4EE0AD15F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309ED1D-E931-4ADA-A604-4FD0EC133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D3990AD-F984-4E18-A11F-2B633CD70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CB699D3-42E7-4A33-8103-6CC3081B4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1499252-9DF5-46E9-8F64-F6F317A02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D88B888-3E05-4061-96C3-87B969270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16D1741-9006-4F48-ACE8-C7F389C94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8F64EB2-59AC-413A-BD09-EBDA150A4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4DB0F6E-5EE7-4A38-B6DE-B67AB351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F6714E1-9A11-4035-B382-772EE52E6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B1912C2-039E-4AFA-A530-927B38B06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FE4871D-55F6-4674-9F76-EEC1AC768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C6E1A07-FB0B-4096-A9E5-6C93A0009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775B6BC-C67B-44E3-B60D-EAC0394B3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D9EF36E-DD25-49DE-9727-8D080A593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7473BD1-B920-4A73-9EF6-3CF75210D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5157BEB-B928-4815-BE09-9EE8EE6A5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C928F5B-C735-4E37-BFC3-4A7AD5F36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07C8C5C-3011-44F1-9759-6FBD9131C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8E91A21-10D0-4FF3-A61A-1D02E4BC5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69EBA9C-F1BB-4BC6-B6C2-82D56356E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110B833-EBBF-4D3E-8A6A-E7A04FC58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73D0A09-B351-46BD-AB27-3110FBB2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B6C46EC3-9FED-43C2-8A90-991EB6C62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E263473-4C2B-49FB-8261-293CE640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81F92A5-63EA-4B4D-A8DE-09A1B4FF6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61BBC08-007C-432B-B228-31177E981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651C39C-19CA-4A0A-B8C4-DFF511C25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6FA9575C-953D-4ED8-BD0E-0638B510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223A5AC-365A-42BA-AB10-4496F5CC3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664FE9D-77AA-4BE3-A31B-A7823A295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05CEBB5-4963-45E7-A14D-C21CB2A07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8EFBF9A-97C8-4BCA-B84C-F0E60AA2C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32A5AE2-1D35-4BF6-B958-60B9B4450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1CE3A61-4FF6-4C47-96DB-405D1C376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4444825-E18E-477D-B941-0548644C4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C513966B-2D35-47EF-ABEE-D845C5DED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9B251936-7FFC-44D3-B128-A9F13C2FB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380DF5B-B2C9-4819-B7B7-1DCA27C3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CA63CB64-42A7-435B-B839-C9C59E61D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C8D8FEDF-33BA-4F42-841E-0608D3724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6E2E1B5F-01EE-49BC-A2CF-88AE6BE1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187167642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D79CF39B-6E3F-49E0-90B3-23F3DDE1D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DD43C4-6525-42F7-AFE5-E9CEA929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1DB5C6-ACA4-4FD1-A0A0-7544B8A07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BAE516-C680-40C6-B143-99D394B39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85E3DE-5137-4434-8B9D-FF034DC03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0921583acf443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AD918D-56E6-40CF-8B67-C8C19820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F76E4C-B975-4B42-A8B6-5AC37F4DD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F046E9-1E00-4451-9C5D-63ED29520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5FE591-92D7-47B9-BA88-75A6E717B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2A6606-2FA7-49BD-855C-F0F85FFA5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9E5F7F-DD55-4863-82A1-0ED2338A9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7DBA0D-2FBA-46D5-8B0F-091B15FD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26F604-3378-4BC9-B43C-D55EFC4A5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444510-4354-43A6-B30C-96402B670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00221B-2A3F-41EB-8679-72E0D4AD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9397DA-6272-48E9-9851-BF34CD0D5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5C4185-62B8-4536-9F8D-00BBBC17A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020122-431E-4A9B-84D2-FC1CA120C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416491-B92E-41F3-9B4B-45624B0DE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86F51F-A299-424E-8B57-4C664FFBC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981F10-EDC7-4637-A1C4-4609B1D4B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490E20-807A-4C6E-93C9-9A34F6B17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8E02B5-CE30-491A-8B16-ACC211D9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C33138-B4C3-4D38-9780-94D6A2B31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B275C2-C66A-4C68-B019-09B4EA8F9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4E497D-D6A0-4FE4-AFAD-F6FDB3926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E5AC968-A68C-4D39-8767-D4CFB797B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8710058-80B6-4FD1-B3CA-C6B9B303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6C3E76-3596-4AC3-BF5C-CCE06B1E5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E9B94F9-8EC5-48E5-825D-1B68FAD29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87920A6-8F46-48D3-A9BD-12E9B09F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A92027A-622D-4182-A3B6-98E8AD1C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494EA95-9BB8-472A-A997-37DD4E6D0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9B0791B-2A31-4458-87C4-F8EFA3D80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BE7070F-BC81-413F-B87A-B737982CA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AD11301-9551-43E1-88A3-850AB7F15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FE98297-74D7-4813-A0ED-5ED9CFBD1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E448F87-CE17-4DFA-8825-BE61F3288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34568F6-365C-4361-8615-030D817E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1C490BD-5ADE-4EC9-8AB7-DBE29046D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4EC5EC6-6547-4263-A5D3-9693F3E01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90DFB44-C183-455D-81A0-4CAEF211B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FE324CD-4FAB-46F6-BA5F-AF22E79F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7D35F62-C63E-4057-8ABC-1187A99C3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EE9EB3F-BE68-49D5-9FD4-661EE34F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C3923ED-F626-475D-9DBB-F9ED81AB7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42409D0-FE5D-409F-AB7B-E59924ACC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647FF11-FB69-4DDA-BBD4-2B89547F4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1B94C6A-193C-47F4-96E3-B99160ED2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FD30597-00A2-49C3-B259-893CBBD42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3C52BA5-AA43-4786-A843-EB0E44B85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FEFE4CB-C6ED-4629-B747-75E279764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C0579CF-D475-4132-8282-098E43603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8336E6E-44FA-4441-A8FB-4FDD855B3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7369220-FA08-4541-A057-17EC80ADE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836F749-1AAB-43CC-9D2E-00AF88626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27DF443-85CA-4935-95C8-2814DE96E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56FFB8A-1D0A-4CF1-BA46-85514485E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766A88B-70D7-4F94-AA26-083A698B4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82120D3-45F8-4EA1-B5C2-F4E282209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30F59D8-1D21-4D37-802F-44101AD50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F88B583-DB41-4507-8846-275714BA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DA10938-D83D-4D0D-9338-08FF80E3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8D4A25E-9C8D-4219-805D-CACA87658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A3916D5-2E39-4D14-A9D2-3E9F19A31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741E280-3F23-431C-85A4-71362FD15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C30022C-F1BD-418E-B95F-2944D602F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C31BE85-2710-4732-9132-362465E9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4785387-0066-4C08-AB1C-F4D3E6104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637D6B9-83DD-4F1A-83AA-775BD1FB2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9F512D2-CE76-4035-8D9E-7E2D4E553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0E95952-AFA0-4D93-8EFB-394344A35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E60C1A5-4A49-4DD2-8B8E-6A105239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AC66C93-69BC-4D54-8934-3C90C8E8E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74E3E3A-1B32-428A-8395-9A671F7E9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1F08D44-40AD-467E-845E-858C00288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94A3F83-2B7B-44EC-B83D-C7EFE2B1E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4E1BB2A-5B4F-4999-A52C-83795097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6540ED1-E963-44B6-8444-E780A56BD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D6E8D97-0251-4D9A-8152-812F5E18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C5A7A72-657E-4B58-9AF0-61612ADD5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D0FA50D-08BE-40BD-8226-B08AEAEF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5E21B5B-5B1A-4180-BE36-6919F8824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9166DD39-EC5C-4E9E-8A2B-E19ADC6AF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A2834D5D-51E4-49EA-BC81-659FDF033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22B0A54-AD51-480D-B8AF-0542D55F5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AAE84CC7-224D-406B-8EDF-F692E7F2E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3185899-EBC4-4C2B-BA23-44E731977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953ECD7-6583-4855-95B4-D72906D37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F3FEEF4-D62F-455A-AB7C-ED534117E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A523162-9759-440E-9C14-9F350D75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9094AB0A-CA97-4E9B-B7D1-1E55966FD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D4F06F5-9CDB-43BF-AFA6-8ABC013C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6796B4F0-F3EE-45A5-B1E9-F18E50367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CF12577-109E-43DB-BECE-20B13AFC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82AD4F3F-7DBB-42D4-AB02-3A1F8502F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67ED1F9-D301-4183-88A3-2DAD184E9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14309EA7-950C-4923-9AD8-0F0E36F24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65928ACC-D33E-4197-8F40-F85F78FA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EAF27043-C281-4932-92C7-F416CFEC5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157316280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E2731DE-0CAD-4DBB-90C2-F1825AAC8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06B224-E10F-4727-B6EE-94FBC3D73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F3D8AA-FD7A-4660-BD2D-72B64A367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5299C4-7ED6-4C07-8E85-C443860F7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DCD390-49E7-44BB-BDF4-CDFAE127A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f146fdcf00424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40015D-3D95-47AC-93BC-8BA6171A4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E2D550-4A27-4820-B90A-AB11BA735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5B0B56-5798-47D1-A939-7A6AB4E3C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0ABEC8-AC5B-4566-B9FC-D0F444B03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5DFD83-A7AD-4118-A406-029500E9C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8747F5-E142-46BB-9841-E83595AF6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1C28E7-C0C4-41AF-96DB-9DC307C03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332896-EDEA-4398-9A83-AEEE4E4E3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2858D1-5FD3-4C42-B03A-66737A40A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1CCF8E-1C8F-4CF4-BFC2-74652A5BC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5E5A17-BCD2-4E6E-A39A-7601FE86F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6AFE1D-872E-41D0-A5C2-D25EE1A2C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19F95D-5704-41CA-9D28-249F3E18E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CBF4E6-79AD-4280-918D-5B75F177F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3832B9-2BD4-42F1-91AF-2C4F363F7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41B2E1-1808-4CA2-BF4A-CF4A77094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2548BA-A2BE-4B48-B40C-6414C5BD4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BF6984-90B1-4E55-A3D6-1C3D9DBA4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E6810D-E09D-4FBF-85C4-9881939F9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605010-465D-4822-96F6-CA2D97BE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F7AD05-1E5B-49DF-B1F7-E886C16E4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5A2805-B6E0-4BB2-94AA-11E6A6B3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FE576D-3272-452E-B85D-07441C43C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F39AD96-B0BE-4864-8F47-DBCD6A79C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A54B31A-F94F-4F9D-917F-CAA83DABF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B05DB3-AE63-4DA9-BDA7-D6FF17ABE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BB79A42-7C47-4C60-BCEF-D1F7A3D8E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C431CB-F707-4EB5-A0AE-0DFA5864E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7A7F81D-5BF3-4E8C-AD41-879A9241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7A64D5F-F011-4973-9117-18E1247E0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6CCD63A-6282-4C8F-9191-6E814E224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AA3036C-D76A-4589-BE0D-C8230D3C6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08AC97A-BE10-412F-A3AC-1E3E9E81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557C473-D125-4D75-BAD1-CEBC99656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C9589AE-F15C-407B-B8B8-0F0061750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71BF303-DF57-4692-A406-9C887ED9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9F0149A-E2AF-4E28-A73C-EB537BC1B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C714D96-881B-4394-932B-2901B3B36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2AC0146-962E-4E30-891D-51EF5DE50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3693FDA-6613-4A3F-BD10-E13047E4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5EA8FBD-5E64-4A0B-A301-174F88305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D0A6A04-42D5-4637-87C8-2FFD78F48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F6D79CD-2410-485A-A642-6B154152F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3B05FD5-4760-455F-BA23-B05599B62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44CB125-945F-48DA-B481-1299B837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FF6FBB8-E02E-4975-B38C-84C720497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ED57C10-E347-4737-9D4C-1E4AD9525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1600546-5408-4FD2-A8F7-91F12DA0C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88BEF8D-8E50-479A-93BD-4B385C523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39190B4-04F6-4D1A-B58F-2877EDDEE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E3D9524-A246-4C7F-954C-43A1202B9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9F1C062-F512-44D7-A876-2471C10B8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2805B6E-E5F8-4DDA-8D17-9D167959E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4B437D4-8B78-48C0-B50D-3D87CE5DF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409B324-291C-4878-843A-5A49DC382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37DC016-0A42-4DA6-8724-DFCCDFA9D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879C826-E09C-48D8-B329-4502BD3F3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1CCA417-07FD-44B8-AE62-C90A7C88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306DF23-3481-4985-95A0-49C51DA33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A3B7E98-4101-470B-AAF3-EC624976C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29C1A21-9E93-4730-B49C-C3698B888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1F20BAB-4946-4FA7-9E61-FFA3733BB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7C9B982-7449-444A-ABA0-CA9E49847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C8CB0EB-E5E0-4C0B-AE97-975DD492D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C157F6B-2536-44D3-81BA-C8E59DD7A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A158866-0507-412D-8C8E-68683966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A11D1B9-0ACB-4F82-A7A0-4CE74171C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5D3B56FA-1D72-486C-AFE9-7111CCD0A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84B2AD7-4461-4034-9B75-6A473F221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35DB415-24E3-4B64-A278-C15190296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CDC08A8-89E3-458A-83CB-A1827F3AC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A588CDA-46BA-4679-AABE-CD8382A01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C8CF385-B0A8-4962-873A-C2D24661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77A275B-CD38-4BE4-83B1-071703191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3072255-CAFD-4680-A013-48031A619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DDEFE98-2EE3-4F3B-B024-C116B189A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38F9E73-7FA0-41A7-888F-D1ED9B1C9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BD55899-5238-427D-A97A-7B3A419E8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2E8F0EB-D4DC-4F25-94FB-5E9A5755B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F32FAA7A-DDCE-4BBD-9856-14A9413CD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3048787-8CBB-467F-91A7-316EE7E21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2CDDA57-8E37-4E07-8085-D43AD7C25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D404063-6F52-49DD-9053-01AF3D156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123F0B0-5FAC-4040-9EFF-40B773B50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27CB5ED-FB13-4610-8C23-B67E97A84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2FA8A13-A242-4B3D-B70B-12BBF2D56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613A611D-ABC3-4DE8-AE93-C31BD170C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895DEA1-9939-4FE2-8946-A41756974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693002E-4B30-4006-B6E6-E2A936A3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141354413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70768F23-CB42-488B-9FB1-5E889D284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42E07F-2948-424E-8A1F-3A3034AC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133208-070B-497F-A7EC-8E6AA5F11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5FD4A1-A61C-4C02-988B-05BF3FB17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E1E408-2A6C-41D7-9D7B-40839821C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9d6f5661ae4a9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AAF4C5-A687-40FD-8D22-FAD2B85A8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872A0C-E493-4F4F-96C5-FF74CB376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C8E39B-2E0B-46A6-B576-834A644AA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EFB2AB-EB58-4C1B-81FE-D4E6ABCF0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Carteira, faturamento, backlog e parcelas projetadas por cliente.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84AE59-C9D5-45B3-A13D-4FADB6960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1F79B0-CF50-4E4A-BC28-7BC75EAFA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55ABC6-A393-4AF6-94AD-FB727A6AF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733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C37B81-C3CB-4D1B-9269-F723AAF35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1752600"/>
            <a:ext cx="1085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CF1D57-54B5-48D2-BE80-6888D0CD5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D96E88-5596-4017-8CC2-165088ABA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B8C3DD-210E-4E47-8855-C99E48EF8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C4CDC3-06C7-45B9-927C-26E9AD09B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ATÉ 2028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103BF9-5BF8-496F-A1AF-010197EE1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1752600"/>
            <a:ext cx="1390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PÓS-2028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B1B6B4-1B52-40AA-A320-EDB1171E1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F1679D-5F13-4805-AE65-C324456F4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AXIA Energia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4F135A-C329-4185-8006-F9B1F399F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0859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562437-523F-4754-A207-D85B54430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R$ 42.544.856,72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768E19-07A4-4420-ABC8-1D1E91814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R$ 13.587.630,96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767565-90DD-4907-819B-EDDD42D2E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R$ 28.957.225,76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9A6807-2E73-4546-A4D1-20C3CB6B6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119CBF-E1FA-42EF-9D53-0E0398BAE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085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5CD6FF3-1E54-41EA-9981-A22FB8324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206B7F-6960-4448-B59E-5A91A17B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E2DA4BA-95F1-424C-B96D-97B9FB200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Petrobras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28F1B27-1724-4867-BD16-3000AAEEC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4288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BD48ACD-71BF-4BD4-8C47-23C40A576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R$ 126.739.271,47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5CDE565-519D-4FCC-8CB6-181DD4772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R$ 1.506.178,20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5E89728-CEC7-4C56-B149-19D023B8D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R$ 125.233.093,27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5340D91-E7ED-4E1C-BB89-2E04A5631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R$ 123.670.948,92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F423FDD-CA8F-4F62-AAA3-42C60B2A8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428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R$ 1.562.144,35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94EEF03-6448-4C0F-8EF5-E2FD1D5E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15FBCF7-FA63-44CF-86E5-DD8F9B42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Enel Green Power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4B521B6-180D-4738-BFC4-F9765783C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7717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92E48E3-8546-430D-B9C6-AE390CD61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R$ 74.695.374,05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B7E9B59-9C57-4B0A-AEC9-B33C05C7C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R$ 46.633.200,10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1510AD1-8DDD-483C-B490-454A5B06C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R$ 28.062.173,95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31BC7B1-3F45-4756-A893-4DC627621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R$ 28.062.173,95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2C66AF3-33AB-480D-A946-AF5949A04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27717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0F94F5B-E8D7-4000-BA7C-C1E731FA8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B7554B2-EA84-4CD3-A384-01DD8BB5D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50E9851-174A-4354-A764-2D05D59D1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CEMIG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F39E3C0-00A8-4EF6-B96F-82964975B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1146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E312025-B00D-4CF2-BF7A-DA9162507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R$ 157.646.971,08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D451BDF-BE8C-43BF-843B-B11157806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R$ 15.287.450,14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A44284C-0A86-45FD-BE6C-E923E9D71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R$ 142.359.520,94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C757CF8-D6F5-433D-AC1A-63E77B2F0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R$ 142.359.520,94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0B96DA4-E546-4A82-9862-FC6772ECA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1146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796157C-5651-477C-850A-3F56C6257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1D193D0-DC2F-4E13-8E48-BD8FCD25E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Âmbar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019A86E-74EB-4C4B-8577-EEAC11D15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4575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B98ADDB-7D57-4CD4-8B18-FBE25DEE7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R$ 883.317,21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7B0B003-3348-45D4-A982-917F68575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R$ 794.985,49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D04034F-73EA-43DB-BB84-CA96756B2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R$ 88.331,72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1D5BC6B-A191-4790-8B14-D57F1EE0D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R$ 485.824,46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A05FC16-C4BB-4BBE-A468-922A85BB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457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E23DB47-3B35-4D34-9B8F-4F9078CD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44EA2FE-51B9-4055-BD93-237804AC1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A328619-8B8A-449C-BB5C-042B942F3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Hydro Alunorte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CB1250C-AEF4-46A5-9927-F97C4E1D6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8004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3A000B1A-3C7E-452A-9C1A-FD382F305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R$ 4.965.143,38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FA27C9C-84BE-42A5-8A32-75B8C548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R$ 828.439,34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30BFA3B-C657-4BAA-BBC2-606B788D0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R$ 4.136.704,04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99387A3-9423-46DE-807F-97AD98B4B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R$ 4.136.704,04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20D7D95-6696-4EA4-A4D6-A1BF7AEDA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38004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1E0E51A-5D37-4AE8-BB23-ACA4BB678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42444F1-E522-463F-B115-D5E9048E0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Belém Bioenergia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CA003B4-8794-4A8E-AABC-385FB8A21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1433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78B7DDF-6B63-44E3-82CC-C20FDF8DB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6857ADF-DC23-4DB1-8657-45D23A930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R$ 279.135,36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C5DC640-1323-43FD-944E-82D862E01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R$ 1.166.709,35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DA656D3-5BA9-402A-95A0-83EF11B51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R$ 1.166.709,35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7C091B5-9D14-4F44-9FF8-0C56DD9E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1433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CA9F81C-CDB8-4245-9FD1-DB3E7C66D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3B9C0EB-FF47-4035-B651-13F97189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1CBDEB3-3270-4D34-939E-ED1D207B9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Flessak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E12DA7D-62F8-4B59-A00E-0994A4CDB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4862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F1394A6-19E6-48F2-BF14-B79BFD377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R$ 803.178,97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CF356567-939D-4B9D-B651-64D3883A7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R$ 80.317,90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0ED54C2-A36D-4FA6-9519-30BC59915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R$ 722.861,07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F59DD12-54E9-4EE7-B114-966358FF9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R$ 722.861,06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86D17AE-0740-4349-BF2F-BB999C61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4862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R$ 0,01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DC6A01B5-5150-408E-B7A3-136AD3BA8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AE12A230-B41B-4F99-886B-0644E86AD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Harbin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129F749-4716-40D1-AF28-A090F011E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8291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6416ED7-21E2-48C6-A8D0-BF744B4FB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D98BD777-E321-4D33-B04A-0793467EE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3EBF278-BC7E-498F-92B1-D84399B5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87B2F69C-C581-41B2-991D-F89A98B0F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CCAA3E9-55F6-4C6D-97EE-CC7D0ABD1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8291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A171135-5476-4A4B-8990-EF7781E2C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5A88598A-811A-426F-9DC3-739266186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C52B2EB6-86D9-42F8-8606-D79F44AE3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ArcelorMittal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812B038F-3A28-4B89-B1A3-75EED8C6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1720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8297C64E-1018-4152-964A-BBCFB026B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0E324C5E-5C61-4EC0-BDF9-34C32BA4C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D4BC9ECE-FDCA-492C-B8B3-D3596BF1B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R$ 261.601,20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46B28A61-B1A0-4AEE-A00B-2D6111DF5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F702B7F8-0593-4DAC-A003-B44892ABB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1720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7D7A5DDB-1535-4C8F-A28A-250658A72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76B921FB-853C-4292-99C0-3CABF7C77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Andritz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4B03A3D7-3A59-496B-B0F5-1634E889B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5149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90AA2F71-6BAD-4AB3-9957-2D8A564FE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8E710196-40C7-49F7-A351-D85A72B73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FF37E46F-B85B-4BCA-B158-FB7B374D5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BD0A42F5-471C-4622-BB20-B6291B475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CA6BF509-1A91-48A7-A0A2-63DD244AA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5149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71FAAC63-C735-414A-BC9D-162923104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ADE7360D-2072-4BD0-B451-48D68C134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79D9FAF7-93ED-4F66-AD49-33B6CD909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733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Total da carteira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E8FEFDE9-757A-48B3-A4AC-644E19540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58578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11 cliente(s)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7F6BEA69-DEE4-4F77-8B07-856154BC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R$ 410.145.558,79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0A9820E3-9CC5-4214-B3D3-113E10B82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R$ 78.997.337,49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3A70B3CF-831E-4F00-A113-91AF17586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4C9DFF"/>
                </a:solidFill>
              </a:defRPr>
            </a:pPr>
            <a:r>
              <a:rPr sz="938" b="1">
                <a:solidFill>
                  <a:srgbClr val="4C9DFF"/>
                </a:solidFill>
              </a:rPr>
              <a:t>R$ 331.148.221,30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510BC47F-9461-42CE-9F70-664C9AEC1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R$ 329.983.569,68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8D75693D-A6F1-4923-B4D2-5E390CD62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8578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48145949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C0FD14-EDA5-43CA-B8DE-ADE2BBB3A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28D77B-5EA7-4B93-A631-FFF27E606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D2E9C5-CE5D-446C-B331-73A1965D5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846256-E2CF-4BCF-BA5D-1F5FD5C43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23e7adaca64fa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CDACFB-3C39-460E-A55E-6E0DCBF9E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DE4720-CD2C-4394-AB29-E7DA03300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42bb28f9834887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98853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2026-09-17T22:40:11.8950000Z</dcterms:created>
  <dcterms:modified xsi:type="dcterms:W3CDTF">2026-09-17T22:40:11.8950000Z</dcterms:modified>
</coreProperties>
</file>