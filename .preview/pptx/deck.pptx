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09f9a7bbe54bdb" /><Relationship Type="http://schemas.openxmlformats.org/officeDocument/2006/relationships/extended-properties" Target="/docProps/app.xml" Id="R5ae49b423ff3487b" /><Relationship Type="http://schemas.openxmlformats.org/officeDocument/2006/relationships/officeDocument" Target="/ppt/presentation.xml" Id="R6c06684d6d2a4c2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2a518faba64c53"/>
  </p:sldMasterIdLst>
  <p:notesMasterIdLst>
    <p:notesMasterId xmlns:r="http://schemas.openxmlformats.org/officeDocument/2006/relationships" r:id="Rf06b982da4a04646"/>
  </p:notesMasterIdLst>
  <p:sldIdLst>
    <p:sldId xmlns:r="http://schemas.openxmlformats.org/officeDocument/2006/relationships" id="256" r:id="R69a424e70e274d52"/>
    <p:sldId xmlns:r="http://schemas.openxmlformats.org/officeDocument/2006/relationships" id="257" r:id="Rb57d63629cb949f2"/>
    <p:sldId xmlns:r="http://schemas.openxmlformats.org/officeDocument/2006/relationships" id="258" r:id="Rc690b79e198840ab"/>
    <p:sldId xmlns:r="http://schemas.openxmlformats.org/officeDocument/2006/relationships" id="259" r:id="R0ce4823920544f11"/>
    <p:sldId xmlns:r="http://schemas.openxmlformats.org/officeDocument/2006/relationships" id="260" r:id="Re0eeeda58ee34691"/>
    <p:sldId xmlns:r="http://schemas.openxmlformats.org/officeDocument/2006/relationships" id="261" r:id="Rff9de5e27975432a"/>
    <p:sldId xmlns:r="http://schemas.openxmlformats.org/officeDocument/2006/relationships" id="262" r:id="Rc4e4db91202b48c3"/>
    <p:sldId xmlns:r="http://schemas.openxmlformats.org/officeDocument/2006/relationships" id="263" r:id="R9176b4ceae5d451d"/>
    <p:sldId xmlns:r="http://schemas.openxmlformats.org/officeDocument/2006/relationships" id="264" r:id="R6c196b4deb864ae4"/>
    <p:sldId xmlns:r="http://schemas.openxmlformats.org/officeDocument/2006/relationships" id="265" r:id="Re9ce28f4b4ca4523"/>
    <p:sldId xmlns:r="http://schemas.openxmlformats.org/officeDocument/2006/relationships" id="266" r:id="Rc254d69c113d4cc3"/>
    <p:sldId xmlns:r="http://schemas.openxmlformats.org/officeDocument/2006/relationships" id="267" r:id="R540da7d1b6254969"/>
    <p:sldId xmlns:r="http://schemas.openxmlformats.org/officeDocument/2006/relationships" id="268" r:id="R1acecb741a404ebd"/>
    <p:sldId xmlns:r="http://schemas.openxmlformats.org/officeDocument/2006/relationships" id="269" r:id="R0c938997323340b5"/>
    <p:sldId xmlns:r="http://schemas.openxmlformats.org/officeDocument/2006/relationships" id="270" r:id="Rf14f2f85179f4bd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f0b253bae14faf" /><Relationship Type="http://schemas.openxmlformats.org/officeDocument/2006/relationships/slideMaster" Target="/ppt/slideMasters/slideMaster1.xml" Id="Rb12a518faba64c53" /><Relationship Type="http://schemas.openxmlformats.org/officeDocument/2006/relationships/notesMaster" Target="/ppt/notesMasters/notesMaster1.xml" Id="Rf06b982da4a04646" /><Relationship Type="http://schemas.openxmlformats.org/officeDocument/2006/relationships/presProps" Target="/ppt/presProps.xml" Id="R3ada9ff1c5984aeb" /><Relationship Type="http://schemas.openxmlformats.org/officeDocument/2006/relationships/tableStyles" Target="/ppt/tableStyles.xml" Id="R98ea0f0953574b3e" /><Relationship Type="http://schemas.openxmlformats.org/officeDocument/2006/relationships/slide" Target="/ppt/slides/slide1.xml" Id="R69a424e70e274d52" /><Relationship Type="http://schemas.openxmlformats.org/officeDocument/2006/relationships/slide" Target="/ppt/slides/slide2.xml" Id="Rb57d63629cb949f2" /><Relationship Type="http://schemas.openxmlformats.org/officeDocument/2006/relationships/slide" Target="/ppt/slides/slide3.xml" Id="Rc690b79e198840ab" /><Relationship Type="http://schemas.openxmlformats.org/officeDocument/2006/relationships/slide" Target="/ppt/slides/slide4.xml" Id="R0ce4823920544f11" /><Relationship Type="http://schemas.openxmlformats.org/officeDocument/2006/relationships/slide" Target="/ppt/slides/slide5.xml" Id="Re0eeeda58ee34691" /><Relationship Type="http://schemas.openxmlformats.org/officeDocument/2006/relationships/slide" Target="/ppt/slides/slide6.xml" Id="Rff9de5e27975432a" /><Relationship Type="http://schemas.openxmlformats.org/officeDocument/2006/relationships/slide" Target="/ppt/slides/slide7.xml" Id="Rc4e4db91202b48c3" /><Relationship Type="http://schemas.openxmlformats.org/officeDocument/2006/relationships/slide" Target="/ppt/slides/slide8.xml" Id="R9176b4ceae5d451d" /><Relationship Type="http://schemas.openxmlformats.org/officeDocument/2006/relationships/slide" Target="/ppt/slides/slide9.xml" Id="R6c196b4deb864ae4" /><Relationship Type="http://schemas.openxmlformats.org/officeDocument/2006/relationships/slide" Target="/ppt/slides/slide10.xml" Id="Re9ce28f4b4ca4523" /><Relationship Type="http://schemas.openxmlformats.org/officeDocument/2006/relationships/slide" Target="/ppt/slides/slide11.xml" Id="Rc254d69c113d4cc3" /><Relationship Type="http://schemas.openxmlformats.org/officeDocument/2006/relationships/slide" Target="/ppt/slides/slide12.xml" Id="R540da7d1b6254969" /><Relationship Type="http://schemas.openxmlformats.org/officeDocument/2006/relationships/slide" Target="/ppt/slides/slide13.xml" Id="R1acecb741a404ebd" /><Relationship Type="http://schemas.openxmlformats.org/officeDocument/2006/relationships/slide" Target="/ppt/slides/slide14.xml" Id="R0c938997323340b5" /><Relationship Type="http://schemas.openxmlformats.org/officeDocument/2006/relationships/slide" Target="/ppt/slides/slide15.xml" Id="Rf14f2f85179f4b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8be4ece09447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ea9f7a601d45d2" /><Relationship Type="http://schemas.openxmlformats.org/officeDocument/2006/relationships/notesMaster" Target="/ppt/notesMasters/notesMaster1.xml" Id="R1b115392e6c14e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5f1b2566c94967" /><Relationship Type="http://schemas.openxmlformats.org/officeDocument/2006/relationships/notesMaster" Target="/ppt/notesMasters/notesMaster1.xml" Id="R9be425b5feb94a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88e73c08274c12" /><Relationship Type="http://schemas.openxmlformats.org/officeDocument/2006/relationships/notesMaster" Target="/ppt/notesMasters/notesMaster1.xml" Id="Rda2cba48318b45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67a03314fe4c50" /><Relationship Type="http://schemas.openxmlformats.org/officeDocument/2006/relationships/notesMaster" Target="/ppt/notesMasters/notesMaster1.xml" Id="R40c78b794ab644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6e865d64644a77" /><Relationship Type="http://schemas.openxmlformats.org/officeDocument/2006/relationships/notesMaster" Target="/ppt/notesMasters/notesMaster1.xml" Id="Ra059e58bd4a5479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215cbe966841d3" /><Relationship Type="http://schemas.openxmlformats.org/officeDocument/2006/relationships/notesMaster" Target="/ppt/notesMasters/notesMaster1.xml" Id="R46bc6792eb514e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8f371fd3684384" /><Relationship Type="http://schemas.openxmlformats.org/officeDocument/2006/relationships/notesMaster" Target="/ppt/notesMasters/notesMaster1.xml" Id="R4faf2e277bcc4d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62a9ee9d654822" /><Relationship Type="http://schemas.openxmlformats.org/officeDocument/2006/relationships/notesMaster" Target="/ppt/notesMasters/notesMaster1.xml" Id="Rf28d9129e93c49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48ea1c8b9448f8" /><Relationship Type="http://schemas.openxmlformats.org/officeDocument/2006/relationships/notesMaster" Target="/ppt/notesMasters/notesMaster1.xml" Id="R5921ca9db3414dd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bafffddaa08407b" /><Relationship Type="http://schemas.openxmlformats.org/officeDocument/2006/relationships/notesMaster" Target="/ppt/notesMasters/notesMaster1.xml" Id="R36501897dcdb47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4d3ea23d7f4cb8" /><Relationship Type="http://schemas.openxmlformats.org/officeDocument/2006/relationships/notesMaster" Target="/ppt/notesMasters/notesMaster1.xml" Id="R7661a3578d1a4c2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3ee31f7e1e340dd" /><Relationship Type="http://schemas.openxmlformats.org/officeDocument/2006/relationships/notesMaster" Target="/ppt/notesMasters/notesMaster1.xml" Id="Rc2b16a8cd54d4bc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0765909c784b40" /><Relationship Type="http://schemas.openxmlformats.org/officeDocument/2006/relationships/notesMaster" Target="/ppt/notesMasters/notesMaster1.xml" Id="Rc62b3b370b0d46e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cc0cd672c2d4e14" /><Relationship Type="http://schemas.openxmlformats.org/officeDocument/2006/relationships/notesMaster" Target="/ppt/notesMasters/notesMaster1.xml" Id="R3363ba3f22ff4e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d7bea7321a44170" /><Relationship Type="http://schemas.openxmlformats.org/officeDocument/2006/relationships/notesMaster" Target="/ppt/notesMasters/notesMaster1.xml" Id="Raa6a71ac5bc64c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33643e8d024b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9c903418b2425b" /><Relationship Type="http://schemas.openxmlformats.org/officeDocument/2006/relationships/slideLayout" Target="/ppt/slideLayouts/slideLayout1.xml" Id="Rfc395171e4c5405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c395171e4c5405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d9bd705fa402e" /><Relationship Type="http://schemas.openxmlformats.org/officeDocument/2006/relationships/image" Target="/ppt/media/image.png" Id="R6c7cef1f158b425d" /><Relationship Type="http://schemas.openxmlformats.org/officeDocument/2006/relationships/image" Target="/ppt/media/image2.png" Id="Ra8f9fcf866bb4125" /><Relationship Type="http://schemas.openxmlformats.org/officeDocument/2006/relationships/notesSlide" Target="/ppt/notesSlides/notesSlide1.xml" Id="Rae35a7282bb74d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44fef975b48dc" /><Relationship Type="http://schemas.openxmlformats.org/officeDocument/2006/relationships/image" Target="/ppt/media/image3.png" Id="Rc7fe9122eec54c92" /><Relationship Type="http://schemas.openxmlformats.org/officeDocument/2006/relationships/notesSlide" Target="/ppt/notesSlides/notesSlide2.xml" Id="R2cbec215d1764d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dc9526fad6465e" /><Relationship Type="http://schemas.openxmlformats.org/officeDocument/2006/relationships/image" Target="/ppt/media/image4.png" Id="Ra44cdaef4fe3469b" /><Relationship Type="http://schemas.openxmlformats.org/officeDocument/2006/relationships/image" Target="/ppt/media/image5.png" Id="Rd278385a48ed4096" /><Relationship Type="http://schemas.openxmlformats.org/officeDocument/2006/relationships/image" Target="/ppt/media/image.svg" Id="R189422a3dd1c47ba" /><Relationship Type="http://schemas.openxmlformats.org/officeDocument/2006/relationships/notesSlide" Target="/ppt/notesSlides/notesSlide3.xml" Id="Re1e93142e99545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d77886a0146a8" /><Relationship Type="http://schemas.openxmlformats.org/officeDocument/2006/relationships/image" Target="/ppt/media/image6.png" Id="R160b3cdc39a7465b" /><Relationship Type="http://schemas.openxmlformats.org/officeDocument/2006/relationships/image" Target="/ppt/media/image7.png" Id="Rea2f1e8b6f844ae4" /><Relationship Type="http://schemas.openxmlformats.org/officeDocument/2006/relationships/image" Target="/ppt/media/image2.svg" Id="Rdb6513721fd94dbc" /><Relationship Type="http://schemas.openxmlformats.org/officeDocument/2006/relationships/notesSlide" Target="/ppt/notesSlides/notesSlide4.xml" Id="Rf170b28e62c94b0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6041160e84eb2" /><Relationship Type="http://schemas.openxmlformats.org/officeDocument/2006/relationships/image" Target="/ppt/media/image8.png" Id="Rb94414c8c3bf4735" /><Relationship Type="http://schemas.openxmlformats.org/officeDocument/2006/relationships/image" Target="/ppt/media/image9.png" Id="Raa6b89ffc611418b" /><Relationship Type="http://schemas.openxmlformats.org/officeDocument/2006/relationships/image" Target="/ppt/media/image3.svg" Id="R4fc133acf8274c5b" /><Relationship Type="http://schemas.openxmlformats.org/officeDocument/2006/relationships/notesSlide" Target="/ppt/notesSlides/notesSlide5.xml" Id="Rf01ba8e5e31443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b29f072a349be" /><Relationship Type="http://schemas.openxmlformats.org/officeDocument/2006/relationships/image" Target="/ppt/media/image10.png" Id="R1166b58a89b54cdd" /><Relationship Type="http://schemas.openxmlformats.org/officeDocument/2006/relationships/image" Target="/ppt/media/image11.png" Id="Rdf049d1cf60143e7" /><Relationship Type="http://schemas.openxmlformats.org/officeDocument/2006/relationships/image" Target="/ppt/media/image4.svg" Id="R30861f8b58c74271" /><Relationship Type="http://schemas.openxmlformats.org/officeDocument/2006/relationships/notesSlide" Target="/ppt/notesSlides/notesSlide6.xml" Id="R57870a35ac854e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e980616a0a44ac" /><Relationship Type="http://schemas.openxmlformats.org/officeDocument/2006/relationships/image" Target="/ppt/media/image12.png" Id="Rc33c22b7530a40b0" /><Relationship Type="http://schemas.openxmlformats.org/officeDocument/2006/relationships/image" Target="/ppt/media/image13.png" Id="R346fd91ccb364472" /><Relationship Type="http://schemas.openxmlformats.org/officeDocument/2006/relationships/image" Target="/ppt/media/image5.svg" Id="Rc11044ec86ab49e7" /><Relationship Type="http://schemas.openxmlformats.org/officeDocument/2006/relationships/notesSlide" Target="/ppt/notesSlides/notesSlide7.xml" Id="R2729a6138f584c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8eb037de54547" /><Relationship Type="http://schemas.openxmlformats.org/officeDocument/2006/relationships/image" Target="/ppt/media/image14.png" Id="Rb5a056586155476e" /><Relationship Type="http://schemas.openxmlformats.org/officeDocument/2006/relationships/image" Target="/ppt/media/image15.png" Id="R14118d9cc7794659" /><Relationship Type="http://schemas.openxmlformats.org/officeDocument/2006/relationships/image" Target="/ppt/media/image6.svg" Id="R56ee4a685eaa4674" /><Relationship Type="http://schemas.openxmlformats.org/officeDocument/2006/relationships/notesSlide" Target="/ppt/notesSlides/notesSlide8.xml" Id="Re68bae35437e49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98e48f46c4e06" /><Relationship Type="http://schemas.openxmlformats.org/officeDocument/2006/relationships/image" Target="/ppt/media/image16.png" Id="R3b508cbc8eed4d3b" /><Relationship Type="http://schemas.openxmlformats.org/officeDocument/2006/relationships/notesSlide" Target="/ppt/notesSlides/notesSlide9.xml" Id="R1f6a07bde8fb4e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a2b514589427c" /><Relationship Type="http://schemas.openxmlformats.org/officeDocument/2006/relationships/image" Target="/ppt/media/image17.png" Id="R3e4cc4f985c642b0" /><Relationship Type="http://schemas.openxmlformats.org/officeDocument/2006/relationships/notesSlide" Target="/ppt/notesSlides/notesSlide10.xml" Id="Re7b4890fe4f144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f613484bf4449" /><Relationship Type="http://schemas.openxmlformats.org/officeDocument/2006/relationships/image" Target="/ppt/media/image18.png" Id="Rb1bbfaf889844f12" /><Relationship Type="http://schemas.openxmlformats.org/officeDocument/2006/relationships/notesSlide" Target="/ppt/notesSlides/notesSlide11.xml" Id="Rc188101f7017422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01f54d12144a7b" /><Relationship Type="http://schemas.openxmlformats.org/officeDocument/2006/relationships/image" Target="/ppt/media/image19.png" Id="R45920cc7b6cd40f0" /><Relationship Type="http://schemas.openxmlformats.org/officeDocument/2006/relationships/notesSlide" Target="/ppt/notesSlides/notesSlide12.xml" Id="R9b4f2c658f6a42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26c9d75d543c3" /><Relationship Type="http://schemas.openxmlformats.org/officeDocument/2006/relationships/image" Target="/ppt/media/image20.png" Id="Ref3d9473596f49d8" /><Relationship Type="http://schemas.openxmlformats.org/officeDocument/2006/relationships/notesSlide" Target="/ppt/notesSlides/notesSlide13.xml" Id="R3a9e8225e58344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6987c180f4e04" /><Relationship Type="http://schemas.openxmlformats.org/officeDocument/2006/relationships/image" Target="/ppt/media/image21.png" Id="R5faa49f846c74727" /><Relationship Type="http://schemas.openxmlformats.org/officeDocument/2006/relationships/notesSlide" Target="/ppt/notesSlides/notesSlide14.xml" Id="Rc8195b8b662a4dc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c4b8a39cf45fe" /><Relationship Type="http://schemas.openxmlformats.org/officeDocument/2006/relationships/image" Target="/ppt/media/image22.png" Id="Rab27e9e1611d4812" /><Relationship Type="http://schemas.openxmlformats.org/officeDocument/2006/relationships/image" Target="/ppt/media/image23.png" Id="R5b403b24069345dc" /><Relationship Type="http://schemas.openxmlformats.org/officeDocument/2006/relationships/notesSlide" Target="/ppt/notesSlides/notesSlide15.xml" Id="Ra7707b2c7c8b46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6CAAF-1DEF-4288-9885-73AB5960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CCE949-0FD0-4CE7-A599-9C8B685E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5712C3-D979-433F-BC21-987759C5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7cef1f158b425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574FA-3F6B-4081-8410-17C70A46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DC76D-FCB1-415F-9675-EA02EFCE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f9fcf866bb4125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C56614-DB33-484A-9718-D86A1F14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EFBFE-4DA4-49DF-805D-FC1A69C6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B7E287-73BE-4AD1-9BDA-09A614819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54BD2-4FED-4F99-A5F1-490EB83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B1B51B-E89B-48E4-ABB9-A840816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ACBEC3-3BBB-4BB4-8D7A-1EE63252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1A63F-A50D-4F18-983D-FDC53E12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FC0E83-4DC4-497B-9141-F05AD80A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FE7E74-CF0C-41A2-8DF0-388AAA4A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245588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A338E9-51C2-4D41-B7B4-1C214ACA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A7CC4-9D71-4350-8BE2-F04692F8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0D452-F170-46FE-BE2E-E755346CE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F4D9B-7C72-474C-8101-BDDD9CEE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51EB8E-7EC2-4ED0-87E9-0BBCDC52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fe9122eec54c9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17F4D-7FA8-410B-B966-8C9D68C1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95C56B-3D4A-42B9-9F76-41E5603D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6BA638-856B-46AA-B347-7648B426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A9709-F430-4932-A077-0893E2A4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3D5CD2-1562-4DAF-A9BD-F00AE88E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47808-8F6E-4848-A2DA-C7D5BC77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53F78-BCD2-4AF8-AC73-058A0D10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87910F-910B-45F8-8077-8CEF7CA80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FA8EBB-CAF1-42F9-BDD5-C374EA9D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B7DE3-2D55-4833-ADF2-F2A41AE4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48A54-59F2-417E-A419-28F478D1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C17C21-3460-439F-809B-5DF21F0E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4BDF6-181B-4E81-B4A7-272848D8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0BA62-F5E4-475D-8B57-0D9559EC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DB32A7-D4CC-44B0-996F-EBC2D566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9FAAE8-5F01-4670-8859-11D1FD06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56E506-2F08-467A-818B-E765E77B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801F6A-30FF-4F4E-A1BF-F4610B02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AB1835-ABC1-4D5D-AA77-41547E2B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E517413-33CD-4C81-95A4-F9B5E2FD2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D771BE-5AA3-4309-95B7-3B7135F0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2DF5F7-CC18-4A7E-832A-F08903AF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2D5F96-36A2-41B7-B4FA-C8C3C65E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A05D44-3F24-47C5-BB4B-AC44456F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32E4F1-1615-4E69-BF4F-10B0030D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649345-E85A-472D-8F51-484ED1AF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CB9BC8-5D37-44ED-80D1-AE3DD5C77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C14B79-3E28-4B9D-AB9E-975E4AE1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720E2B-B4AB-47CD-A9CE-CF998FBF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8DED1F-01DD-4529-83A6-BCFC32F8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C797BA-12D2-46C0-A911-9A5B0508F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34C0B-224D-4D35-8376-50023784A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B24307-2145-4115-B7E6-D86D3E44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A185AD-FE37-4261-98B5-11A7C21A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FEA615-F08C-4962-8DC3-DEC004FF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6253942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DB0CD88-150F-4F78-8726-B8EB1007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081FFB-9103-4AEE-A061-2E70A04EA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91C947-91BA-4DB6-91C4-42A1F015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37B82-DCBF-45E6-A3C7-5EBD411B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5CACA-73EB-4F35-B97A-D3D75179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4cdaef4fe3469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FB98B-76DB-490A-8043-F516E708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2C1EC-194A-4045-A553-A19E9E9E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C77D1-EDB8-4D00-AE20-EB1F433A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F1248-9F80-4E2D-AB64-AE711129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DECBA-769F-43F6-A855-8D15D7E9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37473-91B4-42BD-AA52-08EA6643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4FFEC6-571E-4824-8EC3-19A878B1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17D703-435F-4C42-8461-3CDE9F91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4491A2-95A2-42FA-A69A-7A09BB9C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73AC6A-FC32-4F08-96DB-A330E1E5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818E33-6BB9-4626-9A13-AC58F13E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3ECAC-D018-4F5B-9DD7-99ED7CEA5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1C8F5C-5DEF-477E-808C-78145270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A4200-0B62-4EAD-94F3-820E4194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B74B04-9262-47EA-83B2-BC5A656CB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1758C7-F7BB-4A2D-86EB-31561781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4BF968-CBE9-49F9-8D37-F1334A02E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B07C09-09F0-4EC3-B38A-56118E78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33790F-0E6A-4654-A593-7007AA81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B1B4DD-D220-4B2A-AA5C-5127FA01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0A3591-BB6E-4B90-AB3C-1F711794F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C7C77B-96B8-4486-AC5C-D3AECAC0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1B3E7AF-E306-4569-A9FF-299340862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0AA4CC-ACF0-449C-9AE4-D312367A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E5236C-527A-4E11-9EDC-BFD1FC4A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DECFFB-465A-40C7-842B-1148BAFD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461380A-217B-44C0-9E68-3A4D4170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37F610-058C-4C4F-8D00-3F8DFF74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8581F0-705E-4595-9716-34BD85F5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F31DB3D-F24F-4BC1-A13E-CCED52BC0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9078AF-C4E3-4126-86F9-A6E01CDA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8385a48ed4096">
            <a:extLst>
              <a:ext uri="{96DAC541-7B7A-43D3-8B79-37D633B846F1}">
                <asvg:svgBlip xmlns:asvg="http://schemas.microsoft.com/office/drawing/2016/SVG/main" r:embed="R189422a3dd1c47b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12EEA1-54D7-4613-8429-C1B2095A2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883418A-2E50-4703-AFA6-77B38C515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8BDC25B-0EAF-463E-A690-7005D32C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8E8BD-21D6-4151-B1DC-823C66B9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EB16E2-5717-4E6A-9B7C-DB1227EE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B6C334-A5E7-4DC5-B1ED-A3045C6B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EF4A4D-445C-4921-A951-6AA60532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0582B-3A3B-4773-BF9A-AFE9B81E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6D59F41-27CE-42C7-8A80-9B5DC0C75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B7E335-4419-4FA0-BDC5-1D5A15ACC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D92154-2802-4322-9F7E-1AB06EE8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7E7C4E-FD4A-42F9-8A0F-BD630B82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80C7C1-E68B-47CE-8718-513F165B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5565BD0-5A5E-4169-A5E6-4542953B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1DA390A-4EBB-4A4D-96DC-2D5D313F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EE5CE1F-2517-46FC-AF59-592631B2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BAEDDD1-DBB7-4101-9965-2DF7BF7E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6351887-B495-41C2-A724-6E0BEDB2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CF614C8-D298-4373-A823-AD05D5FA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44B6F1-A2B9-4D3D-A743-9FB96B88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3E287CA-97EB-4E01-8283-8A13E099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034AEB1-40EE-4F75-8DEC-7114B50D6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1A60EC5-7F1F-40F1-ADE5-6A6E11F7F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D420CB1-7385-47C3-AAB7-E33EB5D5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69C76C7-886D-4F43-869E-B8E1A36E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EBA92DF-7451-4722-9613-754FC045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05D0F58-A90E-4DA0-AAAF-D760598E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7850BE3-A935-44F2-A8D4-C1AEF217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4A469D2-B949-4FB3-A707-05AEF2B1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564A425-0264-43AB-8DD4-9ABB0BF2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27FCF7-D563-403B-A9A3-D242BCD5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5BA7C54-5AEF-4FE9-BBF4-C749216D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8CA2C5D-3749-46ED-888C-2510D742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4AA3CED-8211-42E6-BD71-B66EC38E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FC97C58-40BE-498A-8292-D1326EDF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5803197-94DB-4504-86C4-902F81E8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BD7561C-CCC0-4089-9F52-86D836E0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057671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154D22-CAF8-4875-98BD-CC8A1530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BA450-7194-4790-8359-C0EFA843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322A8E-1A93-4269-8121-522DA747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D79D6-28A5-4B30-ACDC-D0B397DF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27517-6336-4641-9E81-0772A7DA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b3cdc39a7465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45E25F-82FC-4947-AD3B-92A9757A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242D9-B43C-443D-B086-EA280A9A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9C298-67FD-4548-B634-7BC66F50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6A9E91-B158-49E6-A270-D4E51C889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20A85C-A660-4FF5-90BE-D3702D23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2f1e8b6f844ae4">
            <a:extLst>
              <a:ext uri="{96DAC541-7B7A-43D3-8B79-37D633B846F1}">
                <asvg:svgBlip xmlns:asvg="http://schemas.microsoft.com/office/drawing/2016/SVG/main" r:embed="Rdb6513721fd94db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E1EF5B-0138-4E6A-85CD-595C7DB7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00BC8-39A5-421B-92FE-37CEB5FD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97C1F1-3DD1-448E-A813-A3F3211F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800E2-6343-4701-8769-6D73873F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8BB511-2DA9-49EA-8142-0FD7A1D7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CDB10B-3269-4EF5-A7EF-1813D22C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34546C-DFC2-4BB5-A187-FED651FD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4A6702-C889-436B-A45A-9CFA9999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FC6910-2C36-451E-BC05-C3545A8B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5672EA-DE9D-4960-8A73-AA7236F3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12DB76-DC6C-453A-92B0-531C06C2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86BDD2-FDCB-47A4-B899-18E05375B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196BA1-9963-4E6C-BF17-EB9D5C3C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52D18F-2553-430A-96AF-77FB05A4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DF6FA0-B545-4259-AB74-CC55A2AF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AF7D8A-F912-47C0-806E-A13B12C1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6D27F9-7F21-40A2-9295-28BB064D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14654566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FFCC59-6B05-40E1-8F7C-B75C1A14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E2A737-1D42-41B8-9DFB-349554E7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38DC0-7D8F-47CC-8434-D5F3AABE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8514D-EF0A-457B-94F8-38AA52E9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43584-90EE-4244-9505-A156701F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4414c8c3bf473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EDDCF-7F92-4E5A-B513-8C22C806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548C3A-7D66-4772-9C79-F9209FF8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6687A-BF3F-4195-99A7-1745765D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AEF825-34D3-4B03-B32A-3503CDE1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4424B-C678-4500-BDD2-D9FD016F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b89ffc611418b">
            <a:extLst>
              <a:ext uri="{96DAC541-7B7A-43D3-8B79-37D633B846F1}">
                <asvg:svgBlip xmlns:asvg="http://schemas.microsoft.com/office/drawing/2016/SVG/main" r:embed="R4fc133acf8274c5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6C9E6-E92D-4E80-9378-0FBA698F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9B2763-9F0E-447A-B53E-42CDB523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EB5E9-0A6D-4941-8DC0-277818BA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EB0D13-128C-46EB-987E-F66E1408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F2E4AA-7A39-4D04-BED3-24E0C75A9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32369D-CC44-4AD9-BD3F-C46B7039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916A4A-7530-4FD7-8980-3E3488EB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9B249-477B-4801-A43E-12F2C0FC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CECE4B-3C88-42DB-99A8-9F3E3665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8FCE79-D71E-40E7-975E-DF0E4620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E88D57-53E2-46CB-9854-E7E331CF0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60A23F-C6A8-46D3-BCAD-EE9F89CD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33FDA-2EBA-429D-A17D-4BC0C996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5FA16A-06E8-4AD4-A7D4-C9F8FA69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5172F8-75CA-432F-87F2-F03828C8F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780832-E227-4C74-8F8F-CB7E4C5F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222F09-CBDF-40CD-95CE-FEBE4268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E4A657-B7F2-4B8A-8B77-0C9181A2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CCE61F-FC9B-49EA-8AB1-86B9A793F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9773E9-1EC7-483B-B853-9F0A27E22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143806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2D5A1B-A740-4429-8FE0-886C86495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18D13-C54D-4B92-9DD3-2ACF96F7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09824-A8CC-4842-BB8A-DA43AC20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48CE0-088C-4A3C-B63A-B9514E2F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15BE6-4841-42B7-A5C6-8F3FF532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66b58a89b54cd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83A183-1B81-4121-9DD0-BCF3AE06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F48D7-5024-43EF-A160-D29A17A48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C262CB-28BC-4603-8247-48CE49976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935D06-09BA-4C32-B29E-5CF5EADD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0537DC-425A-4926-875A-86C19103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049d1cf60143e7">
            <a:extLst>
              <a:ext uri="{96DAC541-7B7A-43D3-8B79-37D633B846F1}">
                <asvg:svgBlip xmlns:asvg="http://schemas.microsoft.com/office/drawing/2016/SVG/main" r:embed="R30861f8b58c7427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B2C0C6-CA97-4CDD-BF4E-1863DC7B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67D0D-FAF9-4660-AFFE-83C0917E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423D3-738C-4E13-B020-C51B9F8E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D6BAE3-B363-48A7-BA3A-FF38E4D7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178845-DC14-41F1-8CE8-6011043F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4D4E7E-C9BB-4AA0-91B3-52F65748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48C129-3D23-4FE9-ABE0-60FD441F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2F48F9-A1E4-4CAD-AAD4-32C5A0A5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C11204-9590-4071-B2CB-39DEA8EC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692795-A975-47FE-AF21-8D0DF34B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3A1A28-D64C-4DA8-915C-FFBFEFCE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862E51-30A2-4F43-A9E0-E5F9F50D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7C1CF2-F659-48A1-89BC-F5C2E887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C5ED7D-AA8A-4232-8931-2AB2BAE0B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4835700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291D38-79E9-4398-8BA4-EE547D64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DA664-BC83-4E1F-A383-14BB1FEE3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0032FB-ED70-4047-A3BC-4DB88901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241906-B0BE-4D32-B540-7ED1BF6D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36DD7-42DE-4C9B-91EB-20D2B928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3c22b7530a40b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C4AB55-5C69-4D78-B835-B165B5EAB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96BC9-E0D4-41B6-9CC6-0F0F8549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3D6E44-B7FD-417A-A5FE-F737CE09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EBD7B-2EA8-4E30-B6EE-1C6DA253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2AF87-C2B5-4938-9875-DBB18DC4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fd91ccb364472">
            <a:extLst>
              <a:ext uri="{96DAC541-7B7A-43D3-8B79-37D633B846F1}">
                <asvg:svgBlip xmlns:asvg="http://schemas.microsoft.com/office/drawing/2016/SVG/main" r:embed="Rc11044ec86ab49e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45128-7ADA-43A6-8B2D-EF1C222C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BE2AD-7AFF-46C3-9A58-BF25B6EB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27FCD5-B278-4225-BCF0-CDF208FC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3D456B-F949-4520-99FD-9DC6D75F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F0EC6-0C67-4566-916F-6E7650CE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C5E259-AD8F-408A-B607-F92079AC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00925D-CF83-450C-85AF-B6AA2DB9A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DFD181-B337-4085-83D4-BE0EC622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2B1CC6-1162-4C72-B5FA-38539C55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5FDD27-FF92-4A9E-9A47-ACBA65DF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770D00-2F41-47BD-9738-D739047F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E5910-4E35-44AD-A64E-48C1974E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C1F5A2-ADDE-4634-A499-6D521FD34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CACB17-5312-45A1-85A1-6B675E60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12342857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840F17-66BA-4D51-9F8B-2D81FDA6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CB49-7201-43D4-93F3-000D604C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1943C6-EC61-4D16-97D0-0A19CE92A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63C8C9-3358-4CF5-8E9F-E34B38FF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EF3D61-A23B-4C63-A485-AE097035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056586155476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FE1C95-728E-4097-B40B-BD29F1A7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7A50C0-B25F-4AF6-BBC9-65986033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C9177B-BB3F-4C67-BE18-28EF85BD8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5435A-40AE-4A71-A585-F841464C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170719-A95E-40B9-A765-C6DB16F82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118d9cc7794659">
            <a:extLst>
              <a:ext uri="{96DAC541-7B7A-43D3-8B79-37D633B846F1}">
                <asvg:svgBlip xmlns:asvg="http://schemas.microsoft.com/office/drawing/2016/SVG/main" r:embed="R56ee4a685eaa46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91B83-B3DB-44B4-91C0-25E1EB69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1C9966-E65A-429E-A955-1AA936F7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77312A-DCA4-4442-87DB-88D14B2A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BE01C-EB2D-47D2-9595-3B6E2E09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10FBC-0532-4E8E-82D3-6F5F1F53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587A0D-775D-48DD-81BA-34A9D3F4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FCE0D0-F269-43B5-A5A5-70C8A7A2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5B12B5-BE63-45B5-9F26-35AA7B76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D7234-33F3-4917-9161-0DB3A47E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313749-6914-4CCF-971D-2607EAE3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B03858-6A1B-4F67-9BC9-842548DA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324117-AD35-4B74-ADE9-C2FBD97A7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2E1C57-F2C3-40EF-97D4-E32EB9B3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7A72FA-C295-4522-ABE0-87775FA7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041A8-5B61-46B8-BE21-CC6B37400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43E0E0-3E82-43B2-849F-041BA7CD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DE5093-C322-49F7-ACE1-EB6A7DB0D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98FAB5-C63F-4E72-89DB-5BFD7551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F04FA6-5EAD-4EAC-94F7-0F8D8872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D95650-88D7-478E-B345-71C80C76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56E13C-CEF3-4745-B034-937BE0EA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A24B20-D572-4A7F-AC87-4D9464E46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4334592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3A501A5-C7BE-40D8-A655-10189AF8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D0A832-2F04-4846-8F6D-F1C15826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49F78-D4C7-445F-B70A-C08F9BE3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029EE4-D808-4AAB-A91E-206FD324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0B61F4-BDB0-4E23-98D3-E9AD3395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08cbc8eed4d3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476357-B1CF-44FF-8FF6-DA55A95D4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871594-084A-44F8-AC7F-6F8ECD60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87EFF7-F2A4-43AB-8A26-2371EF33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041E39-DAF1-48E3-97CF-AC670A1B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18F744-A415-42E8-82D5-C1D8DD27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B8E88C-B9CE-4889-A234-1F5DE333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C987D3-8793-439E-884E-4D1E62FD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D83DA-763B-4E52-AE79-DC44506B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447717-5B89-4068-8616-234D646D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BF63E4-A8A7-4FCE-917A-47417DD4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88E76C-DB88-4821-9FB1-8C72FEF6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B9D336-0A67-4F0D-BA74-CE772D66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0B4B4D-233A-4986-8136-1332C6D2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CB42EE-D643-4328-A05F-D1FEF62E0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71E80-40F9-4533-9FD9-FBB49A79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04AE0C-5560-45A8-B8E6-CCD2776B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09BED8-17C5-435E-AA8B-C027820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265DD3-5D1F-4FEA-9BA2-4C6F9383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746636-F14D-4970-8FC1-817D0840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D41FF-2F5E-4E9C-9089-6B221BED3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7110C-2550-4AD5-A6D9-3127A9AE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4D6A62C-516F-4075-A7A0-F4744A80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6A5459-60EE-4DD2-8248-F63DE2D9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28E4E5-7DC8-4AC3-B374-984F5BC0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553039-6282-4B88-9436-A2B5616E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C25EC5-6C45-4B1A-903D-0C3578A4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0695B2-10C0-40D7-838F-4325DE12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7BB3E9-5FD6-4A06-A526-0CDD128B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A5EFE9-ACA5-4269-807D-35AEC838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D950C7-EBA3-4F57-B3BD-39246ADF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8ABFCA-D302-44CB-A4AD-55E5381C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9078FC-8DB3-4DE9-A23D-A71CEF2D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26D3A8-3529-4142-891F-415E3B67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452D1F-BF4A-43D6-8E31-6D78867B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D69BD8D-9D72-4877-A5D0-A5ACFEFB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6857DE4-C4DC-494A-98FD-77C56955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D7264C-C1D7-431C-8EBF-E2B7152C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596D88-884F-485F-B99C-83FC8A665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8A55595-3FAC-4AF3-BB4A-D6F22739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9CDC4D-F6A8-479B-BCBC-BDF31AF8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FA0AAD-A75B-4FA9-A91F-DA23FD783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E30C015-E02E-4A38-A2E8-9A702660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9E40D13-0195-4D25-8818-CFC8BECF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2F9AFE4-AE77-4835-A8B5-58A46C12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5F8B34-4A94-4E5E-BBCE-14A8B01A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A226D6-D5C5-48C6-A1AF-9915A4CE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A66036-9547-40F4-BCDA-3292DB4D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29F7EE6-B119-4869-B423-F4BFCC70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1E5B2B-4533-48C0-BE34-7FF58935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C38C181-A519-4D36-AAF2-C27DD0A5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AD68654-84B1-4411-B514-48982F4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8607714-8D02-4AF6-B0F9-A768035E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C5D8377-3551-432D-8F20-8907C32E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88C7C2F-EB91-4608-8EC0-CF5B2430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1B5550-1BFC-4240-8BFC-455AC251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8DCE86A-363C-4073-B32B-2F761B48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7F03F6A-13B9-4677-A169-C652A057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E04EDD-4D72-4CF4-81A7-83F19589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0440A02-89A2-4F30-9BF2-4F13F91A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A2C523C-0389-47CA-B414-F93D8DBE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6EA231C-E85D-4F88-B729-8D725FB5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027F9DC-E811-4BB5-81B7-929FBDFC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25C7151-6250-461A-A02F-81E9E6E0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247D16E-12E6-4DAD-A11E-28046166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61BA9FD-49DA-466A-AFC6-937C67BC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BAEB443-E140-4A9D-873C-F6A0EBDD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808C200-C145-42B9-A9C4-3742D7A3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9ACB84-358A-41CD-8FA9-B724EF91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7E4A994-B138-436F-AB1A-FAE826169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E8A2ABE-4F45-49FA-AAB6-D25BB649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C7AD0E5-C84E-4B84-A4A5-BD27F9D2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0A84ADE-DC26-4C43-96E8-E1A5FABE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57C9D02-2CE5-4BCF-AD64-67B5056D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656EB1E-6E3F-4BD4-AF9E-D0F54057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9872FF1-42D1-40EE-BFA3-DF45BE60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87A401F-6D59-47E0-9679-A7784E33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9E4D364-AE7B-4A39-9F41-7990F652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DDC00FB-621F-48E8-BED3-B3D62BAA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F0A211B-87EC-489C-AF35-0BCD48D23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4556CB2-D448-4F90-8058-FFF3913A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5B161A6-206E-4A21-A82F-9E0F5A1F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10F3DF7-5BAB-4958-A276-E858AF5F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2102C57-9DBD-43C4-9EB3-7E89D295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CA884FF-D9C1-4C33-8FE7-605B41A0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BA31B16-3646-442D-B888-37CB572E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71CC4E8-1C08-4505-AAD6-F0044C08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21C5FAD-6458-4BCB-9B5F-EC920CA3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07E8905-EF00-464C-9304-BD210772E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C644C2C-4E12-4914-85BF-052C2D4C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BF0FDB8-91EB-45C2-9472-1EA0843D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77516BE-AD3F-4E19-8585-72EAD5987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E3B2F8D-7991-4C5F-8498-03D2C1EBA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150DF72-33F1-48C1-9069-DF1C2570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796A3F7-07DF-451C-ADFF-BFD8F1C03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73EC796-0545-4BA0-BF9E-B55D4E643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3947651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34BFD9C-A76D-44B9-9629-B6EF2D41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AC44E-DE75-41AB-88FF-4AD7AFDF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2B0FB-1596-43AC-87EC-00242FF1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8F5A1-1DB9-468D-901F-CED514A7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B943E-8324-469A-A076-2EBFB13A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cc4f985c642b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64E79-AF04-469E-A3A9-E628B77B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8AB91-1143-45AF-B9C3-244DA8D9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8CCBF3-11AF-445A-BC9D-425B0C4D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44E6E-3544-4FE4-871C-7D49B053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71ED3B-6B3C-4F1A-A66D-05FA1F9F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C2314D-E920-4EF0-8C37-7C8EB23C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ABEFF-3978-4D5A-B273-EA8AEB0E1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AFBC2E-50D2-4DE3-9DE8-3949E40A4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6FE34B-5ACE-4B2B-8D19-D2D39087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4E2999-6DD8-4DE3-BC5B-7CAB6411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54CB7D-3487-4DAF-98ED-C23BA846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4DA02A-765C-4CAF-9691-0303C87F4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4D21AC-A5E5-4830-8EAC-7BD236D0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F19EA4-59F1-48BC-9D91-B3BB86D3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06960D-7AE8-488E-8FA9-5E96EBCE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C04885-4DA1-43B9-BDB4-3DFF2644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9610DC-9E09-4E65-9FCA-7C4CEEC4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65D542-3BBC-40D9-9F7C-2B70EB4C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100DF6-45A2-40C8-B618-05606E48F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212698-5261-46D0-80B5-E086E108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EC2712-CBE7-4C1B-8082-F97C9FB2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93BDA9-76D4-4FF7-95D6-62FE7D87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1083CF-AA05-402A-9025-55E1FB38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E2035F0-7396-4759-9BF6-302FCB86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C9F96C-904E-4B4B-92E3-74FF8CA0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87B408-2B9E-4B06-93CA-E27BACBC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34FFDE-46FF-418F-9187-362E1BA7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94CC65-D8A3-4729-B18B-94620C8E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DE91A2-883C-402C-AE92-59CE0980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C91461-8974-4F2A-BA4B-B26EE14E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0752EB-6E7E-4B45-BD2E-3A0E5D5E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8DFE12-61B9-4F0A-BE3F-88C4966E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935FB8-F5C2-4E8B-8B1B-7C033BD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C3E914-7A1C-432F-82D6-14383AAD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93154C-F831-4AE3-A89F-F7926391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20AADD-C79F-4CDF-A6F8-AAC2A3E8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45E09D-BF89-4D89-8211-B0E01FAEF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13C29DD-2C10-48B0-8925-316B2A51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1C4A9B-699D-4D6B-ADFA-2CA19E30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819D16A-9226-4F8E-ABE1-8E0B6B1D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98DB5E-C8BF-4CB5-BD89-A689AD8B8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828457-0758-4630-BA36-345E4F1C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FA765B4-01C0-47F5-804E-DF4E8386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FD7B614-CA9A-4F8A-B052-4EA4A24D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0A9A4A9-43CA-4FAB-87BB-F1ADF61E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EDA24A8-E2CA-4DA8-83D6-8409B589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3F13B35-A356-443F-99AB-8F59912C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FF36AA-B038-4451-AE4A-89E3F985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81446E8-FF1D-4E24-A1CF-37454E81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19B6AC3-1730-4443-BA22-BA2FD96B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513872C-C4D5-4BC9-B33E-71ACD4617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42F7952-ECF0-471A-83F1-DFF3E9DF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A6F5358-36FD-4BA4-8557-DC4632B0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0398A9-C964-40EB-9D8B-D4233F2D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9D8ED3F-B062-41A0-BACA-67E894E2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D2F3651-741E-4F6C-87B4-20802981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67F104-2C4B-4477-815D-5606149C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0C57FE-0084-4C70-8787-E0262E7D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7BB7D33-7B87-4E93-80D9-C7AF4261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A0F9FE7-CE2F-4F54-B1A8-17B6D4D9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3684BBE-0E1E-4C50-8BD4-D289ED43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4CF5915-D405-4B9A-8EE5-50B62415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BCDC839-0077-417D-AA6A-E088CFE9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5ABCC86-EDD0-462B-8BC4-A41D897E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EAF2907-3590-4E71-AB57-9D2B5F9D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E115568-B7EF-4DD4-A07D-CF22A195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2080C28-6932-4022-BFC4-99143BFC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51280B7-546A-437C-BE7D-E2570543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B661C65-6A5E-4532-81E7-E66EEF2C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3E0ECC4-FA74-4A42-AB31-CBEDFF32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74D4824-580E-4FA7-8C23-DD90944D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8585506-7630-44F5-AD8C-F6BE59E7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FBD082C-362B-4CDE-BD39-31435F2C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BB8B9B7-8701-4434-A2EF-535AD15A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421857A-5F4C-4A1C-ABBF-4844E6EB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2AA2140-7CBC-4AA1-8281-225D82A1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9C98621-1648-45DC-AB46-F915CA4A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B74C0F5-A905-4D31-8F23-95F09F298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47B02CF-89BA-448E-AE7A-815CED8D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F0F37C6-40F6-413D-B34D-8DFBAD65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532A51B-D103-443C-8D7E-726D2D61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C229AA4-96BB-4419-A0AD-56C48312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DF11240-5D9D-41CB-B3C5-28873C7D1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7FBBB7F-FA52-4EEA-A0C4-B3A88130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7FD1244-D17A-470B-8477-5A5D1E00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C914A01-54A7-4D9E-B27C-383EC330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50B9BE8-BD94-46E3-993A-FEAF8C46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2871510-901E-4E7B-A0BB-98B8CA69B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8BBCD31-E4C2-47A5-905D-8FBFC119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25D711F4-5FB0-4A20-8E3A-9B0D9CC1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A3C8DE7-E5BA-4CD5-AAD8-F666B5BA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48F1DCB-2C5A-4EFB-9BE2-857DCD55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4B21B4B-FE21-4E22-882C-5B3BF3FB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AF2608B-76C7-4AEC-A4B3-036C0187C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802372E-6DC3-4B24-9134-29F7EA5D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37B520E-BCD9-4119-A8B7-CD37FCE2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50121386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316D0E4-DD3F-4FCC-9F5B-1AF5F0DE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9709CD-B21D-4ABB-AE0C-4CB90C2C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47B08-6BB1-4400-A94D-11FB9050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06F8A-536D-4429-BB6B-C1C1EC1E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86DF2C-6F48-4CDC-BE1C-203BD472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bfaf889844f1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4F8EF-5C51-4070-8C5B-707C1149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5E3A0-3A5E-4013-87BE-A72D20A0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84F682-A762-446E-A50F-E6BD3757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0425B5-AF13-46B3-8600-169C870A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82E8CD-F9C2-473A-A99D-DFC7B7DA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8B8167-9960-4589-B6E5-0E29ADB3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7781C8-16FE-415D-8B65-ACA253F88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4188EF-C752-4532-A335-73226236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5239BA-FFEB-4A65-9FE0-571521C9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40C99-C243-49A0-9B55-C1E4AA79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EDE781-1D69-4C74-9A9C-C06C70029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3BFE53-8CBB-4D7C-8278-4F30A8EF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A91F57-A02F-4EAB-8744-993EB36B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7E1AE8-225C-44C5-9D76-315CA741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91868E-4DC2-4570-92AC-8B9F436A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90140A-5078-466B-B299-70466F8F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8183A6-1472-4141-BA75-4305A259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BEC27B-E35D-4240-9078-E2B7601C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BE713F-16E1-4F0D-8D7B-E0FE8EACC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CA2DFF-5F6A-4B52-B7A9-6E5177FD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359F58-4813-42A6-9889-24F2CCA4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25EB1A-BCE5-4E73-81BD-2A7EBE4F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9301A9-F675-418E-AB61-A92660B8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C4D98C-C1F9-485B-A3B1-FC931E36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C999CF-68F3-4511-8471-D2B87703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08E3F2-7A32-4E09-A18A-257A2825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3152DC-D5F5-4E5E-A188-41B3FECD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D75613C-CDEF-424C-929D-9373D9A0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536EFA-0E54-4E6B-8099-E5853672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E9EA54-28A6-4F9B-9455-42885CF0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AADE96-F942-490E-B403-88D17738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1451BF-114A-4B38-83AB-A38F3351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B7C0B1-706F-4EA7-9902-1B15BA31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3258AC2-1611-4EDC-87B4-486B084E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F5DF8F-0083-46EE-B3CE-16FEFD49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2CB8662-9034-4739-A300-F13589B7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37D523-0BC8-471A-ACDB-992AFC59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20EFA4-F1AB-40C6-807B-B650133B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9732BC8-3691-473C-84CF-8407660F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CB91B48-56DC-4425-9AF7-8DA9D368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7FD533F-9D38-4E17-8B2D-8EE9DF09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87BD05B-6CF6-4A91-AD0D-251D49C3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6647EC-EF68-4090-A767-EC1B39AF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0C45CF-7923-47DB-A1A9-2562C359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8FED3D3-FAF0-4E88-8C88-3BD9554C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5F288B2-C919-43C9-A912-A1C8F116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027F5F-CDE7-46F3-9F5C-D1134ABC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522FD9D-D9BC-4D0E-B9FF-B4B9B12D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9659FA9-1E21-4241-91C1-772E1EF4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D862BCC-36A1-40FB-B0FE-5666E095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83F43C3-46F3-433C-BD2F-D8A67B62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BE5250-DE21-409C-A586-AAFD7662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F147F0D-8F46-471D-9739-6CC10473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21AA05-FBA2-4B9A-B329-05DA092B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3AC5153-05C5-4CF9-88FE-1A718F86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36FE6CE-CE16-4C82-AE20-19F271D0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9C9FAED-3D13-467D-837A-9C5D4A1D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EABB795-5727-4559-873F-B69A5DDF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C16F662-B392-4776-8BF9-A6EFE3E1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D6F73F6-8D93-4B96-BA39-2788E5FB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F158425-AAD7-47F9-A161-4A43E8CFA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34FCC97-C536-41D8-9F9E-7995CD09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E9BFF0A-5F96-4C07-A126-333D835D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B0255B9-4A16-408D-863F-FF1021F6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758E628-8314-40AC-8F80-D2347FB4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9860D4D-DAFF-48F3-B157-385435C7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FA291E7-2E8E-4323-8C4C-AF6454AD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EA9DEAA-689D-467D-8B56-5526ADE7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A3AC1BE-CE59-4972-859E-25ABA242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CC37BC9-8CD8-4F9A-A63A-8B1A9A9F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4CDFD81-1BA1-40A5-BE59-B4470795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6D5F364-3FCE-4E85-B28A-CE19AF34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11F99B8-7AD9-4A29-A0CF-9E549BCC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B82398C-93D5-4154-B782-791FCD76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928CB9A-6568-4804-9566-F33B4613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7FDE636-A08E-4FD9-A58D-B2EEB39CA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BFBF8CD-1230-4261-AD52-F8E8CAA6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B20BC22-5926-4FD2-919E-F08FF10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1FC6D09-3FB1-4758-88C7-B7C51335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363F56C-7E07-49D3-87A1-E266B907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649380F-10E4-4346-B595-B9F696CD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B3793F4-0566-42FC-B0D1-058E3BA4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945447D-B663-4F50-BA08-B54EBAA7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F93B86B-F50A-4598-9AAC-6A1776A3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F970A03-212D-4442-9CDB-278C6729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01FEAC2-9D2A-4D55-9FEA-AACE0538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A98B3EB-BBDD-480C-A909-BFDAFBC9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DA892AC-6D96-4897-B4CA-3BB8694F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3B0FFE5-FF58-42A3-9A5B-A9EF9023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0C7B945-1FB8-42E1-B571-0EB009D29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1C0D843-4F25-48A7-8160-8559D4B3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34108920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59AC949-0B0C-49A0-A5C1-989DB0E0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EBACC-7459-471B-912B-09C205E0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AF260-B1F6-43BC-BE23-4A6C3761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23270-6418-499D-A991-E7AB0E6A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DFF15-4295-4800-8CBD-79B8C71A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920cc7b6cd40f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2127B-E7BF-426B-B655-E81707EB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FAB170-A1A6-475C-ACDD-2016B3C05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10CE82-6DFF-407B-BED7-4C46FE92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65849-F391-4EC8-8461-9FF0A87E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AEE5F-6E00-42F9-A005-924478944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CE94E2-5378-4E4A-A51E-BDEBB603E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02A98-627A-4452-85DF-71C23BFF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0A657A-000D-43F4-9B5E-09F87FE2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3CF320-D5B4-43EB-9C68-FC9EBA6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4AF2B6-51D1-4112-997A-A0FA2712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E5484-FA8E-4B33-B293-8F6850F8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293A5-ECAA-47BF-AE5E-AF14AFEC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7CC6E2-73D7-48E0-B5CF-0C57BEEF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2C7F4E-0DCA-4293-8248-39F1F581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5A9E05-5EBD-40CD-BF28-5842B638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D88901-67C0-42ED-89F5-CD7F606AC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180A2D-4881-4F74-A6AD-A3210E95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C3B182-BA60-4495-A915-16D1E434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6687A3-6288-4EFA-8218-AD110C69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8EC440-C585-4212-9420-41494B0F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8E5E59-7B4A-4AA5-A883-661585C3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0C6C65-363D-4586-882C-5803900C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13BA33-51C5-4D50-80AC-9B0CAA326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BE5FA0-50B0-4D9C-BB31-E7F30D499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057760-0414-4DD4-BC8D-FDDB88964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BFEF66-741B-4C0A-8F54-73DD6302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E7479-1B55-4CD2-97C3-5A6771A5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558A72-ACE9-4F64-A2C0-D4B93185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14FC2F-E013-4DAC-9F7D-7E51348F2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73558B-1CD9-472A-A5CA-3EBE805E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9CB9F3-CDE6-490D-BA82-8896C40F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C500CB-679B-434A-95C7-410890CFD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85961C-9A0F-4C05-AE5D-040682DA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5ED54B-5836-4784-A570-6688BA14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D8CB68-6773-4D98-8D14-A8B64A05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EA0B37-9460-40EF-B53A-79E1FD56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581FD5-124D-4CB5-9342-1F499A01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A008E1-2D22-447C-BFF2-DF837471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3C62607-D588-4210-8E20-785225C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82AB26-0575-40AB-862C-332BA7C3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88B47D-9CAB-4E0D-BA54-0C139C47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B48ED4-4AFF-4C0F-A546-4942F4E8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9B9C65A-670B-4B1B-8BB2-EE150B27B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D92716E-81A0-4FC9-8660-E6D622E5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C0FF7F5-DA29-4A3F-9250-F65978CD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126FBB5-4C7E-4E7F-A208-864FE364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435ECE5-EBAF-48FB-B388-8DC0CC77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5002D7F-F825-4D52-A674-D6683666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5D7FDBD-479B-4E64-AD1D-036BC94F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AA562FE-D973-4398-92AC-228862B1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D8F8C4-0A9F-491F-B0AA-961F0374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3419D82-649B-4B25-BD7E-C6A0C2B3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B09E8EA-C89B-40DC-9F24-5E951E6CF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4E0BF14-6035-447F-9C52-905B5416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38BF92-3C3F-4650-A444-9C150E6D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182118-3FA7-44CA-9379-EC19AD7D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1AB525-72F3-437F-A635-84C21023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313B11A-A150-44A6-9B4F-0D8985AD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4794C2D-7E88-4FE4-B4BD-CFEDE60E7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D40D8D6-E832-4C85-8A6C-1D3392DF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9C09FB1-2A0A-4FF0-8971-4FA5A32E3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D2A314C-4353-484F-B783-D028A6FC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A7B4D21-F443-4AB9-809B-1ED94419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0457CD5-101E-4F67-B062-2D235301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881938-FCB7-464C-89F2-F49E63DF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4947EAB-2AE5-46C3-B42A-2E3A8F20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A324F4E-EE46-4DD2-BD33-27E0CE66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F8FE0C8-0C11-485D-ACF2-3DD0A2D2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32C9D9E-5813-426C-B0E2-48911E59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FF6056F-1240-4035-B91F-0041E10B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9CA7137-4FD1-4AAB-873F-8AF50709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6278793-7361-432D-807E-1AC5D468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53B0557-DB64-4EFE-B991-2235C5C2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72448A8-3695-4CA7-A928-BE422E2A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DD07A5F-2FB6-430E-9E6E-CB2D4074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0215C74-14C8-45B1-9F16-079DFC16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E5255C3-C1C4-470A-881E-1E0FCDF8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444675D-93B8-4201-A499-DDC82D05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36F71DA-9BF5-451F-9F59-FD80921AA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72F6FC2-CCA4-4442-9A83-9B9D3C12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1D4B81D-58A2-4DE8-B8FF-B151A87E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9771A7B-C4AB-43B7-8240-5E91BA73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4507E7-5DB5-4360-A426-17152F7F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7C2DB0A-0D8F-4189-B624-6121190D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04AAE2B-3864-4DC6-AAF0-70446A0C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3BC27D6-C0C3-4AB1-9E1E-123525CF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C40288F-FC1D-4618-927E-FD0E1A55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E2F3695-CD99-49CA-9E92-565F49C8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808285C-9DFE-46A8-85BB-7F8C5A2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2E9D0AA-CCEC-4AA2-92C0-8A8A9AE2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9B8D16A-CC13-4496-802D-5C153A34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D9CE9E9-F9EA-40B9-BFC1-94C453AD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631C975-53CA-4C5F-9D1A-A2F20A3C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5EB1BB5-233A-47D4-9022-3A4267754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494E630-4B4B-42D1-AAE7-69E42E8D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6123298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DC246C0-1AD6-4CF5-9FDA-19A2AB247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299C6-783E-4FE3-B632-9F1BA745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DCFA6-6861-479F-88B1-96A7556C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D1F83-A196-4A5D-9F28-1C2300F4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06CE35-C5F9-4ACA-B9B0-A993BC33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3d9473596f49d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11F389-676E-469E-9968-D104DB9E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D5B45D-117B-4AB2-8A74-40CE7643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7FD0C9-9786-415F-8DDA-C5023B938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9DDD8-AC79-4980-B7F2-845B6D36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1EF8D8-8D91-4045-B5FE-F6F79368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B505F-C6BF-4405-9B7A-66258D48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CE0ED-08CB-49E7-97DC-C72EF2A2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41EE1C-055E-4B61-96CD-E5390FA90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19636-BE21-4715-A230-2F4CDE30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6890B-5814-46A6-AB3F-027DC58B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DDDFA8-4F53-442D-871C-B8D3C6CC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A891DB-E5E5-4C41-A7CE-A785B7159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7143A-5D7C-4C58-8FC1-9416DB3B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39E9E-3A6A-42EA-B0A8-84A48CC7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8EE697-9751-4AE2-AF35-DC05F848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15903-BC32-4333-A51E-5D718709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7A3BAD-F11E-4568-9D4E-5F02E3B5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19EAFF-CEFE-4A78-862C-EF5C713E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89AA3-CC68-489C-AF05-EB6E8907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811EEF-E6D6-46D7-AA5D-48D470E0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DDD802-BDC2-4E43-AFC7-7F257CDB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05E85E-48DC-4237-BD9D-41740A7B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BF185B-781F-4345-A7D5-92AF86BD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54E44F-71E5-4711-9D83-1371921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D40ACD-30D4-4B97-88B2-D8E68506C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5D0AAF-4DAC-47AB-A843-7AECA9AD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6D6E25-6B0D-40A1-80B9-C137483BB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45DB6A-18D1-4B92-BB2B-E9366974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88D0F4F-4FC9-4D9A-91C1-D3B8700F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E09B3D-80C8-417D-951A-938B33A4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648E4A-0740-487F-939F-89D8DCEC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3EEA85-3348-4559-B2FB-6F9827D0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91A423-BCC2-4CF5-8CD0-C0DE612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C0A9E7-405E-411A-8EA6-523756E7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C2C990-873F-413E-B09C-6EE6E3CA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2006ED-D018-4248-942F-93BF4920E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3E805F8-3819-49DB-9C84-1E472E8C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DB643D-8BAF-4216-BDFF-4886DABC1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A2A6EF7-E901-4581-B192-07CE6604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F91258-BB2B-4532-A880-81856D98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02C4A58-41D5-4D35-A3C0-D9F409D4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C73AD1-F46E-407A-BBF9-25A4B5EB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D9412B5-7DDF-43B6-9136-99BBD1D6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E5634B-AC77-4487-A64B-B9F3319C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B7D0E6-E6CA-47E9-BCD0-5FB187C0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5BB4A96-EE46-42AF-A887-287DC397D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BD6C24-C066-437D-B383-3F53ED00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36560B1-745C-43E4-BFA4-E1D1833B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393A7D1-ABB9-442E-BE34-5334DE8BC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A35C590-EEEB-4E03-9DB7-015FFB0DC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34829A9-9E4A-4C08-A0F3-350AB0A0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BEC5062-13C6-4E77-A55B-1EDFED82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4239C1-E6FA-4511-8B3D-A1AF6954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4DF9767-873A-4B06-B848-D20842CB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63FB365-5EFB-429A-84C0-15191A8C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C08D9BA-0B52-4ED9-AFA6-F8644DE1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D2349D5-A094-48C9-8C93-AA443280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B3F4B55-C809-4B03-BD7D-9607F338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E728931-5DCC-43EE-998D-18AC663C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BF191DB-A802-4946-BE8B-3148E1DA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4B3ABA3-5D74-43D4-931F-44A30DE4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41B47A2-0B56-48D7-973D-EC20B4B3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3A63250-F521-40EC-ACAD-011832E6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C7DFB9B-32AB-4094-AE85-3A0DC24A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EB9F600-1D60-4910-94F7-5EDA2C0D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98090B6-FBEB-4E24-AF0A-542325A5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1DD21DD-05F2-482B-9253-94C1FB62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6F1CE55-ED04-44AD-B04C-50B5CB81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ED72BB3-901A-4351-9103-B87E45E7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F5394FF-0D44-4DCF-AB1C-010CAF76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46F499B-E6A2-4158-A064-76BE70445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790BC2A-611A-4F02-B916-9CB06A65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EDD3D8D-3BAF-4045-81E2-A0C22CD7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AAED0DF-CC0B-4195-ADD1-820EE595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18D7990-466A-409F-A747-9FB26C79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246F12-B0EF-43D3-9BAB-5820C2FA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64E9AB7-3DDF-4A3F-91A4-39D85D97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3DEFF75-9170-4834-9D50-C9068A2A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315C7F7-D4F8-40B9-B07E-202EF1A67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DA15772-45DD-4EA5-840E-2624CE13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E113CD5-8C36-4B81-82EE-070E5933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7BF2E12-68C1-4BFB-B76D-6FC733D2A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878C961-877E-4AE2-A77C-835ECC46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92EDFBD-A1E8-439D-91C9-B7D7F020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7A12F14-28AE-4CA5-92B8-72CE20A5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D239F97-8D9C-441B-91AD-A5F9AB26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7860C89-3805-49E6-955D-DFB3E858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B5DADA8-456D-41E1-8F16-628CFCEE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403E4EF-E68B-4DB7-8939-BDF67858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8192700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182CE82-7321-45DC-B07D-833867F43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373698-F77E-4BCC-8736-7F643E7E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D0B27-94D8-40A7-A579-7817DAD7B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BC9FB-621A-410C-A729-E24CFF4B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51A06-E217-4373-9756-DDEACA54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49f846c7472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EA110-66DE-4FCB-9DD1-FD541B41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D5A65F-F5C4-4C32-9C54-D8C712B3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4EA4E-2BFC-46E6-8BB8-5A395BF8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A38600-9E0E-4689-9A35-C9F2100A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AF2C4-3C94-4BD0-8103-36F3BCD8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3464E-7EEC-46A2-8F36-DA869905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481397-558B-4E5F-9688-DD3B438E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782268-031C-4AFB-83D5-CB5B0239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1AFD54-7941-4234-8D26-232E9309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0DD3A7-FD8C-4F2F-85D7-A7665F28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ED1C81-D266-4BE0-B883-471BD1D5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8AF0CE-16C0-488E-B284-D4F8B9CF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94C6BA-B513-4EDE-8655-C8C730B2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E05FA5-5C91-4F6A-8FF3-4E6F1AFBB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8256DE-C794-472C-850E-1BBFE787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C587AD-15AA-4880-8465-4AD9472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AB8E2E-7C54-4E8B-A33B-CD0C20D4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A39611-10C6-45FA-B29F-22A6EB43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CC298B-4F5C-439F-9750-DF8B1D8B5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D211FC-7E9B-4E35-9EBC-A61078B4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DE4F54-848D-4CB1-82EA-33FB17A9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CDFC30-8F8B-4B00-81C4-23821CE6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3473B6-6107-4B65-B2C4-A3BD0008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9BB1DB-93EB-4DC8-A21D-1805CBDF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BC76B4-6314-4081-B3BE-5C91BF9A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09C7D2-714E-4779-A804-89CDDB90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43F7748-8CA6-4511-9CD6-FFFCD9866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21997D-AAAA-4623-8252-BEB2468F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879AC5-4EB1-4F9C-AEE1-07943355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83C8E2-A4D2-4BD6-AC05-89E40B5C8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75BA1F-6114-48E7-AAE2-6014D4E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F0889B-0AA0-4252-9DA3-D810838A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6FE908-A3DE-46F6-8763-8314EE5C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3E4AFF6-0874-485A-9C03-54B9B2C0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0A39E0D-C0AF-41C5-A9BD-5E096A2E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77436-04E8-4B03-8CBC-557CF037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7B9BA1-1482-4535-A19F-9323E036F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E2F8A-C5D1-4852-9F67-871909B1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8BAB84-44FC-4B2B-BE26-477EF5A77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00DAB4E-0066-423E-8629-6049FD1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D270E0F-14B9-4DBA-9542-70D1D1D8E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D45E3C7-6495-49BF-8012-48937CE1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7A3EF28-E2B2-4DF7-9EFB-131A7A47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30678DB-00B5-4434-A15F-BB4EF5D1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382A8C2-9565-4CDE-8FAE-AC94CFDA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7ABE980-E12A-4864-9BC2-1862A2DA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C457367-3A0C-4B26-AAA3-0192895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01C6DE-6C61-4BEF-9D03-B730B24AC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C8CCB0C-7127-4B6B-8C18-265050D7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C86F25D-FA4F-4366-B45D-7F9D318AB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5029E6F-E2D0-4FD2-98AE-8DEEE5DBF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D17FEC4-2A40-4DD7-9D15-8F480D83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1A862DD-9D04-4928-9F7D-882296F5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854A42B-AC57-496D-931F-4533F49A9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D96DEAF-5F42-4A42-8FCC-199ACF1D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103E29D-BF2D-4AF9-9384-60DF6C72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4696328-A872-4623-9CAD-12770160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6BF4B76-7FA1-41AF-8ED3-6E4F74E5D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D8796FD-12B0-4BB5-88A2-22557004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E6A78BA-542E-4BA0-81F4-B33C61B8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5F126DB-0A7D-4F16-AE2A-C3C5DD53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8D26F5E-DDD3-4BBD-82EC-62D30780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C1FA48-A38F-4F5E-ACB7-FF7A0F4EF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FC60E5E-8DE3-476C-B9FF-DA592F94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224F430-E237-4DA1-A2E0-C6EDEA18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FF4F89-34CC-4C35-9B5A-889A0E6F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645EB7D-8F76-4A5D-9E61-8451A01F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48BDACD-44BC-4783-BFED-E9091E74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B9A54B6-E95A-47A8-9DB2-4EC1E4C94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82A0907-603B-47AD-A547-AC1C03DF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7497A4F-9E24-4362-8571-88360CF3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70032EF-B84D-4B9B-80BB-056B34C2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C9AD1EA-C4F0-4FAE-BC13-EDA9760A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B2CBD41-3014-453B-A0F3-DC8088C4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FF3371D4-28B3-470C-8BE5-C2F82A97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9D1CD52-030B-41F5-90B6-82ABA185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EC813CC-BEF0-4493-A540-758DA198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8152693-3921-4B5F-9718-936FA6C5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5814134-DF34-417D-BA06-579B23E1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8808FC5-E596-4C6A-A171-7D004F34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CA57933-EA3D-407E-84C4-E34A3570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E4D8EF2-9B0F-4C13-AE81-02740BB5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1596F9B-F92E-41BF-BA85-0F3E6E29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3A9BFDA-73ED-41D0-9C6A-D1DB4180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DE6B2C3-0A3E-4679-A587-8707839F9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616E8D1-03F3-4E92-A1AC-DDD288D1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A023AAA-ED0B-4F56-84FD-0221F06A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CA77126-2A86-468C-A1FC-FAAE515F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679EF1A-0842-416B-94BE-4D8EBD03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DC8DE1D-3473-4B3A-BD36-AD34E40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0CC9D9E-FBCB-4AD7-B2FB-AFA54B4A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456C4CD-84E3-4B2B-A487-30BC59EF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6F0BD71-10D6-45CE-9909-57903F0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5F46965-7E94-456B-BE9A-9257F617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295C531-A0EA-4721-A7F2-614E495E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AF04C60-63A3-495B-87E0-A2157D6F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B9591854-CBC3-4A4F-BF38-683A8A7F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BF121A2-DDD2-4C92-AAF4-0ACBB26E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CC23188-E4D0-4DF0-84DE-5B5E110FF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34B5851-C7F1-4FB3-A576-A121FEC3C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D8AAC14-E891-4247-A048-AD55D563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D89755B-BAF1-4517-A24D-E13D79C9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7E05198E-AD2B-46B3-83D4-EB85863E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62DC05D-FE0F-4F14-BAF3-3174FE15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684794D2-00E0-41E2-8D07-51E00430E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5CF9EA9D-2EFE-4F93-8B82-77D47266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6F78D117-60B4-442D-9323-820B672B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645908D-8870-433D-8D01-D5771249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8871B6FC-4443-4116-947E-35485617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8145F21-A9FB-4C48-A278-39C32B14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A399F20-887F-485F-A005-DD1B79C7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41A0B96-68AD-4F7C-97F4-B0617FEB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BF02610-B53E-4419-8C18-1D53BC40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7137E07-3873-4729-B46E-D5A92101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B668624-3B7A-43CA-94EB-712F8BA2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28930591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251E1-EEEB-4994-9CFA-08FED93C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96CC0-DE26-4DB8-B6C2-D3F2C3F7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50F75B-26DC-4634-8717-E202D3A0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296B5-5351-4C9E-AFE5-8C73C80E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27e9e1611d481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F37DE0-C4DD-4149-B606-1B3CCDBA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B66D6-2F4C-4347-B610-5F52E2D3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403b24069345dc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0543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2026-09-21T19:34:18.8940000Z</dcterms:created>
  <dcterms:modified xsi:type="dcterms:W3CDTF">2026-09-21T19:34:18.8940000Z</dcterms:modified>
</coreProperties>
</file>