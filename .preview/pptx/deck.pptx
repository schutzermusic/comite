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974e0610194a4c" /><Relationship Type="http://schemas.openxmlformats.org/officeDocument/2006/relationships/extended-properties" Target="/docProps/app.xml" Id="Rf3e01961c62449f5" /><Relationship Type="http://schemas.openxmlformats.org/officeDocument/2006/relationships/officeDocument" Target="/ppt/presentation.xml" Id="R8fca62ad794b47a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0d3283e6224fc8"/>
  </p:sldMasterIdLst>
  <p:notesMasterIdLst>
    <p:notesMasterId xmlns:r="http://schemas.openxmlformats.org/officeDocument/2006/relationships" r:id="Rb1a52eae991441aa"/>
  </p:notesMasterIdLst>
  <p:sldIdLst>
    <p:sldId xmlns:r="http://schemas.openxmlformats.org/officeDocument/2006/relationships" id="256" r:id="Rb74596be90d84c8a"/>
    <p:sldId xmlns:r="http://schemas.openxmlformats.org/officeDocument/2006/relationships" id="257" r:id="R3b28bfa0efc64345"/>
    <p:sldId xmlns:r="http://schemas.openxmlformats.org/officeDocument/2006/relationships" id="258" r:id="Rb9015361c32142e2"/>
    <p:sldId xmlns:r="http://schemas.openxmlformats.org/officeDocument/2006/relationships" id="259" r:id="R0fbe62f58a9b4f7c"/>
    <p:sldId xmlns:r="http://schemas.openxmlformats.org/officeDocument/2006/relationships" id="260" r:id="Rd03fd60ab9564ce6"/>
    <p:sldId xmlns:r="http://schemas.openxmlformats.org/officeDocument/2006/relationships" id="261" r:id="R6004bd4a0f8f40a2"/>
    <p:sldId xmlns:r="http://schemas.openxmlformats.org/officeDocument/2006/relationships" id="262" r:id="Re6296be937244531"/>
    <p:sldId xmlns:r="http://schemas.openxmlformats.org/officeDocument/2006/relationships" id="263" r:id="R23536571c31e4579"/>
    <p:sldId xmlns:r="http://schemas.openxmlformats.org/officeDocument/2006/relationships" id="264" r:id="R8c9a54492bd644cf"/>
    <p:sldId xmlns:r="http://schemas.openxmlformats.org/officeDocument/2006/relationships" id="265" r:id="Re6815a7ef571433b"/>
    <p:sldId xmlns:r="http://schemas.openxmlformats.org/officeDocument/2006/relationships" id="266" r:id="R8959f1a93eda46d4"/>
    <p:sldId xmlns:r="http://schemas.openxmlformats.org/officeDocument/2006/relationships" id="267" r:id="R1511e5a30f434795"/>
    <p:sldId xmlns:r="http://schemas.openxmlformats.org/officeDocument/2006/relationships" id="268" r:id="Rfcca35d60a3c47d2"/>
    <p:sldId xmlns:r="http://schemas.openxmlformats.org/officeDocument/2006/relationships" id="269" r:id="R1089328ba0f94b54"/>
    <p:sldId xmlns:r="http://schemas.openxmlformats.org/officeDocument/2006/relationships" id="270" r:id="Rc1c058bef5444a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517998e83b4a6a" /><Relationship Type="http://schemas.openxmlformats.org/officeDocument/2006/relationships/slideMaster" Target="/ppt/slideMasters/slideMaster1.xml" Id="Rcf0d3283e6224fc8" /><Relationship Type="http://schemas.openxmlformats.org/officeDocument/2006/relationships/notesMaster" Target="/ppt/notesMasters/notesMaster1.xml" Id="Rb1a52eae991441aa" /><Relationship Type="http://schemas.openxmlformats.org/officeDocument/2006/relationships/presProps" Target="/ppt/presProps.xml" Id="R3a2879f73fb34425" /><Relationship Type="http://schemas.openxmlformats.org/officeDocument/2006/relationships/tableStyles" Target="/ppt/tableStyles.xml" Id="R820f4f7d6cf1446b" /><Relationship Type="http://schemas.openxmlformats.org/officeDocument/2006/relationships/slide" Target="/ppt/slides/slide1.xml" Id="Rb74596be90d84c8a" /><Relationship Type="http://schemas.openxmlformats.org/officeDocument/2006/relationships/slide" Target="/ppt/slides/slide2.xml" Id="R3b28bfa0efc64345" /><Relationship Type="http://schemas.openxmlformats.org/officeDocument/2006/relationships/slide" Target="/ppt/slides/slide3.xml" Id="Rb9015361c32142e2" /><Relationship Type="http://schemas.openxmlformats.org/officeDocument/2006/relationships/slide" Target="/ppt/slides/slide4.xml" Id="R0fbe62f58a9b4f7c" /><Relationship Type="http://schemas.openxmlformats.org/officeDocument/2006/relationships/slide" Target="/ppt/slides/slide5.xml" Id="Rd03fd60ab9564ce6" /><Relationship Type="http://schemas.openxmlformats.org/officeDocument/2006/relationships/slide" Target="/ppt/slides/slide6.xml" Id="R6004bd4a0f8f40a2" /><Relationship Type="http://schemas.openxmlformats.org/officeDocument/2006/relationships/slide" Target="/ppt/slides/slide7.xml" Id="Re6296be937244531" /><Relationship Type="http://schemas.openxmlformats.org/officeDocument/2006/relationships/slide" Target="/ppt/slides/slide8.xml" Id="R23536571c31e4579" /><Relationship Type="http://schemas.openxmlformats.org/officeDocument/2006/relationships/slide" Target="/ppt/slides/slide9.xml" Id="R8c9a54492bd644cf" /><Relationship Type="http://schemas.openxmlformats.org/officeDocument/2006/relationships/slide" Target="/ppt/slides/slide10.xml" Id="Re6815a7ef571433b" /><Relationship Type="http://schemas.openxmlformats.org/officeDocument/2006/relationships/slide" Target="/ppt/slides/slide11.xml" Id="R8959f1a93eda46d4" /><Relationship Type="http://schemas.openxmlformats.org/officeDocument/2006/relationships/slide" Target="/ppt/slides/slide12.xml" Id="R1511e5a30f434795" /><Relationship Type="http://schemas.openxmlformats.org/officeDocument/2006/relationships/slide" Target="/ppt/slides/slide13.xml" Id="Rfcca35d60a3c47d2" /><Relationship Type="http://schemas.openxmlformats.org/officeDocument/2006/relationships/slide" Target="/ppt/slides/slide14.xml" Id="R1089328ba0f94b54" /><Relationship Type="http://schemas.openxmlformats.org/officeDocument/2006/relationships/slide" Target="/ppt/slides/slide15.xml" Id="Rc1c058bef5444a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29bafbabec4f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be5f4156304240" /><Relationship Type="http://schemas.openxmlformats.org/officeDocument/2006/relationships/notesMaster" Target="/ppt/notesMasters/notesMaster1.xml" Id="R65c64d1b36e945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fd319f446349af" /><Relationship Type="http://schemas.openxmlformats.org/officeDocument/2006/relationships/notesMaster" Target="/ppt/notesMasters/notesMaster1.xml" Id="R2ea24257456f49e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ab1090f99842d5" /><Relationship Type="http://schemas.openxmlformats.org/officeDocument/2006/relationships/notesMaster" Target="/ppt/notesMasters/notesMaster1.xml" Id="R4f192ee8bcb246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e03e3276b14347" /><Relationship Type="http://schemas.openxmlformats.org/officeDocument/2006/relationships/notesMaster" Target="/ppt/notesMasters/notesMaster1.xml" Id="Re3e06b75769146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ff895cdabd4323" /><Relationship Type="http://schemas.openxmlformats.org/officeDocument/2006/relationships/notesMaster" Target="/ppt/notesMasters/notesMaster1.xml" Id="R6c505d5ea68c4e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dee2ccb18e498a" /><Relationship Type="http://schemas.openxmlformats.org/officeDocument/2006/relationships/notesMaster" Target="/ppt/notesMasters/notesMaster1.xml" Id="R04672f3c0e7540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f503f52221494a" /><Relationship Type="http://schemas.openxmlformats.org/officeDocument/2006/relationships/notesMaster" Target="/ppt/notesMasters/notesMaster1.xml" Id="R087c3adf256248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157656034f4662" /><Relationship Type="http://schemas.openxmlformats.org/officeDocument/2006/relationships/notesMaster" Target="/ppt/notesMasters/notesMaster1.xml" Id="R926e80c096344d0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1d3beb89fe40ed" /><Relationship Type="http://schemas.openxmlformats.org/officeDocument/2006/relationships/notesMaster" Target="/ppt/notesMasters/notesMaster1.xml" Id="R6082c3d809ed4e2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a4c89257da42b3" /><Relationship Type="http://schemas.openxmlformats.org/officeDocument/2006/relationships/notesMaster" Target="/ppt/notesMasters/notesMaster1.xml" Id="Re938fc7891e84ab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2c3836638b427a" /><Relationship Type="http://schemas.openxmlformats.org/officeDocument/2006/relationships/notesMaster" Target="/ppt/notesMasters/notesMaster1.xml" Id="Rb8345621ead54c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ea0a6e58574ebb" /><Relationship Type="http://schemas.openxmlformats.org/officeDocument/2006/relationships/notesMaster" Target="/ppt/notesMasters/notesMaster1.xml" Id="Ra773181c3888403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9254cb862f44cc" /><Relationship Type="http://schemas.openxmlformats.org/officeDocument/2006/relationships/notesMaster" Target="/ppt/notesMasters/notesMaster1.xml" Id="Rccc1d9d79efc4d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056ae3fde44dcc" /><Relationship Type="http://schemas.openxmlformats.org/officeDocument/2006/relationships/notesMaster" Target="/ppt/notesMasters/notesMaster1.xml" Id="R4fdcc98110784e7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8f8a53cbf44d02" /><Relationship Type="http://schemas.openxmlformats.org/officeDocument/2006/relationships/notesMaster" Target="/ppt/notesMasters/notesMaster1.xml" Id="R742bfdd128c94c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408a47190048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9a1928af3b4742" /><Relationship Type="http://schemas.openxmlformats.org/officeDocument/2006/relationships/slideLayout" Target="/ppt/slideLayouts/slideLayout1.xml" Id="R8f65a41f8bc842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65a41f8bc842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769359d9f42eb" /><Relationship Type="http://schemas.openxmlformats.org/officeDocument/2006/relationships/image" Target="/ppt/media/image.png" Id="Rb279f1a802d14703" /><Relationship Type="http://schemas.openxmlformats.org/officeDocument/2006/relationships/image" Target="/ppt/media/image2.png" Id="R6839fc47865641d7" /><Relationship Type="http://schemas.openxmlformats.org/officeDocument/2006/relationships/notesSlide" Target="/ppt/notesSlides/notesSlide1.xml" Id="R00c411dde0a449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bfd61eb8747e2" /><Relationship Type="http://schemas.openxmlformats.org/officeDocument/2006/relationships/image" Target="/ppt/media/image3.png" Id="R01bc10f6ed3847b4" /><Relationship Type="http://schemas.openxmlformats.org/officeDocument/2006/relationships/notesSlide" Target="/ppt/notesSlides/notesSlide2.xml" Id="R5baa141491554c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62eafc9894dc4" /><Relationship Type="http://schemas.openxmlformats.org/officeDocument/2006/relationships/image" Target="/ppt/media/image4.png" Id="R710ba44bc6e64b34" /><Relationship Type="http://schemas.openxmlformats.org/officeDocument/2006/relationships/image" Target="/ppt/media/image5.png" Id="R174d70c600f94a50" /><Relationship Type="http://schemas.openxmlformats.org/officeDocument/2006/relationships/image" Target="/ppt/media/image.svg" Id="Rec4729cb58aa4d76" /><Relationship Type="http://schemas.openxmlformats.org/officeDocument/2006/relationships/notesSlide" Target="/ppt/notesSlides/notesSlide3.xml" Id="R7500f87e74644a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97cd1ac8b468c" /><Relationship Type="http://schemas.openxmlformats.org/officeDocument/2006/relationships/image" Target="/ppt/media/image6.png" Id="Rbcb594dc21ca4a55" /><Relationship Type="http://schemas.openxmlformats.org/officeDocument/2006/relationships/image" Target="/ppt/media/image7.png" Id="R1bedf752862440f9" /><Relationship Type="http://schemas.openxmlformats.org/officeDocument/2006/relationships/image" Target="/ppt/media/image2.svg" Id="Rd513bb89f574468f" /><Relationship Type="http://schemas.openxmlformats.org/officeDocument/2006/relationships/notesSlide" Target="/ppt/notesSlides/notesSlide4.xml" Id="R91250df4c06140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761a739d14a61" /><Relationship Type="http://schemas.openxmlformats.org/officeDocument/2006/relationships/image" Target="/ppt/media/image8.png" Id="Rf5e5aac5ae994737" /><Relationship Type="http://schemas.openxmlformats.org/officeDocument/2006/relationships/image" Target="/ppt/media/image9.png" Id="R5f96b8e99b384e97" /><Relationship Type="http://schemas.openxmlformats.org/officeDocument/2006/relationships/image" Target="/ppt/media/image3.svg" Id="R1a05470e87c24582" /><Relationship Type="http://schemas.openxmlformats.org/officeDocument/2006/relationships/notesSlide" Target="/ppt/notesSlides/notesSlide5.xml" Id="R3cde742b97284f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fb18871ac477b" /><Relationship Type="http://schemas.openxmlformats.org/officeDocument/2006/relationships/image" Target="/ppt/media/image10.png" Id="Rd4816aceee0b4a9c" /><Relationship Type="http://schemas.openxmlformats.org/officeDocument/2006/relationships/image" Target="/ppt/media/image11.png" Id="Rfc8db0c72f9e4141" /><Relationship Type="http://schemas.openxmlformats.org/officeDocument/2006/relationships/image" Target="/ppt/media/image4.svg" Id="R8c1cc6e123f24f5d" /><Relationship Type="http://schemas.openxmlformats.org/officeDocument/2006/relationships/notesSlide" Target="/ppt/notesSlides/notesSlide6.xml" Id="R6ea2034f7ae846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989fa876d4bb8" /><Relationship Type="http://schemas.openxmlformats.org/officeDocument/2006/relationships/image" Target="/ppt/media/image12.png" Id="Re7cf2b899bc4452e" /><Relationship Type="http://schemas.openxmlformats.org/officeDocument/2006/relationships/image" Target="/ppt/media/image13.png" Id="Rb5813baf22554ede" /><Relationship Type="http://schemas.openxmlformats.org/officeDocument/2006/relationships/image" Target="/ppt/media/image5.svg" Id="R14a9f03c9b624f7d" /><Relationship Type="http://schemas.openxmlformats.org/officeDocument/2006/relationships/notesSlide" Target="/ppt/notesSlides/notesSlide7.xml" Id="R0ee621e7369f40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4df1fccd194529" /><Relationship Type="http://schemas.openxmlformats.org/officeDocument/2006/relationships/image" Target="/ppt/media/image14.png" Id="Rf204567fb3e44cd1" /><Relationship Type="http://schemas.openxmlformats.org/officeDocument/2006/relationships/image" Target="/ppt/media/image15.png" Id="R1e6c9795c6f44a73" /><Relationship Type="http://schemas.openxmlformats.org/officeDocument/2006/relationships/image" Target="/ppt/media/image6.svg" Id="R92543e1b52d746c9" /><Relationship Type="http://schemas.openxmlformats.org/officeDocument/2006/relationships/notesSlide" Target="/ppt/notesSlides/notesSlide8.xml" Id="Rcc3f25c7ba2245e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ad616ac284a56" /><Relationship Type="http://schemas.openxmlformats.org/officeDocument/2006/relationships/image" Target="/ppt/media/image16.png" Id="Rad7d0a9be17d406f" /><Relationship Type="http://schemas.openxmlformats.org/officeDocument/2006/relationships/notesSlide" Target="/ppt/notesSlides/notesSlide9.xml" Id="R2f2d3a7bdca7462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78d85dcb194c25" /><Relationship Type="http://schemas.openxmlformats.org/officeDocument/2006/relationships/image" Target="/ppt/media/image17.png" Id="R6d117b8124de4744" /><Relationship Type="http://schemas.openxmlformats.org/officeDocument/2006/relationships/notesSlide" Target="/ppt/notesSlides/notesSlide10.xml" Id="Rd0f514b12dd9416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31898eb524dd0" /><Relationship Type="http://schemas.openxmlformats.org/officeDocument/2006/relationships/image" Target="/ppt/media/image18.png" Id="Rd807937b21ab4ce4" /><Relationship Type="http://schemas.openxmlformats.org/officeDocument/2006/relationships/notesSlide" Target="/ppt/notesSlides/notesSlide11.xml" Id="Ra9d0b5908f664d2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d1c7dc7c74446" /><Relationship Type="http://schemas.openxmlformats.org/officeDocument/2006/relationships/image" Target="/ppt/media/image19.png" Id="R2e5cdc003c6d403f" /><Relationship Type="http://schemas.openxmlformats.org/officeDocument/2006/relationships/notesSlide" Target="/ppt/notesSlides/notesSlide12.xml" Id="R4f1fcad6017b463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b17419d1ad4d3e" /><Relationship Type="http://schemas.openxmlformats.org/officeDocument/2006/relationships/image" Target="/ppt/media/image20.png" Id="R6697556606954fa0" /><Relationship Type="http://schemas.openxmlformats.org/officeDocument/2006/relationships/notesSlide" Target="/ppt/notesSlides/notesSlide13.xml" Id="R4ec708ef311e4bd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a27a6721c42aa" /><Relationship Type="http://schemas.openxmlformats.org/officeDocument/2006/relationships/image" Target="/ppt/media/image21.png" Id="R60bc3f85a4c34f43" /><Relationship Type="http://schemas.openxmlformats.org/officeDocument/2006/relationships/notesSlide" Target="/ppt/notesSlides/notesSlide14.xml" Id="R79c573cc2b1943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68d8ee62b34b90" /><Relationship Type="http://schemas.openxmlformats.org/officeDocument/2006/relationships/image" Target="/ppt/media/image22.png" Id="R9a64c161442443a9" /><Relationship Type="http://schemas.openxmlformats.org/officeDocument/2006/relationships/image" Target="/ppt/media/image23.png" Id="R3d0591811fe8405a" /><Relationship Type="http://schemas.openxmlformats.org/officeDocument/2006/relationships/notesSlide" Target="/ppt/notesSlides/notesSlide15.xml" Id="R617d5de3a0e945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ECDA17-46EC-4CAE-BBBE-AB6DCB77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10820-F150-4C7D-9B14-3055E744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74526A-322E-46F5-9F1F-34E872AB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9f1a802d1470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A0F4A2-2C7B-45A5-9313-EB90775D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38491-0E70-4B17-9381-DA9706E7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39fc47865641d7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0D38B8-3FF0-48CE-ADB8-61157B2C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DACAD-A1A0-494E-AD8A-CFA42D39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4E748B-5D97-4A12-8FA7-A86745BC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02AD89-63BF-4526-8DA7-2CBA19E8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784CB-C1E4-4449-B4CB-459FE76C5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F7CEEE-B99D-4B67-8878-755CA616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4EDCC6-50B6-4F21-B304-2470B4DB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AD9BB-B232-4E7E-8076-83EA0949E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BAEDEB-A328-4FC6-B53F-EF2B2DF9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9834454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B130A1-55A0-4A73-9E2C-A70764D0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2EB89-4909-480D-B1B4-940C322F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65AA4-6EAB-4517-9E6D-19B4EFE1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89EF9-9D3C-463C-9BF2-D29E5483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0CEB7B-6359-4B91-B285-62D939F1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bc10f6ed3847b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EF479-271B-4EFF-A9D2-FC4E33DC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D9BD70-B880-4F30-BEDB-675A47DE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B2B8D-E0CC-46CB-8ACD-874D3816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67E34-8CD8-414D-9EC5-E3095233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7EFA0-2529-494A-AADC-66FD5330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F3BEBF-7526-4019-8F3B-68212FD9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9423C-E1C3-4BE2-B70D-9F364E88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8EF323-94BD-49C4-9EEF-097604CF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EBCB5-FE96-4EA4-9798-88BB89CF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107148-3153-4827-A7C1-44D6E744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DFBB3-75FF-4920-B4BD-2CDDBA17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9FC776-54E4-4C4F-9632-89486C5A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309A3C-FADC-4523-8478-87B95DFF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065B4A-2BBE-4431-A2D8-B934EDBB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35872C-AE52-4B63-9A76-37C13F6D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DFDA8A-E730-4D8F-9C26-7554EDED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A09AAE-3837-4736-94A5-6D8D08C4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179E8-8850-4DE4-83DA-B14FF155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74BCD9-2F83-4EF3-9473-35CD28F92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ABED4F-824C-4324-9CDA-CE7A0F48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1D4A0F-6056-4314-AFBA-1CB54358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C89644-690F-4A2E-A284-8BCC202F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50EB9C-8DF5-4004-85BE-5AA43D91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CFF258-BE8C-45C4-9D75-730DE9B0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77CF24-DCB4-4993-86BB-EABD3CBA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9F4D1A-9365-444C-B7ED-D5A60A19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83C8F9-FDF2-41E2-9A29-7A062D36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763B14-3C30-4CF5-ADE5-C689E9CC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F9C398-A688-4CBF-8963-B3CC9363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9EB5F6-AF9E-4428-9050-C0D52AB3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98EA6B-7B34-4F68-AB23-25EF33EC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5E8834-AC9D-4BBE-8403-1C071049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87F46C-7D83-495D-A89D-29D2E080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BE3719-079C-47F2-AE5A-26D6D611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D35601-593B-47FF-AA81-A1D1C8E1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5969368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91DD64D-F46D-4B6A-8ECC-6551382A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DD064-3384-43B0-A2C3-6E5E83D5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B2103-B086-42A4-87D4-A370ACDB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DF970-12FB-441E-A246-1B312252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51AAAB-D7E7-4C5B-AEF7-5361AA1C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ba44bc6e64b3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8E6080-280A-4DB1-B839-B30479FB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7B3F2-2BE6-4715-A322-2F091F54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074C4-575B-40A7-BFB5-2A88F9AF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1FBC0E-F144-44BB-8D87-1B8AE26C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4FCE5-7C12-45F1-9AE9-42B7D9D2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FD1B1-46F9-4147-B9DC-4F883659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0092C0-8C5D-4053-84DD-6E75B4AC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A30988-B375-4059-A723-88CC9F20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D04D0E-8B2B-4477-9BFC-FAD276D3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20E8A7-36D0-4B28-886B-32B997B4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2EC4C1-DD2F-488F-B571-39C41FFF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B94F66-6DC6-4CA4-B7CD-A90F157E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4CD22D-75E7-4117-B659-8E58A4CD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2C02F-0AB5-4148-AD33-4AEF9A02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136AB4-4F0E-49F7-B1DD-691B0F24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78E227-8E98-4090-BE92-DFEFBE72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26C740-02EA-4EBD-90C7-4B8C3B06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61AE0D-33FD-403D-BE90-6FBC5A92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8C920F-7A27-496F-9600-F14C48DA4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A89CE4-A237-4C07-87FD-4D1F2ADD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227B6C-4207-4BC9-B0B6-B5DCE94EF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3E2264-7E91-44E0-A3B6-D3913A32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2B25BD-E9BC-417E-97C3-EEBE8BEC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F13353-FB8B-415F-8980-0CA974A3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05C3F4-6F23-407F-A07A-D2FB721D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C1B6D6-52CB-4BDD-84F7-A01237D2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090F54-263F-4F6E-B61E-1FA60D5A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F7CE0E4-5768-4554-9188-43DFBB24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325532-46B5-4327-8FA8-67E41749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F08980-D9A3-4C19-85C4-81A4CA90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87AEEB-4669-4CA4-8889-F2F91F6E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d70c600f94a50">
            <a:extLst>
              <a:ext uri="{96DAC541-7B7A-43D3-8B79-37D633B846F1}">
                <asvg:svgBlip xmlns:asvg="http://schemas.microsoft.com/office/drawing/2016/SVG/main" r:embed="Rec4729cb58aa4d7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97BE34-6485-4C35-A75E-318EEA95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0E64FD-840E-4ABA-B577-D9F104FC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7F9183-C3F5-4EB2-8E9A-D4F3569B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DB6292-9CFD-472C-A778-1110C1EE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F31BBE-D735-4664-B683-978302F5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997B99-9472-453D-8236-0127F157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D9644D-4F57-44CA-A729-5E96CD57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36CDF2-5A0A-49D6-ABC4-189824F9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F94E93-5B67-4784-A461-63ACB779A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3AC0F84-419E-4EC3-8E51-0E86C189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4D47FA-DB4A-4A20-A1A7-7EA6C787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09E39E4-0E1D-4677-9FA3-E3FA2693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4AF2AB2-F08A-467B-9B60-293DB6BE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2D552B-9F61-43EE-AD3F-93A27DAF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F622290-54ED-4D02-9C2C-122B5852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BF300DA-21A7-40F1-9DA5-D0814AF0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EBBD94D-CF83-43A5-9D46-D5136095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D77A5DC-6F93-4FF3-9248-A98CA039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BB53B22-2BD9-46A0-8E7B-5289AA41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3CD1CD-6FB9-435C-A6D4-14053612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85B9177-D600-4108-BABC-28B20E9D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71FC622-4030-4ABF-8E06-51CE9FF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63CC04C-5112-4CB3-AD71-8B9E0553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024BAC-1C91-4CE3-BD4B-8072F30A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71E0E0B-017B-4148-9BE2-D4F9C0E6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8752C55-A2AA-4C18-8786-82DB489E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AEBD205-EFF1-42F1-90D8-C6170F99E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E7D4C0A-B9D7-43AF-80DD-B2A8F4CF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7F854C1-5069-43F0-8926-5CE0B1C1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BD6F82C-1876-45D6-BD1E-2F24282A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45C8DE7-8C15-4BF9-BD12-B95A8EC34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DD852E-A4A6-4BCF-8C54-32A29207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DFC6920-F55F-4691-B302-456FF779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4608193-8140-4EC0-9E3F-AF330B67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7E0812A-5BD0-4BC9-B1B3-8D8F0CB7B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3C55DAF-884B-4244-B008-FFB33482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2A91792-29FC-4BDA-B3BA-1E57AB3B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14992605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8CB68E-A40A-453D-BABA-282386F5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AC50D6-445C-40A7-B8E5-EF007F66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49D67-63C8-493D-9131-BFB2B426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45513-7F61-40D3-BF46-37BA5017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25008F-60FA-4F31-B10B-802F2E17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594dc21ca4a5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21DD0F-270C-435F-89AB-9059CE85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D1E4D-EA9F-4668-92F3-7FDE7B94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1C5C-85EB-4E80-BA3E-629E5461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1FA72-BB09-4ED4-B37E-6F5BEC09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DA97D-67F4-4446-B050-7E18FDED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edf752862440f9">
            <a:extLst>
              <a:ext uri="{96DAC541-7B7A-43D3-8B79-37D633B846F1}">
                <asvg:svgBlip xmlns:asvg="http://schemas.microsoft.com/office/drawing/2016/SVG/main" r:embed="Rd513bb89f574468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F96D3-F098-44FF-B46E-54B00D665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D76151-67F3-4E8B-93CF-4524D3CA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AE9526-1092-4B20-B32D-633FBBE3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7ECF7E-A813-41B7-B8F3-7E613E1F3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FD619F-0323-4078-A982-54162892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98F9B1-8322-415F-8FE8-3C456F444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CF8B08-71F0-49E1-80CD-0D3B8A18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35863D-2898-4DEA-BE19-0C3B64AC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764743-8218-4366-B883-322893CC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8A60F0-F4B3-4D0B-AB4D-1AB75EBE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8244A4-D380-4ED4-A002-7B8EF0BE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93E325-E6BA-47F8-8339-8903A7FE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F9CB31-E555-46ED-9D33-E29A12E6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009241-1A33-4F4B-9208-89208D7E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368A04-B9A3-4EB2-8414-39345DCE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FB7024-716F-47C3-90A0-E45102CB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4535ED-D120-481C-946C-6FD4A07B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3194876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138667-DF1C-46F8-B33D-4ADEAE6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B5E13-7A9B-4CEA-9265-F3A6B45B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8F22D-C32D-4640-A853-51CB2D95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A47CCE-9F54-46B8-89E8-CA533733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D92201-8CF0-4457-88ED-B88E7013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e5aac5ae99473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8D13C7-9EF6-4984-82AE-8A8730CE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41A350-1B37-49E1-82BC-40ABAA1D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AEB60F-9636-49C6-9420-B9BBFC54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D8B45-3903-4FAE-923D-E8FB338A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1B798-5986-43C6-8A50-FF0F5155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6b8e99b384e97">
            <a:extLst>
              <a:ext uri="{96DAC541-7B7A-43D3-8B79-37D633B846F1}">
                <asvg:svgBlip xmlns:asvg="http://schemas.microsoft.com/office/drawing/2016/SVG/main" r:embed="R1a05470e87c2458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F8B1B-7EF4-4904-A4A7-5FE8DC2A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5376D-ED67-49CC-9B50-FB3602B3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305A9-4723-4685-A76D-F03FA3454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58759-78BB-41D5-B97C-E56CCCDF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867CBE-8E54-4D3E-978F-E5CB5BDA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CAEF76-2703-449D-9D0B-4F15D42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BB7461-972B-478E-BCB1-CAFED405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37E767-EC5E-4AB4-B26F-CC3E918B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999F79-1967-426D-86F0-BE5B8785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FEC475-1C6C-4B77-BCCE-941B612F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3D9F79-86C2-4AF3-92CF-B800AEEA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BFFEF0-27EC-4EF1-AAD8-998BA43A4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94C9DC-AD12-454F-8B0D-E13FC67F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847D89-4D85-4CCD-86FF-BB7EFD0B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66F7BB-6C39-49B6-8817-4BED9FA34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CC2807-3649-4BD0-8A16-1FEC5824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403111-7D14-49AA-8CE1-2021F111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A53BD0-D5AA-4119-AB7F-102FE449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16A066-6205-4F6E-9419-B6268007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C94459-705E-43D6-A4D1-585BB227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484737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FF7F05-070C-4E30-A650-6E4F27A4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291EF-3952-4C8B-979E-60C4D0AD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8F3BE-3724-4BA0-8D31-1161AC4B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427E99-0170-45AD-A7A0-CE427012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C68534-72E7-47C3-ADAB-255FB32B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816aceee0b4a9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8A5BA-ED3A-401F-9130-C2A84D37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5EF264-CA04-4033-9661-FF483E75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6B194-7B44-46D2-B83B-85A25014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29418-FE05-4569-AC7E-52B9110D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EABC23-4994-4D05-980B-A15665C8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8db0c72f9e4141">
            <a:extLst>
              <a:ext uri="{96DAC541-7B7A-43D3-8B79-37D633B846F1}">
                <asvg:svgBlip xmlns:asvg="http://schemas.microsoft.com/office/drawing/2016/SVG/main" r:embed="R8c1cc6e123f24f5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0F4E32-9DB1-4608-9CD8-9DB8F5E7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9C76E5-5747-49C3-B08E-69EF3231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1B14F-96F1-4775-B545-DFFF234B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8F2C6-F3DF-4F72-8F21-07F3DD6F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3568A8-9400-4DAB-9002-608A36B0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940CCC-8B1B-48F8-ABE6-34274641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A8D196-9ABE-49AD-B5CD-9918699A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6AA5B3-C9DE-4BF3-ABC5-C3A78881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422CFB-7655-4867-8761-176A80F51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6A19D0-A0AF-47F2-80B3-3D8169B2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460F00-3DA2-4FAA-A70C-A2D3F9DA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271A13-B8A0-41FB-8C45-4EF0D6E4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834733-AF18-4E7B-8AD8-E3F73EE7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745A89-3D2D-4FC5-A0D1-37DC155F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2053313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E55417-8F5B-4B6C-8A01-476425CAD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33116-689B-46C2-93F9-67A757FA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E61C7-AB25-4129-B171-EB603DA5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8D561-DCA5-4645-B615-67A5BCBD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0549C2-EC13-42E0-A97D-5E384164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f2b899bc4452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10A3A8-A007-476D-928D-A6DC7111E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2EEDB-5BCE-449A-A32F-8202FF4D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8898FB-401D-45E6-90B7-CF245879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01C8BE-36D4-4D7B-B6C5-8739966F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597962-49DD-496D-8408-30B4C01B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13baf22554ede">
            <a:extLst>
              <a:ext uri="{96DAC541-7B7A-43D3-8B79-37D633B846F1}">
                <asvg:svgBlip xmlns:asvg="http://schemas.microsoft.com/office/drawing/2016/SVG/main" r:embed="R14a9f03c9b624f7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CEF3FD-9175-4BB4-9EE9-61993A49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5D5E6-E251-4DFD-B6E5-9CF2F1BE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19129-4CCB-430C-905F-4E4C4307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8018D3-563B-4880-A95C-88F5D7FB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785271-DE88-449D-B4BD-C72B144E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223FE2-DC7D-4926-BCD9-0A64D46BF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CCCA1E-7AE5-4582-A023-111376A6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F36AB9-D44D-48F5-8A42-F94C7727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AEDE09-CA12-4ABE-92DB-71D6BCC3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75502-9CDC-4D84-8028-9EE3AF51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B3FCE3-B675-4DE6-9F22-4EC5C398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B028E8-18B4-49A0-B41D-D609E823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5FB548-6E1F-476A-A812-208762BD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FB28DF-DFC9-457A-9A41-9225D0A8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9171269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01565D4-1DE3-483C-AFD4-121B5FC6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C541E-D2CF-42AC-81DA-4964AD2D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B2B80D-A067-40E6-B5F7-436F0022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9D461-EF2C-4468-9F80-FC03DF4B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03D2B5-015A-4E9B-8535-50F44254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4567fb3e44cd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400C8-7749-4A31-B3F3-100A8192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CEEC4-6C7E-4F2B-A94D-A3675593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866D18-820F-4EF6-8BB5-7054CF99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C1E2A-26D7-4DCE-9289-937A935A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9D60E2-DB98-42DE-A232-9E09BAAB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6c9795c6f44a73">
            <a:extLst>
              <a:ext uri="{96DAC541-7B7A-43D3-8B79-37D633B846F1}">
                <asvg:svgBlip xmlns:asvg="http://schemas.microsoft.com/office/drawing/2016/SVG/main" r:embed="R92543e1b52d746c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E0AB4C-81B1-4116-BCFB-28DAD7DB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6D6318-9DFF-437B-B728-4DB99AA0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F91833-E834-442D-BB5B-CCB4FCB7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6157F-4BAA-4F6A-AD5C-60AAB81A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BDC6BA-0ED0-4584-8F8A-5C51EAB5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E0C300-02C7-414F-B9B8-21DDD043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F735AB-0CE2-4908-ACC3-5EE5DF91B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9D479D-FC5B-4A15-A9C5-BD1C52CD2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CDF2FC-BC9B-4228-B9D0-ACC203FB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95F435-03C8-49F1-98A9-F8C9952B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735C2E-1F50-4E8B-A1E9-D8F0D5BF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9A2015-D262-4B6F-8984-DB01DA4D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25C21B-5C64-4255-BCC8-E3E32BAE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9E2ABA-2B24-4226-A056-D17AED77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CB17C5-53F5-45CA-B1E1-49924C6F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3EF2E5-0344-4B0A-BA6F-C3F81418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CCD538-352A-4804-997A-EB1CCD38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4E32D7-8468-442C-A3A3-545AFFAA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D9CC79-5E07-4A7A-9A82-8DB8433E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E86F26-4DC1-4B90-B6F0-2EC837DC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8FD065-DC19-4DB5-988E-4C91430D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2D4F3A-EBBE-4B14-9F06-5C63BCE7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6483735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5B8F7D1-5E24-4BFD-A244-3AAB09AB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F94BB2-4403-46A2-9B83-CCF60576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E1F32-BD22-4EEC-ABDC-83693D1C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21100-D7E7-4078-B01F-FFD9740D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56CC15-A4A7-4761-9295-01EE732F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d0a9be17d406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42A2C-438C-4DC4-A15B-93847FD0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4B7789-31D7-4F5C-930E-AAA019DB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DFC14-59B7-4D19-B047-88E880E6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56E53-D763-4E0D-895A-83CDE144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42DB1-24E2-45C1-AD43-2A43CE9A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C04A2-3532-4BCC-84EA-6AB41B41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6AC9C-BAC4-40D4-ACF0-88800D29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BCF71-0D55-4C02-B977-B40F8532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5C1F7-B423-4E9C-9734-44D42FBB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4DB44D-AF9E-49F6-8AA2-866602E7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D3C5E2-B19A-41B7-AD0C-3B63E697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A6C1E1-2F56-4E28-9ED5-83828A04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83F6D0-01F5-4A3A-93B4-063FDF3D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5398C1-23CB-40C7-A588-B27E99C97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41BB8-8214-484E-B075-463C0A35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F47D05-5F5F-4C3B-830D-48211753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06F507-D32A-4BDE-9569-B53BCE8D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F91B65-92BE-4521-911F-C51CA2C4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AB5781-F4FD-408F-9B08-F230F2E2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92CA7D-6479-4924-BC39-01E74DEA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74BCEB-0461-45EF-AB1A-8AE5309F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4D9598-E854-4310-906A-0A4D6E5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B228D9-A874-4DEE-9D4E-EDD3D3B0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5C7096-31CE-4D2B-AD71-28324ABD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7617AB-3FFD-4F18-9C0B-E7345539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523AF7-6C48-48F4-906B-35CF07E8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3D1C4D-9A85-43EA-98DC-7BC4614F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957150-62F3-4361-9904-2E10A1A6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34C9CA-BA2E-4FCE-923C-E6A3DEFF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5F2E76-2186-4D8C-85FD-C46E1203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02A10BB-C909-483B-8BD5-32D3E819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0A6981-A98D-4EE2-ACE9-678FAB0D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5126FC-FB63-4491-AF82-AB54071F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EB6F27-929C-47A6-AC64-9D034E6A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9FA637-F797-452F-A352-DEE31825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799ECA-EE0A-448A-A84D-F4C78A36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DD77A5-797E-4BD9-B805-DACD7CF9B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51C929-CC21-432C-8397-432694F2E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710457-CF75-4B99-ACEC-AE0D9243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861740B-F6A5-4C0B-B579-473BE4C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7ADAEEB-BD1D-4AD5-9D0F-B75793F9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821667D-B476-439A-8747-2AE4B324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0D0EEE-71DF-4E7C-862F-2F55FE725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690BDE-B881-4EFE-93B9-787E891E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5EEF174-82BF-4543-B26C-5AC1122D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9BB14F-3073-4176-BCB5-96CB844E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11523A0-3718-4A12-9A3A-5840410C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E181DFF-C938-43FD-82AC-CF90CC2A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26FBC6E-23F9-453B-9A06-D8C52011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8AAC19-0478-44A8-B179-56E7598C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B9EC655-18E7-4F5A-A336-E6749A8C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3FD8AAC-3E4D-4B86-A666-2018A8A8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BD990EF-DDC5-4051-AE11-77DFEE23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A2586FD-4785-4B0E-8961-2F39573D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F3017C6-17B3-4341-AC37-CF391764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6DD67BA-3AD5-45D0-8EAA-351E68C8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8C68EE2-8A94-487C-9DDF-2877622C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441D8E-48C3-47B6-B8BB-517C5554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05DDFD4-C3B9-400A-9C68-3AA81A6E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B6D76E7-59D2-4CCE-B1B7-E07F22B8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33FA9C5-F93C-45C0-A18B-8C22B445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586821A-3820-4B99-A25F-D60FF9EA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906A98-177A-43FD-BEDE-1206E5AA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A1C0F8E-116D-4769-8ED8-70BB545A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B23DDA7-843C-40D3-AA1B-5C1A36BA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B090D84-AC25-4630-86EB-F199B4B1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9C1DCF9-1999-4E23-944F-EA3BD50D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B14D226-B62B-4DBD-9698-0DD523B6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59D8E48-C89A-4D73-9D8B-8CCE1FCA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FF33C18-12FB-4255-B0BF-14AC6568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BBB391F-724E-4E3F-9631-8495032BC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E8E0003-1959-415C-9CFC-AF98B460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3C02137-4833-413F-9FB6-CBA348EA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833264E-9A28-4A9F-B294-26BFD0CA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6854EFA-6DD9-462B-9116-0BC05B91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2E3D96D-229E-4538-A6B0-FA17FE11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85B0FEF-CFA5-44AD-9BE7-2A23D0DD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63FAFF9-499C-4DCA-AB99-6D87B3ED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CCC3F99-399E-4BC6-82D9-97D81E9D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B999EFC-A6D3-43C7-B82F-8AEBCE62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410CA1D-6A79-4ADF-BDD6-AE386233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5332D7C-A72D-411E-9E8C-D1BA9660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C3082FB-7891-497D-B09A-6863114A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2224DB1-934C-4F59-B554-A27464A17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0FFB763-4346-46B0-90EE-56070A92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6FBB832-D88D-4B2E-8741-5CEE7B99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47839E2-F3F8-4E54-AB56-B345C98C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EF66BF3-3234-4CB6-8BB2-EB362A2C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B8F9440-C96C-44ED-AC53-F78C966B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470EBA4-D8D1-4B61-848E-442E35AA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F54959D-F04B-447A-95A8-96F6EE66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F8B4E23-B264-433F-81CB-584AFBBD1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F313CD6-FC6C-4C5A-848D-508512CB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1189F2C-D591-400C-BFC1-C8EF2399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46D2732-1D6B-43D8-8F80-BE725AC4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7618138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1C3DC966-7F3E-4340-BF01-F53B8651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BB5DA-0685-4573-90C8-64D876C2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9C8215-F406-4938-B829-3580A817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006A43-03D0-498E-9CBD-FFBC2A8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E3282-F5D3-438F-A800-E062642E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17b8124de474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9530E-A96B-4E80-9EC4-D1186A27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F06392-9E83-4507-92FE-FEF56C68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B6BC6-B7FA-45F2-9866-D7FB694A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2A521-41F8-4F18-BC2E-EC106489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7728FC-E640-4B39-A561-6F00F813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5797D-0945-4970-939C-D330A944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72239D-C95F-4388-B0B1-FEB9138B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FE50CE-AA86-47B6-9AC3-283E25E1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5A5537-A4F3-4812-B64A-AD7E9FF8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24DA30-B78E-4150-B75E-340E7207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7319F9-FCF0-4C18-B660-7AC592F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F190B0-E9BB-4AEF-8BA4-EF223289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741B7-4FA9-4E75-AD7B-D2E2B4408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563D0C-06E5-4CF7-90BB-A4461831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83A901-B413-424C-8EEE-184EF15B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5BAFB4-B453-426F-9328-394B077F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59242C-57FF-4BBD-8975-AE5EA3E8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AE1D24-CBBD-466D-9F4D-74FB1E79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CFE6A5-A3B3-4611-BFCE-8E6AFC49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54D4D3-CD58-461E-8C98-51C0C9BBC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EA9294-0A48-4345-8EFF-0DE5BABA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7563F7-0BD4-4A76-A23D-BB5C1A7C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497727-63A5-4D76-BE66-6CD57DDB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8F8EFE-21A9-4CE7-94A3-BB86AF69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918457-6C56-400D-A572-3E75F6122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E5137F-75E9-4D72-A357-28B3C7BA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A2A704-A7FB-4F5C-A7AC-E21B4054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0E3E27-0F2A-4858-A6AA-6D60650D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936314-DF9D-46BE-93E5-95B4E15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1F66DC-143F-4449-B40B-8AC942AF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64AC11-E123-4F6C-B536-22C49077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D255B9-B69A-4698-B6FC-BAC2A102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0F8501-7EE9-4496-9225-8CB41378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74EF71-67BD-4E8C-844C-032789A3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567388-A624-4294-A83A-DEB3AD34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CEBBEC3-20E3-4C36-8691-190BDC25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801333-4A7E-4AB6-9547-F81F14E5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D0C45D-30C1-4E54-A6BA-8820350E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898878-D5A8-4D40-BA2B-A36596B5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395BCC4-AA65-4AD0-B068-BB66233E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1CDE02-E82C-4B62-87D6-C5C86318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0064958-A141-4B5A-A9EB-216C3318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62D2DD1-8B76-4756-9B40-7CF08D1B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341AD3-AB70-4B32-B818-AC4FB57E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B4A9839-FE74-458D-8FF2-923FE678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1C63EBF-D5CE-4B31-8249-C3E2CBD4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C94250-14FB-4660-91CB-3EBF1399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8B72DBE-BD0B-449B-9480-BB6B8799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FF363-3098-4336-A3A6-F046776A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AE345DD-B7D8-43E9-8B17-D68B8B5C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E3AC1B-BA93-4568-A7C5-AA8993BB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36A8546-0E6D-406C-AD66-53C28CD0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B56EDA5-DE2D-4062-B181-31ED17F9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EC51CC-623A-4824-9A01-B8713163B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CD34F2A-DA3A-465F-B31F-197E943B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56B6BFF-A85E-4CB0-9F36-CE0B6121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248FFE8-86E2-4D51-93B6-58D93D68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5803460-6D01-40AF-972D-BBDD94A4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440E5A5-26E4-47CE-B01B-D598A970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F9E106A-04E9-4683-90C9-6F02E951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020C042-CA57-4B60-B1DC-B94DA2AF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4CAA46E-0512-4EA2-A4D2-CCE7916D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4877D70-C784-4078-9696-EE53343B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17A06AA-9180-4AA6-9F74-0BE06A17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F62A61F-0980-4E18-8409-626FD2F4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E860814-9872-4FC0-8C58-580D8A86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90AB193-DAB3-4ED5-B998-2F701444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F7F2A2C-760C-48CE-9E2E-96F87872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94FD9BE-E149-41AD-93AB-444916D1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ACBBBAF-0840-4CD7-A2FB-3BB387EF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9C7600A-58FF-4746-93F3-6CE992B3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4737E2D-1E2D-43AB-8EB2-11FCB7DB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96C155D-90AD-468C-8BC2-CFA989CE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047C9D2-789A-48F6-8579-A2C4BF9C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9524D59-C563-4962-A5AE-458E2DF8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C78B769-66DC-4408-A19D-2CC722AF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772DAF8-22E9-41AB-B378-B8AC3240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0518E83-B283-42FF-97F2-B04F070D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E504028-42F6-42A6-ACEF-132A1A17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4482DDE-0968-456C-BF2A-167BFC56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DC7FB9B-98A6-4CB9-827A-69F38B4C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3A63797-FF68-4D6E-83DA-24AFDB92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D9CE346-C4E5-4E66-97D7-C7D4DAC6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CDBCD0C-0308-40F1-9A46-F5DC26597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3929249-2DF8-4D7E-93BA-A1135FABC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8CD81E1-DE76-433B-925B-B2AF1EEF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0136983-0180-466C-8FCF-E0D71592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694F6FA-6505-44C0-9DFB-A730543D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897A4DD7-09A7-430E-AD9B-671C6DB9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7639BBD-1EED-4A61-84B6-6B78A505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95389ED-237A-4EEA-AFA7-9624FC38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B2B2BA5-D4A1-45D3-B5C3-3C56B1BC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3ECF941-7BF1-4333-A973-693824C4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1861444-5F5E-4467-80AD-8520D1BC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4018CDC-C7F8-41C8-8FD5-6240E0F8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0265BA2-FA30-4489-8361-5707938C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1002851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403000B-1837-4F4D-BEE3-EFC7B70D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081E1-9710-4F8E-B2DE-0ED14B72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4F80F5-B2F5-4C50-9754-C5DF1FC1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B5035-B24F-4F2C-88AB-72628F34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30025-BE1D-4F97-AB6F-D0317B49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7937b21ab4ce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2FCD9-2EDC-4B59-9477-2C26FD33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28F32A-1264-4DB6-A6CC-5EF6EF767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2F5B8-E710-42E2-BEDF-857F6021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C57B4D-F205-47CC-AAAA-823E00C4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38C96-223D-400A-A3D4-B3AAFB24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D194E8-1801-435E-9245-596E6BC6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00616A-4019-4D23-AEFC-AB18CC91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478AAC-D21D-48BA-A60C-D39B1098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396DF-199D-4F2E-9A14-D69E735D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A4759C-F538-42EB-ABDC-89EAB69D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488BCB-4D57-49FB-A6E0-C83F0CFD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76A52-1D09-43AC-B90C-8FB80E4A2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1936C1-4FBE-4D43-9D70-F4C847AF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3107A1-8DBE-4741-A52E-6D971D2B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D761E0-2A48-4D05-A66D-4668AC7B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32EC21-6318-482E-9D76-AC8499CF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B282C4-CB03-480E-9CF2-19ECC380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C9E67C-4D93-4AD9-8FA6-4A6D3B04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22ED4B-9F2C-430A-B4BE-795AF66F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B42567-A7F7-4FE5-B34D-6C6FC053D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1D6C-551E-4F71-A978-49587663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CCA0E0-6E58-4B6A-BFFC-54F8370D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3E5994-4B32-4627-9883-641F58BB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0AC29B-9D78-452E-8F22-B26AC20D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14B9C5-12E8-4594-B729-E1AEF454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72F396-9616-4DBC-A1C9-A351B22D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6FB934-3608-402A-9B04-674FA9C4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7043BF-E4B5-409C-A03E-5DAD7DEB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F1DEF9F-7937-48C1-AD9E-D98CBDE5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882E9C-A846-4058-BA51-CFBB6E51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87EFD8-32A2-4538-A631-E92FF2B1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758A1B2-CF35-44A4-A1A6-AFC3FA84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35FB96F-2CB3-4B78-8229-62CDB658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406075-E7AC-42C0-A94C-418A3371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B0D990-A2DE-42BE-8713-C85822C9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8DEA1C-8118-498A-9DB0-92BE3560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F88A7E6-784E-4BEA-892C-137FDC75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F2B0871-4B49-4AAA-AB37-1B2DF447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B28E925-6924-427C-89E0-30E21D9F9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1DF3F3C-93E7-4933-A2E8-480F6F24E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46D78B-0C43-4FF7-BBB8-9A907D10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FC244EB-E674-4C04-822E-0D8B94C4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E8AEBD7-AC5D-42B0-BF2A-BDACE6DA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40EC59-4399-4D5C-91F0-8DD0FE19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0A4CE86-26C4-4594-9A47-025C87A3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FC9409-DD83-470B-854A-882A279C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C871B8D-4974-40D7-802E-EEA7B8B6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35042D9-7EA4-4DF9-99E2-34E15CA8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6852557-0FCC-4EC0-8FAE-95DAE9EA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844535-83CE-4F09-842B-196EB039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97B8BF3-0793-4FC1-A83C-F0040226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8069B57-2172-497E-AC22-3837197E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660511-9F31-4C71-9559-1324FF29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BD273D8-0F52-44D9-818E-A34146FF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22781A-0C9C-43A7-AEC2-DA96C4BE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A299D8A-FABF-4AEC-8CFD-B85B62AD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87BABAE-63D0-41C3-9873-E5023B76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222CE33-28BF-462B-9822-2CB616F2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B0A33C6-D111-403C-AD28-4F4509DC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60776A1-7509-452B-96F0-C705B89A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CBCF8FB-E7DB-4B05-A6C2-25F17271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92B663A-1762-460E-8ACE-EA9A05C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AA64A0-F7FD-4ED7-8C2E-8191E70A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AA2A9B0-EA82-42B8-B1B2-BE28877B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5055A97-828C-47A5-B785-156E1FF4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EABEC3B-9A37-4341-B468-65B586297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6F0E1C0-7013-49E3-BC48-4E15AC74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C8174E6-8505-4B37-AD91-745A57A6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DC2BD55-FA6F-40D2-A3C7-41350581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9D7F18E-2835-4C2B-957C-324103BD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7473C46-68D5-4BB8-BAD8-91845E83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352731-23FB-40C0-B577-E98AAC7B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FD2E53C-1C74-4E42-BCE8-836897AE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4C586AE-FFE8-4D51-9056-076AC643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145819-57BA-4CC4-92EB-75458B0A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9603AED-C1A8-431F-B2ED-41639052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B93EC49-607F-461F-9DF4-E178F78A1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167869A-E0DF-4824-BB58-A12D5811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DA5BD5E-4513-4612-B117-99CAF0AE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6D0B955-DBB5-46DD-A0B0-2ACBE9F53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1392ED8-C8DC-46B5-950B-34092FBA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D258931-FC6D-449D-9693-9A60A4D3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A0A72EC-D3AC-4F49-A700-4DD82522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2659279-B731-47A4-8741-9EE0DE98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22025D9-4476-4E2C-96F9-2CF14C1B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6312578-4292-444B-8CD1-7B989FA3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C71FD02-2563-455A-A047-8C7740CA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7ADA980-EF34-45AA-97C2-2B0D6CDF7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BF5E333-56BB-4C44-9FD7-A5A2B3F5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542C915-B49E-486A-897C-3AC103CA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413B966-4FDA-4DBB-B4F8-240A0C5E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949172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CAD26E2-BA68-4F76-B996-072986DA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9FA583-E168-44E7-87F2-4FF9296D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347E4-95AE-4954-AE44-4570C626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C8F04-FF97-4FD8-AE86-74E0BD0B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313454-2AF4-492D-A0AC-B4410CCD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5cdc003c6d403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65983F-65F3-4D41-8DB7-2A60E9F2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2001A-1065-4F08-95D5-99767AC2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16893-62DF-493D-947B-36E27860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8B228-03B9-452A-A8B6-861C78302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E4409C-2459-4528-AABE-6855A311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44630-9219-43C7-9FF0-79DB2A0D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4A428-7E76-44E5-A045-313FF96E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279272-6AE8-4A5A-B660-8AA3A6B5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02A95-0DEC-416D-AE37-67C42D52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A0F62C-8BFA-4BFB-BFA0-BE7CE0DE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513E58-653A-4CE8-B408-5B6BA2BB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3FEC9B-E347-4DD6-A573-6FB5934D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534D1A-0E20-4C53-9786-448E3340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D2CD2A-58BE-469E-B42A-491E6A96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5D98BB-0E22-4594-9FB1-19D117D6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C66B0C-036C-43E0-A6AB-C843071C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5BE148-033B-43E5-9F71-19991150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95ABF3-C073-4878-AE9A-DEDF211A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EB4652-B887-4471-8D14-C18CB2CD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0A0845-69F5-41FF-9A6B-2E2A7929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EF7944-E6DB-4982-83E0-37BEA1BF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029FE9-8C19-4037-8106-38BBB9A7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E42212-D49F-468C-9E03-7552D10F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104446-3CA2-4F3E-9472-2E3F6D90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6BB14E-483E-4AB1-8A47-DDC19102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075B16-7F1A-4E16-8F18-E48103C8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BF752B-AD59-4D85-BFFC-1B802272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9BF7CA-6746-488C-A119-ED4B368CB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4EF6B7-BE61-4250-9041-ACB39868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A25D67-AB75-4448-9D64-C37BC6B5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773378-A08D-4603-AB67-7BDF1802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BBD249-CACE-4CF8-BF0B-2B4CFC09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D17280-1201-4531-87BE-3A44EAE9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F6DE18-6F21-41FA-A78F-C29971FA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5F48DB-B2CF-43BB-8275-5B0B3003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6297BC-7E4C-4144-94FC-91D8605FD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927ACC-19F7-44EE-B997-3E0F2F05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630BE8-3B1B-49EE-92DD-C00D47C6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3564440-C93E-47DF-A02F-04268475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9413E6-1827-4506-828F-4857321E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AB4B5EA-82AE-477F-B1CA-C146C824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E9E18E-AEF6-499D-B0B3-F68DBEDFB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BD2BD31-1609-4D2D-A60A-BFA2AB85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EE97E89-CFB9-48F4-924F-4E4F5052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D20E3B9-4969-4E24-BBA3-FCBA62F7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07B825C-2DA5-4895-98E6-F2C43550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0DD3AF-503A-4712-911D-FF680161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DEDEE70-BACF-468A-B761-E18298C6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3FAE01A-8893-4A9A-910C-2BE4D39FC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156286-414B-490D-8683-4286DF4E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B41DD9E-1B51-4915-A781-182C582D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2BDE5F4-8CA2-431C-8442-B4D37D49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09B92AF-4291-4B65-B416-11EFE1DB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C1D8CD6-E1BC-40FF-A5F3-B68EA7C9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7AA6792-1F03-4FE8-B8A3-AFBE7A38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315E5EC-970D-4F21-951E-DDB90D21B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2790346-8798-4B11-87FB-576C1DB3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872781D-C67C-42ED-B696-FDD661EA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8A0D430-703E-43A0-9DC0-C1059FC6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99B23AC-4F93-412B-9244-F95487D2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9732D12-075C-45F6-ACA2-962E04CF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1254B85-39E1-4E4C-B45F-3660308A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AE8EB66-4F64-4D6F-B415-810D72F0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F9D5967-7BF6-43DE-8C23-AF49FA00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767D999-3B87-4036-9342-C8F21E5B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34D6472-A2D6-49E7-A78C-C78143AC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3C98274-E07A-45BF-B8A8-585B671BC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ABF71C0-48C1-48E7-BEB9-A222FB00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58E1592-4C93-4C3E-9090-7EDF9531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BE5CBA0-DC3F-4D02-83AC-A19EB84C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31A6AEB-2E5B-4F9F-B0CB-376090D3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0C1F4A1-788A-4560-B2E5-9A3ED966F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895F5D4-F375-42D9-A0C7-6FD200FB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723FACF-635E-4643-9641-44259A37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A769560-92E9-4FB5-BBAC-E0CA9A52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5D2839B-8252-45AF-84A2-04F96509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737E8D0-CED1-417D-AAB6-0DD5A4B2C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FB72CC5-E52C-45A3-B2DF-0F5E2E6A4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327CAE8-AED6-4229-935F-625F8CF2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6A0F21B-6CB6-4816-9525-97CBA758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175395D-C731-474C-AEB7-DEFC4231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F362073-635E-4723-90B3-6FDDA587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6A1F13E-88A2-46CE-9BE0-767DCFFF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E65255E-9F4B-4AC1-974C-091FEDCB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BA1CC1E-85FD-4F31-BFCC-B8986011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CD028A6-8F82-4AEB-AB09-7C2517C9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5DCA6FE-9CDB-40C5-B7D0-11172D2F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15FAA33-0039-4518-A1AA-4B122BA06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4FC96F2-C8E1-42A8-B0A9-E5DFC449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D3D6FB6-45BF-4B03-B7CF-6D154295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A6B866B-9740-4645-856D-9476B4C0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AE11981-87D9-4E35-A2DD-D17B342E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E2BB96C4-9133-41C8-9B68-C4943E7C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5F0484A-5F8C-458B-960A-28A5F1BB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5F4925C-1A86-44A4-BE99-0633E009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6962563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446B7D8-7E8C-4698-87B2-9C9CC5C9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FF096-D6BA-4D9B-B716-B13EFEAE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2B3D51-EC7A-4B06-9F51-DAC65E5F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D844A8-E189-47F3-8B67-A41A7EF6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0AA28-7E99-44A2-844F-E95D2FF9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7556606954fa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3B178B-56DF-4FF9-931D-F0AD3859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10293-07C1-4A44-B0D5-312465A5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B15488-7536-432B-9E17-C1067C5B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BCB3F0-870C-4DF8-88A7-E6FAC85A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C8D28-FCAA-40C3-A959-796C20FC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BC14DC-90BA-4B7B-B7B1-F06A1D5C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AD5D6D-A76C-4B45-A855-C2AD5E22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5ABA65-BE9F-4C20-B215-BF9B9751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39A15D-B920-4FD6-9A09-1AF3AE91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A20911-1F8E-47F0-921F-E7D38C9A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642900-F8DA-46AC-9962-3E7EC21F7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D40A0-CCDE-4E07-AAF2-F672EF9E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C51ECF-8A2C-460A-A1DB-E7AEE8BA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2B3A96-857F-4C15-8263-3049C5DF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F067D9-BD21-4D04-9C50-8F7C66F4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AC8CD6-C16D-43DF-A561-5B609AF9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3D1BC-794A-451F-8A62-34B2BCCF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319E7A-049F-44D6-BD98-A3846314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040383-C86A-44C2-9BCB-152BD990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405B01-913F-42A8-8755-CE9905D5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56E6A6-BD1E-44B0-BF12-53A192C5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442F3BA-D904-4096-9E4C-3DAF9DE9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B14B82-7751-4185-A8F7-B0990E9D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94A8ED-8228-4BC4-BD90-432E8802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98BEC5-2CD5-4138-B586-45FCF494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8913C4-2536-4F0F-864E-563EF866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48EF42-97BE-47CA-92DF-EA499D2B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F73784-EA2C-4A34-BA03-B8548170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C0049C-6B70-4DC1-B79F-AD384B05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9F4D83-6623-4AD5-A83B-0FFF0966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EF5741-ED7C-47D8-89D2-2FC4983DD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842E54-FFB9-4FB6-BFE7-A035E1C7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B3C530-8F87-4855-9EA3-C0036138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337D85-8766-45F3-A064-98982595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1E0C1A-E563-40A5-9563-F65AF572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407A250-71E2-4002-BCC7-BAD30517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EABE1A5-4718-4398-BD00-91F2507C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12590C-7B9F-4878-B936-187833FD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78164B-91EF-4E13-9ADA-C41AD7EA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DF80666-FCC9-47FE-9D61-E88C44BE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31BCEC-A540-4CD2-B7EA-9CBA5C85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DB00CA3-77E5-4C4B-A594-DF751D02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B59903-AE3B-4382-99BF-CC1150EA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9DFC6C6-62D2-40CC-A47A-0930D50A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EA72DB6-A7ED-4529-A970-04D76464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FAA40E0-2BCE-4888-A2D0-4B6DA10E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0601830-B56F-444F-AC1D-6AB73E85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692DD57-BB6A-48DD-8ED1-E8BA5763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057C13D-133C-43D6-AB3F-6DEAB4F9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9F7A045-32C3-48D2-A1BA-A9907953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BFC92D6-08C1-43C8-9EE6-9F5531975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11C20F2-1F39-4E65-8A7E-CE7A63BD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21F0DD3-234A-4A5B-8E8F-22B7BD62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C1A1C84-47E4-4AD1-B8E5-8C86F3D4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F5DC856-AF0B-46CB-B318-6CD291E1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B5EC02-D648-477B-9E21-10A91BDD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ECA35D6-3EC2-4EF7-9FE6-41077609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AF7F67C-DA68-468B-A248-32B98829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BD6B1F1-DE66-4D1A-B91B-D0061B23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0845F20-A903-4E08-A016-6F63AE9F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ACC9EFF-61E7-4AB5-83BF-174CD0BF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94F4E5B-CA42-4B33-A752-51373CD6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25CF123-E3A7-4F63-9D33-82FD4DA0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4991CB5-D85F-4069-9886-FC291D0C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1A7F83-FA9E-4293-A2DE-4E4DDEFC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D005F6A-E853-4FAE-9157-821FB333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987246B-9CE1-498D-9104-28B300D1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FA33210-E6D4-4DC4-92FB-4B8B939F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2216390-1826-4CC8-9FA2-9A4F2A13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E3F6BA8-FCD4-4FDF-BD7F-8DB45E68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2321045-82D7-44BD-A863-416F1B68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A17489B-04BE-4190-9CC9-34FAAC04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979D519-BA5C-4F80-8EE1-5DD77EDC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A6A9C53-61BC-48B4-AA3A-5F3F5E08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7C41E18-F976-4168-9645-06B4FEDB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31EE77F-865C-4C02-AD7A-21DB5222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7F5B763-F746-4949-826A-B0660F27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D8E72DA-A21F-4185-BE23-AEAE8DFF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07A75AC-5CFB-40A8-8357-266B1C20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6A7ED6F-39F9-4125-9D10-E045C977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ABA6796-6FEE-4A68-AAAA-A25F6024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4BFE437-F4DF-4671-8BFD-7974B193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E686D32-CBEC-4188-AB61-EC207251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8872324-57EA-4EDD-BAA7-CFAAB3E0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5D0F250-1414-4364-AB2A-EE70E5FE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D9D1E14-F3DA-44CE-9B51-842072ED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1513774-268F-41EB-B9CA-1CA65895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DFB859D-067B-41D5-90AF-B055EC13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DE414ED-7241-433D-AB5E-F477A2BD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4675184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E753160-8EE5-41B4-B70A-B3EDC661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9CE5C-1ACF-424B-AC0F-0D6C30DC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87A67-58AA-4D86-9681-5F36DE97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7D6DF-18B3-452F-BDA3-AAC71891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13BD37-8E06-4BCC-B870-5D7DA382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bc3f85a4c34f4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85391-D9F3-4520-A2F3-84BA9DB6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660ABE-E670-4E31-85A3-7AC00D9E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D448B-B5D9-4788-A6AA-A04C9A88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D9350-8D5F-42C4-8C01-1EC12609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0C538-03EA-4B92-AF9C-0062A775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DCC29-CFFE-499A-9886-3DA67867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70088-A99F-4F32-8984-C1DF39ED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46BA01-5A6C-46E4-862D-C2ECF63B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E3E588-C427-46FC-A7FC-2425CDED9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DFD669-AAD5-4785-8F6A-317F790E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7E05F1-4F03-474F-B398-EF0403FD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2E2F0-670C-4933-AFF7-BCC29C59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7A4F94-243E-4F73-9A9E-0C6E2100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77F5C7-423B-414D-8AC7-93787C10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C244F-BB4D-41E1-913C-816A9850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CF9693-B4AD-4DEC-B93E-41265A21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B5BA9A-7489-469B-81A5-B89A1F2D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430A6F-49DC-4CA3-AE28-9B5C91DE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18262-8089-4F9C-B8AC-3A71CDB93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D34A31-EB16-47DE-8738-B74AA9AB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2BB84B-B7EE-43E0-8526-D13C232A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8D1E4-669F-4EE4-BBA5-9149F906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6E4213-7D1B-4A1D-BC3E-7BC55C09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A5E5EE0-AB39-4F85-BD8E-E13C6BE7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FC5A14-108D-4DB7-81A2-EDCB946F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B5E18F-0263-4079-8F2C-2188A8FF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9939C1-897B-4D03-B159-73D3A557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40BD20-878F-4360-BD39-AB8EBB10D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DE7100-7CEF-4BF6-B913-0B1F62EA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B8B9B2-A97E-4EA6-A5F9-61BF1D2B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FC6714-BF34-465A-95CB-35B794D8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1D4DCF-E096-47C2-9F12-62B3A93E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C6AE74-F8AA-4F89-837A-66848495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1017E4-E37A-48F9-933E-5AED64DE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EFD3BB-D9DD-43BA-8FEE-436CD019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3ED756-0EC3-4EE0-A4F1-FF3459C5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78EAFD-E008-4E7F-81B0-0C69E2DE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E8E1F70-7476-4058-9740-2835F5E2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667EA1B-FC81-455E-80F6-0C2E9E68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FE09FF-B342-4420-A96C-51EA2072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0709E5-6580-4476-BBE2-A2B7A0C2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D72A94-0FAA-49B1-8291-63010D5C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9E20191-5789-4813-86EB-20E5FFEE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E5ED63B-9752-45E1-8831-3BD04833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9FA00FD-D7BE-4BED-83C6-060EBF0D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81FF38-3C1B-45D6-9273-8A32067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A757F83-3742-464C-AC3A-CDA3406B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1FE33A4-4B15-48A5-9152-7A3A5251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6631FAB-8308-4FAA-A581-32451F1E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E0DF750-C965-4625-BAC5-FF6B2077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4ABE1A-DC15-4FB6-86AD-16E4D314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585545-AC0F-4DF4-9BE4-26B23A22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2277DE-535D-4677-A87A-3C298B5C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A5C0BFF-E628-4B4E-9FA1-E58E0C92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9CBB37F-3B50-48BD-9A75-45EA4CB6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2B87F5D-F7D5-4677-B10B-22F64029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69C0FC-F5E9-4A7C-9AA1-9C19B4A1A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3454BC0-BB96-469C-BBAD-62A5FBDE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200A68C-7071-43F1-ABAF-BDB6CE894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3FCF35D-5EE4-4BFB-8A6C-1CA9A650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D5D23F5-1656-47E5-A3D1-2DB83D2C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B743B8D-DFAE-48FB-A6E7-5DDC93F4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C109972-0C0F-48D0-ACB5-CE8B285C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3DF229B-EA1E-4FAB-AA4D-04BC3227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CB2455D-822E-4FF2-B7B3-8FEBF396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133441F-32EA-4CD8-B5D8-F6F9F5CE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675D4E5-165C-4F32-BD37-F2A74D84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A21A749-BDA8-4E8F-9D46-783D63F5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F72B68-3AD9-47DB-A1EE-1AECC130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D54A43E-C239-4096-8FC5-528CA286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5E75461-1B4D-4DD3-8D21-A842408B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C86022E-E765-43F9-A97C-9717FCA1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D32CD5C-98A1-43C2-909F-300B6270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9F56BD8-CC3B-4FAB-997B-05190941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CFFDABD-2CCC-47EB-A192-215C4C1D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644D56E-5DDE-4E16-B331-BE3827FD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ED4EF3F-FA5D-4249-9451-AF6D96A1D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5F04C97-B57B-4E5D-81A2-E7864F00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EC6C6A1-E87A-4820-83EA-FF0767C0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670DE36-FE7B-4B7C-9032-B82DBAA1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C24F6D4-E1EA-4C79-AEB5-7559DE53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859A92D-5A9F-4966-843A-9814550C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63D03D6-4BF6-4C61-91CE-37A7DFE4E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7731D56-A9D9-428F-A6BC-8A144422B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6552D0B-037C-48D9-88D2-B4E94257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84FB9A7-D8D8-4536-B2C1-99C975A9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C0E0C29-8257-447A-9D67-525E8BE9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EEE3B7B2-FF73-42BA-B505-93B879C8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40FA60D-8F78-4D97-8ED8-6DD2C527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A322FBC-2A0D-4DF8-8D21-E6531ACB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8DCD00E-6BA7-41D9-B998-B39B7B76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110C32D-0565-4E2B-A02E-5BFAF258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B048CB7-F41A-4506-80A0-58693E35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D112A2-303C-467A-BACD-9D41A4A7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7094F17-4A9C-4F79-8561-D33BC807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D85AC49-E6D0-4D0B-9CFD-25D8EC6E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F243E1D-8A96-4F11-B7B9-38F2F1FF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23FEF1E-23FF-4BC2-BA50-C9438E67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E2C3B18-D2ED-4C1E-AA7A-DF3A3271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E428BB6-1E2D-423C-9ECC-BC60DB52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21D3DC4-23CD-4D5D-8242-5D15B3D3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050518E-460B-4750-8B37-55BE9507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6D631C3-8F98-43E3-92D4-118FAC52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AA2A1C2-07F0-4785-9668-8293F727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D69CB97-D183-43B9-86F8-04B508FA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A4865216-18D1-4EB3-A9B9-2EF37AFA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D98CAD6-D972-498B-8CB6-135EF454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4B0406A-8ABB-4BFE-B20C-0D1AF692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A3CE0EF-7C79-4FF4-8AD9-50738522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836F138-D1BA-49B2-ACEB-D7279538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C96B99E-C14F-43B4-89C8-86FA4F15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C0AEB24-D104-4943-A953-653384F7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FD0CA4BC-7272-4A16-BE89-83084773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DB130E3-5E09-4AD3-B72E-70616CB22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E138FE4-E065-4B5B-8730-F8CD5448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5964542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F5128-DE9A-433D-ADB2-BD848C80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2B703-A072-4255-9F29-06EA25CE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FB31F-70C7-46A3-BC9D-33EEB66C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B6A4F-9C30-42A2-9D8F-C2342F31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4c161442443a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E6E6B-A27E-4671-8462-03C69C64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DDE51-B6CC-42B1-AE60-C9A84ECE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0591811fe8405a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7863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2026-09-18T04:28:57.4310000Z</dcterms:created>
  <dcterms:modified xsi:type="dcterms:W3CDTF">2026-09-18T04:28:57.4310000Z</dcterms:modified>
</coreProperties>
</file>