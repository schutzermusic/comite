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81fc793c8d41ec" /><Relationship Type="http://schemas.openxmlformats.org/officeDocument/2006/relationships/extended-properties" Target="/docProps/app.xml" Id="R1ae67c77ebeb4553" /><Relationship Type="http://schemas.openxmlformats.org/officeDocument/2006/relationships/officeDocument" Target="/ppt/presentation.xml" Id="Rac0f5ac786aa43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466b755ef2468f"/>
  </p:sldMasterIdLst>
  <p:notesMasterIdLst>
    <p:notesMasterId xmlns:r="http://schemas.openxmlformats.org/officeDocument/2006/relationships" r:id="Re7c91fb524ba454a"/>
  </p:notesMasterIdLst>
  <p:sldIdLst>
    <p:sldId xmlns:r="http://schemas.openxmlformats.org/officeDocument/2006/relationships" id="256" r:id="R905db114dc4c4c50"/>
    <p:sldId xmlns:r="http://schemas.openxmlformats.org/officeDocument/2006/relationships" id="257" r:id="Rab3f468dfc9647b1"/>
    <p:sldId xmlns:r="http://schemas.openxmlformats.org/officeDocument/2006/relationships" id="258" r:id="R392f2763027c462c"/>
    <p:sldId xmlns:r="http://schemas.openxmlformats.org/officeDocument/2006/relationships" id="259" r:id="R6418eb49fdff465f"/>
    <p:sldId xmlns:r="http://schemas.openxmlformats.org/officeDocument/2006/relationships" id="260" r:id="R2b14a0a411704208"/>
    <p:sldId xmlns:r="http://schemas.openxmlformats.org/officeDocument/2006/relationships" id="261" r:id="Rf7a3c80f0844458f"/>
    <p:sldId xmlns:r="http://schemas.openxmlformats.org/officeDocument/2006/relationships" id="262" r:id="R31f0645912194ab1"/>
    <p:sldId xmlns:r="http://schemas.openxmlformats.org/officeDocument/2006/relationships" id="263" r:id="R13f2a930c6ef41bc"/>
    <p:sldId xmlns:r="http://schemas.openxmlformats.org/officeDocument/2006/relationships" id="264" r:id="R2e8e36e8b8314772"/>
    <p:sldId xmlns:r="http://schemas.openxmlformats.org/officeDocument/2006/relationships" id="265" r:id="R7c572d55a3ab4abe"/>
    <p:sldId xmlns:r="http://schemas.openxmlformats.org/officeDocument/2006/relationships" id="266" r:id="R2653157f3c004d81"/>
    <p:sldId xmlns:r="http://schemas.openxmlformats.org/officeDocument/2006/relationships" id="267" r:id="R04a7a9dc207a407e"/>
    <p:sldId xmlns:r="http://schemas.openxmlformats.org/officeDocument/2006/relationships" id="268" r:id="R62952bdd6b7a44cd"/>
    <p:sldId xmlns:r="http://schemas.openxmlformats.org/officeDocument/2006/relationships" id="269" r:id="Re64d821a855c4650"/>
    <p:sldId xmlns:r="http://schemas.openxmlformats.org/officeDocument/2006/relationships" id="270" r:id="Rc6f2f47017aa48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cdcb8f88bc4dc4" /><Relationship Type="http://schemas.openxmlformats.org/officeDocument/2006/relationships/slideMaster" Target="/ppt/slideMasters/slideMaster1.xml" Id="Rc2466b755ef2468f" /><Relationship Type="http://schemas.openxmlformats.org/officeDocument/2006/relationships/notesMaster" Target="/ppt/notesMasters/notesMaster1.xml" Id="Re7c91fb524ba454a" /><Relationship Type="http://schemas.openxmlformats.org/officeDocument/2006/relationships/presProps" Target="/ppt/presProps.xml" Id="Rc8db7f0e588b4c85" /><Relationship Type="http://schemas.openxmlformats.org/officeDocument/2006/relationships/tableStyles" Target="/ppt/tableStyles.xml" Id="R2820b6ad8dd144f6" /><Relationship Type="http://schemas.openxmlformats.org/officeDocument/2006/relationships/slide" Target="/ppt/slides/slide1.xml" Id="R905db114dc4c4c50" /><Relationship Type="http://schemas.openxmlformats.org/officeDocument/2006/relationships/slide" Target="/ppt/slides/slide2.xml" Id="Rab3f468dfc9647b1" /><Relationship Type="http://schemas.openxmlformats.org/officeDocument/2006/relationships/slide" Target="/ppt/slides/slide3.xml" Id="R392f2763027c462c" /><Relationship Type="http://schemas.openxmlformats.org/officeDocument/2006/relationships/slide" Target="/ppt/slides/slide4.xml" Id="R6418eb49fdff465f" /><Relationship Type="http://schemas.openxmlformats.org/officeDocument/2006/relationships/slide" Target="/ppt/slides/slide5.xml" Id="R2b14a0a411704208" /><Relationship Type="http://schemas.openxmlformats.org/officeDocument/2006/relationships/slide" Target="/ppt/slides/slide6.xml" Id="Rf7a3c80f0844458f" /><Relationship Type="http://schemas.openxmlformats.org/officeDocument/2006/relationships/slide" Target="/ppt/slides/slide7.xml" Id="R31f0645912194ab1" /><Relationship Type="http://schemas.openxmlformats.org/officeDocument/2006/relationships/slide" Target="/ppt/slides/slide8.xml" Id="R13f2a930c6ef41bc" /><Relationship Type="http://schemas.openxmlformats.org/officeDocument/2006/relationships/slide" Target="/ppt/slides/slide9.xml" Id="R2e8e36e8b8314772" /><Relationship Type="http://schemas.openxmlformats.org/officeDocument/2006/relationships/slide" Target="/ppt/slides/slide10.xml" Id="R7c572d55a3ab4abe" /><Relationship Type="http://schemas.openxmlformats.org/officeDocument/2006/relationships/slide" Target="/ppt/slides/slide11.xml" Id="R2653157f3c004d81" /><Relationship Type="http://schemas.openxmlformats.org/officeDocument/2006/relationships/slide" Target="/ppt/slides/slide12.xml" Id="R04a7a9dc207a407e" /><Relationship Type="http://schemas.openxmlformats.org/officeDocument/2006/relationships/slide" Target="/ppt/slides/slide13.xml" Id="R62952bdd6b7a44cd" /><Relationship Type="http://schemas.openxmlformats.org/officeDocument/2006/relationships/slide" Target="/ppt/slides/slide14.xml" Id="Re64d821a855c4650" /><Relationship Type="http://schemas.openxmlformats.org/officeDocument/2006/relationships/slide" Target="/ppt/slides/slide15.xml" Id="Rc6f2f47017aa48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6ddeb5747c45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7257ae18ed4636" /><Relationship Type="http://schemas.openxmlformats.org/officeDocument/2006/relationships/notesMaster" Target="/ppt/notesMasters/notesMaster1.xml" Id="R56c028d0d0fa4f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11d54454c24bb2" /><Relationship Type="http://schemas.openxmlformats.org/officeDocument/2006/relationships/notesMaster" Target="/ppt/notesMasters/notesMaster1.xml" Id="R807a8928d2d444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992b253ef9414e" /><Relationship Type="http://schemas.openxmlformats.org/officeDocument/2006/relationships/notesMaster" Target="/ppt/notesMasters/notesMaster1.xml" Id="R8e2ba055e06e41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f8b4f410084790" /><Relationship Type="http://schemas.openxmlformats.org/officeDocument/2006/relationships/notesMaster" Target="/ppt/notesMasters/notesMaster1.xml" Id="Rcbf5fdb2b65d4f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8d2b89b82b4c22" /><Relationship Type="http://schemas.openxmlformats.org/officeDocument/2006/relationships/notesMaster" Target="/ppt/notesMasters/notesMaster1.xml" Id="R6a35d9c424694f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249a45bad4ce6" /><Relationship Type="http://schemas.openxmlformats.org/officeDocument/2006/relationships/notesMaster" Target="/ppt/notesMasters/notesMaster1.xml" Id="R30fc97d40a0f44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bbb95735664b63" /><Relationship Type="http://schemas.openxmlformats.org/officeDocument/2006/relationships/notesMaster" Target="/ppt/notesMasters/notesMaster1.xml" Id="R3c29392b602f4a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f960cf02e6478f" /><Relationship Type="http://schemas.openxmlformats.org/officeDocument/2006/relationships/notesMaster" Target="/ppt/notesMasters/notesMaster1.xml" Id="Rf9b031b8624649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42762e285044bb" /><Relationship Type="http://schemas.openxmlformats.org/officeDocument/2006/relationships/notesMaster" Target="/ppt/notesMasters/notesMaster1.xml" Id="Ra230ad3b7f1748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8a4522114d430f" /><Relationship Type="http://schemas.openxmlformats.org/officeDocument/2006/relationships/notesMaster" Target="/ppt/notesMasters/notesMaster1.xml" Id="R0f921feae12140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70df8a70224013" /><Relationship Type="http://schemas.openxmlformats.org/officeDocument/2006/relationships/notesMaster" Target="/ppt/notesMasters/notesMaster1.xml" Id="R95ad8349279240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4ed85cb9594a5b" /><Relationship Type="http://schemas.openxmlformats.org/officeDocument/2006/relationships/notesMaster" Target="/ppt/notesMasters/notesMaster1.xml" Id="R40be45939b574b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0918ff006f41e2" /><Relationship Type="http://schemas.openxmlformats.org/officeDocument/2006/relationships/notesMaster" Target="/ppt/notesMasters/notesMaster1.xml" Id="R26fb6ea9659b43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2795e9d58a48a7" /><Relationship Type="http://schemas.openxmlformats.org/officeDocument/2006/relationships/notesMaster" Target="/ppt/notesMasters/notesMaster1.xml" Id="R2317546a78d748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b879b80b7a482e" /><Relationship Type="http://schemas.openxmlformats.org/officeDocument/2006/relationships/notesMaster" Target="/ppt/notesMasters/notesMaster1.xml" Id="Rbe8789ace6ff41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dbefc8122a46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7b193ea48a48c4" /><Relationship Type="http://schemas.openxmlformats.org/officeDocument/2006/relationships/slideLayout" Target="/ppt/slideLayouts/slideLayout1.xml" Id="R75e313bfaffc44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e313bfaffc44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461c782d04f1e" /><Relationship Type="http://schemas.openxmlformats.org/officeDocument/2006/relationships/image" Target="/ppt/media/image.png" Id="R69bf939831aa4116" /><Relationship Type="http://schemas.openxmlformats.org/officeDocument/2006/relationships/image" Target="/ppt/media/image2.png" Id="Reef6d5f9ee5b4145" /><Relationship Type="http://schemas.openxmlformats.org/officeDocument/2006/relationships/notesSlide" Target="/ppt/notesSlides/notesSlide1.xml" Id="R4e75d0f01dd041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5a907c0d74d71" /><Relationship Type="http://schemas.openxmlformats.org/officeDocument/2006/relationships/image" Target="/ppt/media/image3.png" Id="R56ccd3eec4de4b60" /><Relationship Type="http://schemas.openxmlformats.org/officeDocument/2006/relationships/notesSlide" Target="/ppt/notesSlides/notesSlide2.xml" Id="R26e416d67c2f4b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2bcf946ff403d" /><Relationship Type="http://schemas.openxmlformats.org/officeDocument/2006/relationships/image" Target="/ppt/media/image4.png" Id="R092936c9c6e64da9" /><Relationship Type="http://schemas.openxmlformats.org/officeDocument/2006/relationships/image" Target="/ppt/media/image5.png" Id="Rd0262d2059b443d1" /><Relationship Type="http://schemas.openxmlformats.org/officeDocument/2006/relationships/image" Target="/ppt/media/image.svg" Id="R05feab9de4924a2d" /><Relationship Type="http://schemas.openxmlformats.org/officeDocument/2006/relationships/notesSlide" Target="/ppt/notesSlides/notesSlide3.xml" Id="R465b3aeac69f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84ec2c63446c1" /><Relationship Type="http://schemas.openxmlformats.org/officeDocument/2006/relationships/image" Target="/ppt/media/image6.png" Id="R954e1b2769da4f03" /><Relationship Type="http://schemas.openxmlformats.org/officeDocument/2006/relationships/image" Target="/ppt/media/image7.png" Id="R53592eca14154fad" /><Relationship Type="http://schemas.openxmlformats.org/officeDocument/2006/relationships/image" Target="/ppt/media/image2.svg" Id="Rebd5b94fa2cc4036" /><Relationship Type="http://schemas.openxmlformats.org/officeDocument/2006/relationships/notesSlide" Target="/ppt/notesSlides/notesSlide4.xml" Id="R2361d1e90d614e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c2e970a2442ee" /><Relationship Type="http://schemas.openxmlformats.org/officeDocument/2006/relationships/image" Target="/ppt/media/image8.png" Id="R196ae57315d14dd4" /><Relationship Type="http://schemas.openxmlformats.org/officeDocument/2006/relationships/image" Target="/ppt/media/image9.png" Id="R0abbc7bdadf34b3c" /><Relationship Type="http://schemas.openxmlformats.org/officeDocument/2006/relationships/image" Target="/ppt/media/image3.svg" Id="R6ba2147e14b24ed1" /><Relationship Type="http://schemas.openxmlformats.org/officeDocument/2006/relationships/notesSlide" Target="/ppt/notesSlides/notesSlide5.xml" Id="Rcae363fb3e7343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4d3e825664ca2" /><Relationship Type="http://schemas.openxmlformats.org/officeDocument/2006/relationships/image" Target="/ppt/media/image10.png" Id="Ree0f0358ba4d4ba3" /><Relationship Type="http://schemas.openxmlformats.org/officeDocument/2006/relationships/image" Target="/ppt/media/image11.png" Id="R0a262bd806284b28" /><Relationship Type="http://schemas.openxmlformats.org/officeDocument/2006/relationships/image" Target="/ppt/media/image4.svg" Id="Racbbea6898394227" /><Relationship Type="http://schemas.openxmlformats.org/officeDocument/2006/relationships/notesSlide" Target="/ppt/notesSlides/notesSlide6.xml" Id="R930ac4b7b9cd40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44f4e197d4022" /><Relationship Type="http://schemas.openxmlformats.org/officeDocument/2006/relationships/image" Target="/ppt/media/image12.png" Id="R0b9061f237004ba7" /><Relationship Type="http://schemas.openxmlformats.org/officeDocument/2006/relationships/image" Target="/ppt/media/image13.png" Id="Rd71f7ff6d94c4a1c" /><Relationship Type="http://schemas.openxmlformats.org/officeDocument/2006/relationships/image" Target="/ppt/media/image5.svg" Id="R3fa99f125d224e70" /><Relationship Type="http://schemas.openxmlformats.org/officeDocument/2006/relationships/notesSlide" Target="/ppt/notesSlides/notesSlide7.xml" Id="R14a90d1e48924c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da1ef8d0a4cbf" /><Relationship Type="http://schemas.openxmlformats.org/officeDocument/2006/relationships/image" Target="/ppt/media/image14.png" Id="R98e447d47f2c42e8" /><Relationship Type="http://schemas.openxmlformats.org/officeDocument/2006/relationships/image" Target="/ppt/media/image15.png" Id="R73f93b1f74304c2b" /><Relationship Type="http://schemas.openxmlformats.org/officeDocument/2006/relationships/image" Target="/ppt/media/image6.svg" Id="R5f11450503694b40" /><Relationship Type="http://schemas.openxmlformats.org/officeDocument/2006/relationships/notesSlide" Target="/ppt/notesSlides/notesSlide8.xml" Id="Re68aee7c6c9a4b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2d3be8f204ae1" /><Relationship Type="http://schemas.openxmlformats.org/officeDocument/2006/relationships/image" Target="/ppt/media/image16.png" Id="Rb2476a37e2d34c92" /><Relationship Type="http://schemas.openxmlformats.org/officeDocument/2006/relationships/notesSlide" Target="/ppt/notesSlides/notesSlide9.xml" Id="R0fce47b73a8749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878eace0643f9" /><Relationship Type="http://schemas.openxmlformats.org/officeDocument/2006/relationships/image" Target="/ppt/media/image17.png" Id="Rbec67e35cab94b09" /><Relationship Type="http://schemas.openxmlformats.org/officeDocument/2006/relationships/notesSlide" Target="/ppt/notesSlides/notesSlide10.xml" Id="R5f7a797027754d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fff836f524d61" /><Relationship Type="http://schemas.openxmlformats.org/officeDocument/2006/relationships/image" Target="/ppt/media/image18.png" Id="Rd3c76389e4b041fb" /><Relationship Type="http://schemas.openxmlformats.org/officeDocument/2006/relationships/notesSlide" Target="/ppt/notesSlides/notesSlide11.xml" Id="R8a54de0c19df4b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40e1210514bfc" /><Relationship Type="http://schemas.openxmlformats.org/officeDocument/2006/relationships/image" Target="/ppt/media/image19.png" Id="R5d6e5ce42bfb4a97" /><Relationship Type="http://schemas.openxmlformats.org/officeDocument/2006/relationships/notesSlide" Target="/ppt/notesSlides/notesSlide12.xml" Id="Rb3865e217e1348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cb18cd9d7414a" /><Relationship Type="http://schemas.openxmlformats.org/officeDocument/2006/relationships/image" Target="/ppt/media/image20.png" Id="R79807cc94a26419b" /><Relationship Type="http://schemas.openxmlformats.org/officeDocument/2006/relationships/notesSlide" Target="/ppt/notesSlides/notesSlide13.xml" Id="R1d0c48049ae644f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bfe4d1ea34cf5" /><Relationship Type="http://schemas.openxmlformats.org/officeDocument/2006/relationships/image" Target="/ppt/media/image21.png" Id="R8b2507d32f5f4d13" /><Relationship Type="http://schemas.openxmlformats.org/officeDocument/2006/relationships/notesSlide" Target="/ppt/notesSlides/notesSlide14.xml" Id="Rb84f8d3f0b32404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a9f63117947c8" /><Relationship Type="http://schemas.openxmlformats.org/officeDocument/2006/relationships/image" Target="/ppt/media/image22.png" Id="R745c749423a2419e" /><Relationship Type="http://schemas.openxmlformats.org/officeDocument/2006/relationships/image" Target="/ppt/media/image23.png" Id="Rd54db82e84094efb" /><Relationship Type="http://schemas.openxmlformats.org/officeDocument/2006/relationships/notesSlide" Target="/ppt/notesSlides/notesSlide15.xml" Id="R580292023ded43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B98F0-BE82-438A-B569-C99AF00C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D28F0-D64F-409D-9D30-D33DF4FE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75284-D28B-4A6C-87CD-20099DC4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f939831aa411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6DE29-9DAB-4B76-878C-FE31AE3A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40B64-C769-458E-A510-4F5E095A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6d5f9ee5b4145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5C59D-B080-496B-95A9-457E6A7C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7D0566-D14B-4888-AE4A-A8CEB983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04FC56-2B64-4584-8E86-6D7ABFB4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AC946-A0F8-4616-9DDF-BA72CF4A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F82CD-E9FF-4F8E-98D2-8F550A7B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591ED-7585-4F52-A7F6-2685731F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36E78-5BEF-4DFB-9A27-88D749CF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B1C6E-7AAB-4E08-86B0-F54DDFAC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6D8CF-C047-4902-A073-E83E6A6B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5043209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05A3CA-036F-4FC6-A5B6-1628B49A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C56C7-5BB6-4649-B574-68A7F618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FF8FD-13BB-48DD-8233-44EAFB10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050C4-5AF3-4680-AD0A-A26160F7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AC895-E567-46F3-856A-96AEA78C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cd3eec4de4b6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60E01-D8D9-476E-8427-ED30DEEE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FE000-D0AF-4FFD-9077-7D841AD6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7E611E-C5CE-4EBA-9522-3F121317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A3329-4889-434C-A36A-3FBBF7D9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41289-805D-45C0-A741-B6976B05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258A5-5C3F-488F-9E87-FA27FC97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5AF4A-9B47-43F2-AB81-97534704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26D7F-10C0-4B32-9C12-5B377A95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C7C76F-18F0-4DE1-9536-7BBA0E12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66A7FC-5F87-43C2-ABE9-030F601A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8CB71-F897-4634-AD19-6FD3D699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36E71-BBB6-4192-A64B-38B9BB70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21D6F-67EF-4ED7-8720-0DA72958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2B9D4-1367-4A0E-9F8F-1C8CFF34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DB48E-7EEC-4F86-85A1-19F375EB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70273-122B-4855-BF39-188B9C29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7F6CF1-691E-492F-BE6F-1A928804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A54DF3-CA38-4E84-B076-75B969FC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2A7063-D4C7-400F-BBA1-67B514D1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221A38-DB5A-4DAA-BA49-15F2249D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B2D099-F9C2-4405-A783-6328DF1B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C4EA34-3F27-425C-98C1-C70E64FF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BD84FF-A33B-46A1-8AE9-ABE9848D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2803D7-7E9E-4EAD-B0BC-2EB40F0D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BF7612-3C7D-4A03-A477-EC7404F6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0C791F-AE81-44FF-B216-2A200844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A29834-D4A3-4CB1-9213-F1EE4560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14F196-EE8D-4A86-BD03-C23A1E8C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2FE6AE-C29E-41E3-9A54-2DAA03DC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876B4-4B0D-4E07-8CB7-0AF56373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B7CE00-CBA6-42A8-A038-D9C75E41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1B7018-6F62-48CE-B04D-6649549E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180692-6A16-4D95-8AD1-A89C86EC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C7CCAB-26B6-4D3F-9B3B-3F73DB68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2D74DC-83D3-4420-9034-6DA3D72C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8741548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1F83C4C-A101-4EC4-B9BB-7D2CC1CD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D3EE3-D2B9-4887-AB09-D347E375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692F8-C582-4688-A85C-5AF5BB67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FE072D-4E30-4FB7-AF5C-71A675D5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800BD-B9D6-4659-96FC-8D7E10E6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936c9c6e64da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E4F0F-306C-4843-B053-684C9289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F8E81C-02ED-4F77-8A32-CFB4B49F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ACAD3-C0F0-4BDC-8727-D1AB065B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F8B92-2B88-4394-9E6B-356D319E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B5826A-88C1-4CE0-AE5C-418102E5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A849ED-F1F4-4BFC-AE5F-D423271F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09CC8-18AB-45F9-A9B2-AA9E76DE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20089-7D66-4D72-BBE3-D7F23F4B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B8DF3-5523-4151-8176-D377F91C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E90EA4-089E-4FDE-AA54-B458DAE4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450BC1-8812-4BF7-95F3-0260F1E3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77DD28-2901-49EA-924D-BDEBA5EF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FA16A6-D90F-498A-8278-125AD0DF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CD306-EE13-4B50-B35F-D54E83F3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D0694D-8A92-4258-8069-0AC33DBC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0B8F1B-6434-4651-AF27-E8319FD8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E85C9-CF2A-462E-96D7-26618B2C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43839-A464-4B2F-A961-89660EE9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F3F836-CC28-48B6-921B-D82A01A9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79FE45-E424-4701-B323-DEAF31D8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AF8FBE-466D-4530-8733-C9DC4201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2E9959-9CAE-475F-AEE0-F25E216D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478998-0CD0-4374-BCBB-55D73235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862803-3B6D-45C0-BCB2-00C0303A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1E817D-2650-4C31-9B15-6A7D101D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872D87-D525-4355-93A0-5E015A70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FB25DD-9BCD-40B2-8138-CA1602C7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6F0FAA-A8BB-4C39-A7B8-B674D1C0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CFE6F8-8A24-4783-B34A-4EA9FA47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DC091B-4F1E-4A25-8B79-0CE60129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4727C6-03E9-43F1-8F38-8FF20528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62d2059b443d1">
            <a:extLst>
              <a:ext uri="{96DAC541-7B7A-43D3-8B79-37D633B846F1}">
                <asvg:svgBlip xmlns:asvg="http://schemas.microsoft.com/office/drawing/2016/SVG/main" r:embed="R05feab9de4924a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FA2221-B8E4-41FD-B620-23B6308F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9EB406-B22D-44E1-84BE-AB0195A2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375557-82F0-4919-A027-16B88054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180F89-8390-4107-9F70-CD90896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32A5C9-502F-4CDF-944F-355E0240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C91D5C-1112-4EC9-B4BA-7545F46C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AEB706-56F0-4E9F-9227-5ABA4EA8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1C9D86-0BD3-40E9-A17D-F44DF1C6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65CD720-A990-4507-9DF7-5BF3196B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662B91A-87BA-4609-9AE0-AD308E05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434A92-55CF-47B7-BEC5-EF196A33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3BCCE7-74E2-4718-8432-DA97B479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7EB65B-6205-4431-AC17-2016A592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31CB86B-B3BB-493B-8634-42EFB7C5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3F48538-67FA-4B8A-B2D1-07AC4BCF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5CC222-FA85-4A2B-AD8A-36EA80F0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5F6EF72-D2D2-4CC3-8B50-F0DFC886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09F983-BDB8-4641-A47D-9B279F1C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EA88DF4-B25B-4C7A-8462-C433B842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5365F0-05B4-4FD7-B3C3-D8F65161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40EF92-464D-4414-BBCB-E1EF1298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51CD7E4-068D-41C1-9EC9-C0940DD4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222234-7972-49EA-B147-8DCD3ECB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8FD1EFD-5497-4D75-B81B-08976697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256A815-F3C2-4B7E-9DA9-200972BE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F063F17-1CAD-42C1-BE0E-293F50F3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AF517F7-1CF6-4336-ABF5-AFBAD2F1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B90FA4F-1364-41B4-BE55-E291B146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E23D9AE-ACEF-4584-BF12-8741D2A2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10242B6-5438-474A-A7C5-46FFFD4E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B2EB1F1-F7F4-43AD-B15C-9102E547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F551C88-28E1-4E90-8490-F311776C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A1DEF0E-4889-4C38-9E72-FBC712BD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CBC4294-E810-480D-BEE4-3486FFF8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9BAE420-E86D-488B-8EAE-75ED051F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FA89A37-23C3-4125-9ED6-5AC58994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2ABF39-8F38-431F-B69E-03B6E8F7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5733643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5B2922-0501-4AEB-BCBD-770F6578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FE186-C5E3-42CF-8B70-1AE51363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C8C5A-5289-4C54-8C52-082551AB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C837B-624C-4D3D-B236-6A987CA4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B6F40-1D1C-4E49-A0CD-A3FC2CF3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e1b2769da4f0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9E151-9FA6-4E62-AC7E-2BC9875D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B3E0B-5932-4337-90DA-2E57DA27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B3F50-53A9-4C25-8A60-C5E99EA0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BA48CA-69B4-4938-90A6-5524C5F6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07B14-687A-4FC7-B670-1E1AC8AA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92eca14154fad">
            <a:extLst>
              <a:ext uri="{96DAC541-7B7A-43D3-8B79-37D633B846F1}">
                <asvg:svgBlip xmlns:asvg="http://schemas.microsoft.com/office/drawing/2016/SVG/main" r:embed="Rebd5b94fa2cc40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13F68-3143-4F7C-8A15-F7BA4F59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C50286-71D1-4300-B7EE-C2D3067B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E264AF-4BE6-475D-BBCF-9927B2DA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BE9E3B-A460-434F-896F-0445C06E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E51753-16FD-4E10-B6F8-2A406F54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55F560-6478-4D27-B184-7647EFE2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F047AC-04B7-409F-BB7D-309FA9D0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31C45A-783D-4EBB-93D8-F543F8C8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836290-4A02-4FAC-9D1C-5FF1EE89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966B4B-31E3-4D49-95D9-D43FC1E8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FCAE4-7526-4C7A-8AE0-2245CD5C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AAF80F-50BA-44FA-A3CB-9530B28D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BB2268-BD7D-4867-B4FA-1C7E66B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F52083-41EF-497D-9E99-71A53F30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F6E66D-EB75-4837-B1E8-1FA291CB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641861-E285-47C7-AD36-57E4B469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E473F5-131A-4499-864D-A0BD29BD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501859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7B3ED8-3ED2-43A8-987F-940C0990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7A046-3A93-48E5-8702-F81385DE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09BE7-E07C-4392-8B15-2E619E65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1D480-44BB-4086-A013-A9373D20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301A1-1158-4115-BA36-FE0AFA52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ae57315d14dd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4A21E-970F-4C54-8B86-437E5044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42CAE-084C-4E41-BC1E-2F31D57C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FD55B3-A2F9-4B12-A952-9589A1A9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E535D-50B3-4291-B988-7D8FBFA6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524C0-43B9-4C1A-938B-11672164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bc7bdadf34b3c">
            <a:extLst>
              <a:ext uri="{96DAC541-7B7A-43D3-8B79-37D633B846F1}">
                <asvg:svgBlip xmlns:asvg="http://schemas.microsoft.com/office/drawing/2016/SVG/main" r:embed="R6ba2147e14b24e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F987F1-A98A-4A24-B010-F31D8530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3CF3B-DD6C-49DF-9794-75FD439C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16DE2-E073-4ACE-ACFC-515B96F5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A454B8-FC55-47F0-9D76-6A68D759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494D95-B5DE-480B-AE88-ABDA707D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B47EB6-373F-4334-BB2E-D3FE900C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F9FBA8-4663-4702-B1F6-D1FCB092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30178C-BA0C-4FB1-A000-9E6C0C6B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44AC29-E486-466C-90A5-5DBFCE0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BBFD18-CC58-48C8-B13D-603FD49B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E49A7F-0561-470B-94DC-ADA0D971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34B400-BC4C-4EAB-8ED8-2037761F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EC94F-CBB3-4C84-8AE8-997EB649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CDBF16-2E91-453C-AFDC-0D66CEBF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C1DB9A-AE44-45EB-8E6A-7D1FD473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254503-E414-41D8-B435-6D6A8668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21B27-B707-4204-8646-7D1D8C2B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BF6F84-A231-43ED-A2BF-439DC2DB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99D94E-9CF0-4B41-A7F5-9BD768DA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13677E-C9AA-4C50-9260-3FCEE4FF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8308465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6E2B9C-C67B-428F-AB98-9913723D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C84955-47C8-4E75-B4C2-AEEBE8F6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2E3B5-0F27-4134-BBF3-FB86526A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E4DAA-AE0F-4EDB-8114-FBE7300E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76A16-4114-4C83-949C-F0F32FC3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0358ba4d4ba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B687F-8E1E-4DE6-9129-9946F382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6F626-9B54-4705-A913-3CEBAE62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F4E82-FCFA-4B95-ABEB-8BEF4502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164FC-0BB4-4498-B111-47B250A1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AB86FE-257E-41D6-B373-3B4A219D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62bd806284b28">
            <a:extLst>
              <a:ext uri="{96DAC541-7B7A-43D3-8B79-37D633B846F1}">
                <asvg:svgBlip xmlns:asvg="http://schemas.microsoft.com/office/drawing/2016/SVG/main" r:embed="Racbbea68983942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B0A886-B25F-42B2-ADFF-E588F702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BA5816-B7D9-4E1E-8E24-6313C452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0606E3-62C2-442B-AE88-8B525E8C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E4558D-A968-4B56-8950-298F2595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0FEB25-C2F5-4B65-95AD-3C0F153A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CF9EE-4008-4465-8406-3C1FDCBF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4838D6-32C8-468C-B558-6FE35EBA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15B0E5-D3AC-44FB-8F05-C6447B08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FAB272-AA31-41E5-AEFC-13BF6FA1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7C7660-0163-48ED-B693-18A29E56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33CF5B-7E83-430B-8C4C-4B0BCF94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47E8ED-2370-40F9-9184-95C1CD4E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7FE533-22EE-4134-A6F8-CFC63285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9BF12E-2784-4125-BC36-656C726F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0945797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10CA76-B4B6-45F5-8728-280DB5FC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1E87F-C6A5-4FD8-8F8E-390C8226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E10AB-1C90-4D9B-ABEE-BC8AE2DA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BF8D0-C44C-42EF-83A7-CC35A2E7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F41CF-28F4-45ED-9802-06533FE4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061f237004ba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F6839-9A92-4678-9BD2-2BA0E9F2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6B32D-710D-41B5-A877-ACFA01A8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0C6F69-A60A-44BF-A7CD-8CD21BE2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C9F473-CA02-4EE8-9000-A7982AD5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2C0AA-6EE6-4372-8DFF-A57AB544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f7ff6d94c4a1c">
            <a:extLst>
              <a:ext uri="{96DAC541-7B7A-43D3-8B79-37D633B846F1}">
                <asvg:svgBlip xmlns:asvg="http://schemas.microsoft.com/office/drawing/2016/SVG/main" r:embed="R3fa99f125d224e7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6EFBB-DD9F-48A3-95DC-61DF5878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57796-5A9C-40AC-94DD-E4C549F0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35C36-BD7D-4488-9674-EA48C6B9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FB8662-4140-4573-AEB2-2E03360E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1FB41-630E-46D9-8459-42C43DF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0C2DF3-961E-43F9-804B-BFFFF038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A58016-38CE-483A-801E-F241D140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6267C4-A78A-4186-818F-CC19BFC7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D4ADC-2626-4C89-BDA4-D958EBCD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37FEDD-E086-4ACC-819B-D1787F9E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8520B-4017-45A5-9001-577F5F7F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CC9879-87E1-45BB-96D9-FF16D642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134752-CE12-4808-B3D4-AB2FCC27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9E312B-86A9-4B95-9E27-20E7EA21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05140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782547-5BC7-4831-9B1F-EB57961A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A16D1-6E3A-4E32-B64A-EAF8379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80BDB-3CF5-4D81-AFBC-0A436D6D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20D33E-891E-4598-9D96-340A05E1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57774-F51E-478B-83A0-20966879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e447d47f2c42e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795A63-032C-4B67-B67D-20E99532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5FBAC-8566-4FFC-8C53-5F576988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7D234-31AF-4548-AC7C-77F9B8E2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A6335-6741-4713-8F3A-07C0A78D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D9C9C-9619-41CF-82EE-14760E89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93b1f74304c2b">
            <a:extLst>
              <a:ext uri="{96DAC541-7B7A-43D3-8B79-37D633B846F1}">
                <asvg:svgBlip xmlns:asvg="http://schemas.microsoft.com/office/drawing/2016/SVG/main" r:embed="R5f11450503694b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6CD87-2A23-4E72-A28B-E7B16961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A9CB52-64F8-4D4D-80BC-9A40C08C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7D11E-77FA-49C4-B628-4D045FA4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77F6AA-35F8-4C67-B295-936FD67B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C6548B-D55D-43BC-BFD9-9ED0C976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78953-9EAA-4B12-B70E-CDE6A18D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129B4-50BE-4B2E-82FB-035F794B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07A64-3629-4339-B0F9-EFB971A6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75AA0E-4D64-45BF-929F-D45D85FF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1F9417-F0EC-4E73-9F15-BF2B56E0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594B83-32F6-4AC8-9B23-27944526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745E66-7E26-415B-90EE-1E2FC562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CEC683-0C20-4D16-B269-451CBFC2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BB6211-1485-4FFC-8C78-23CA4A62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3D40C6-2F25-4B83-92A5-06D4D31D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4D805C-AA97-4C6F-85C7-D4FFF1F0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3E5940-81F1-4952-9C69-2EAE5196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A3713-F8F7-4CB8-A356-139C5E23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F2F9D8-5320-4D2E-9966-99E4C8DA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9240F4-47D0-465F-B886-D9ABA531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CEF9D9-DC02-493B-AB5C-E07810B3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58F90E-4EF3-4A5E-81AB-ECBA519E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8324823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7DE490C-766C-4FD8-B3AF-181836E1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7413A-AB49-4E1B-9EF9-1DD7F7C2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B1FB0-4574-4834-B15B-CF0AFE1E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6D346-1744-4DEC-9F07-17FDE033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5547F-C179-49A3-A865-F6EFC1B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76a37e2d34c9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01264-F63A-416C-8A8D-0A41A758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5FFDE-3059-4AC3-B5E1-670C92C6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B74E4-31FC-4382-9479-7EC56A1B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78B6C-EB05-4CA9-AE9E-5F18C4B0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24F14-8431-4885-8752-B724F2BA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F2AF0-1BAF-4D1D-ACD2-C91AE4F3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6D7D69-D0AA-4E71-B575-4BEFCB1A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9078D7-DDB3-423D-9E36-2068AC93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18BA6-1C48-4800-B307-862995C3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7AA5D1-7EB8-4672-89BD-9B560091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4A928-2546-4DE1-996C-F0674BBB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E5FE78-2448-4E29-849D-079053D3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5BAE1-2CA3-46AB-B628-7B2ACF54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E93667-B9E7-45CC-A151-E9713F73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0DA291-121D-4781-BA7A-9C93C77D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AA386-AFAE-4ACA-ADA9-7ECBB983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315B5C-5678-4237-9BE7-6B21C8F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C1905-3BB6-4CE8-A9F2-1D7BE6DB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19A924-E8B1-4A12-AE53-39C8ACF7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33D58-953D-4430-9648-AA827E6E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83D5F9-2F31-4236-90D9-6513B73B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CEAAC0-F028-4E23-BD3D-3B762081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139DD7-7D83-4D22-95E1-D2668A33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28907A-9657-499E-8E01-71C202F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044659-52D0-4133-A7EE-5751B97B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0861AD-4A35-4C3F-8958-20D6BF32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0A4EFA-AA8C-4F10-9B45-8C9CA06C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509FA8-8FBA-4311-AC5C-9BB9B52E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830178-6BE0-46A9-B3F4-F0DFB457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6E4BC3-59DC-42FE-BEBA-FA1EC5E8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DF14EE-0A15-4E55-AE86-A36C8077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CEC472-162B-4220-A3ED-F75763A1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D8F238-A8DE-47BE-9406-74DD55D3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35C9E2-E9D0-4896-9879-CAE02547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19EF86-10AF-436D-B8EA-31C52F06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701A2F-C566-417B-8352-F8CAF8F1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11A2FB-6B48-459E-869B-D52EB6D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9FBBE6-0D56-4139-92C4-5C1A2FBF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4DB9A7-5740-4BE0-918C-DD63228E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C349E3C-DC92-4186-A8BD-EE5D46CC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ED24FD-C76F-4315-AEB9-EA8AF195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ED9EB5-66BE-408C-A130-7BC7358E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4F3D14-7FAC-4B20-9D3B-32D83228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54A6DB-EE67-4803-8288-A7ADDEB2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0C1AD6-C859-45A4-852C-7887FCA4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273A36-7B15-4E37-B3F1-A7891303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F40787-F264-4D8A-BF50-65BA5E47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7B2C30-4AC6-49B9-8199-66A1F340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DECFCB5-2009-446C-9B39-615012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6F23316-52FF-4C07-936E-8ED11DBA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D994BD6-A182-4377-B28E-9D2F7664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5D35E83-29A9-4985-A149-C3D483D0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45412F-2172-4F85-B708-80CD4258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D811B84-6270-47F8-8D07-352B8108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681479-DBFC-4572-9602-DFAC22A7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CA1D979-268F-43F1-AEE3-D6313897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69D652-BEBF-4264-99D3-3DBD53DE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49AF3BA-0FC9-4B9C-AEC3-23A9065A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A4A9951-4B79-49BD-BB56-CCDACA79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A556C95-9153-4DB6-A67D-071E4146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F26CBCD-E4FC-445E-872F-8464F725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D75B56F-381E-48E3-BDC0-F7E504A4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3A8025D-6A54-4ACA-9601-1249E1FB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8923202-5912-4FFD-AF71-B7ADE746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5074B1C-A498-4CCF-9C42-7D2DB5DF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7258C04-6513-4AB3-B95A-D2126D0F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B532471-A7AB-48A6-9E02-35EA1CE2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99A56D0-3B1C-4D6C-B3FC-4FA961D2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6D8AB18-F23A-42C2-8D44-517CB59F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71B989C-0322-4B3F-B167-B1FCF113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A1480D4-2505-48FE-A904-DF884338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76C2EB5-827C-48B7-A4FF-00F87F3D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E6E3424-90E3-46E4-AC7D-B6D2AD1B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D05E727-2DE1-4614-9D8E-D7B14B62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0637537-39D8-4B75-A541-3C010247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2E50D45-70B9-40CC-B6ED-8B1AB04C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0EEF6BB-9C79-4622-94BF-0B44AD07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11A7BCB-773E-4BB2-9689-F14D4384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775CFC1-4112-4308-B302-21DA0163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8E435B1-9D83-48CE-8291-75C96670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793036B-5067-4F5F-A995-7EC2F89F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FF72EC6-D233-4823-A87B-EBCDA80F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65C0D59-66BB-4E40-B40D-22F9137C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25CCA97-0FF2-42BA-ADC9-7BC351CE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5F07053-2BB1-48E0-835F-4AC4B73D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098F958-E929-4D28-B7D3-10F81FA2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47E6B26-5AD5-4EBC-AD24-0683D7AD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DB71309-0BC4-48E9-ABEA-1C96EBBE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74D2534-DCDC-4157-877F-D17D1A44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BAE845E-B37F-4E5B-A274-9A3915EB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57724B8-758B-4C70-B06F-B6A6FD03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3608FDF-7CA4-4635-8EEC-FA6780DC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9EA12B2-6093-4916-95CE-11BC85A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42CD327-C0EA-4D66-B5E7-09621C6B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B399846-2A15-41D8-A6B0-C0614A27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6232945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7BB6487-EB84-46C5-8340-5ABA3410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FFE66-8AAF-4550-BBE8-E7D9203F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743F4-8C4E-478D-A026-EC8C48BA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AA53F-9C5D-495A-905F-1A5B365A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48D19-9829-4030-A0D1-8856404D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67e35cab94b0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17ED2-9BE6-46D3-A24A-C91D4058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7FAD5-EB6D-43FE-B418-D44F5AC2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1CE2E-31E2-473D-9A86-D0B9C786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43688-C074-4F6E-AAF0-46682671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417E7-E76D-4943-AB04-43EF64D3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FCDD5-8108-4B45-AC32-90250F7A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096844-75E7-4B7A-B343-380DD949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5BCE3E-61FA-493B-B683-264326FF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AE048-7D93-4427-B26C-1CEF52BE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9D0596-83D7-47E6-8C1C-2F05EAAA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124CC-26E0-4D12-B703-FF218971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4341E-FAE0-4E8D-A868-AF86A123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98A3F8-B966-4CD5-A559-ADBA7E70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EB627-150C-428A-BA87-1DF90A3B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AE1AF-F385-4623-B7B0-2B29B321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E790E6-B48B-43FA-B6D6-DC11A0A3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ED24B8-D08F-4FBA-B672-19F49139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255E11-1BBA-485A-9D90-66D93572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80850-7117-49A0-A3A2-3C817144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363E80-15EE-442D-9989-F869536B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EAFD9D-3D8D-47A3-BAF0-F2A122FA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E0387-BF8C-49C0-B568-BFDE0750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3C8450-BE88-4BE9-A002-CCB745E3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546610-8810-410F-95A6-0086EA2F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D76F30-F279-4CB8-B156-9C215A28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32FA1F-49E1-4E6D-BA72-0E6F5CEC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738D25-DEFB-444D-8E5C-A5FA69CB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7F0F4D-DD26-44DE-A47E-4574E209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7650CC-711D-4999-833F-440AA5B1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15FE4A-A957-4256-80E8-012C4995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A6D2F4-484F-4503-9E53-7C9DF129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3A668E-77A1-4B72-B9D8-8B4E9803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00CC00-6E62-461A-8DE0-4923A811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AC17638-B976-4A6B-8913-00A96169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E52B6B-0630-46E5-AEFF-59198181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DDFBC5-232F-4C59-80C0-C33EA3F3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8EAB36-079A-4674-8BEF-190D83B2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C7AAE0-BB63-4DC8-9CD5-611B4AB9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EA83BF-2F67-483B-85D6-40243806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A40F2E-4B4F-4BAD-B9A3-686DBA35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487D35-2BDD-461A-9AC7-6C6EE981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67AC29-3EBC-4EC1-AA60-BDC01A89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4DA5BD-5C46-4C5C-A7F3-AF37D380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6C7DEE-D5ED-4302-9CE2-8D4B1F4B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83D1DE-1630-4365-8FDE-E11D57FC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77A4E7-3D0C-4BC8-BA28-D779053E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3E6C35E-B9BF-4443-8002-3597B992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DD8021-5894-4617-A39B-6C491B5B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0352F0-E3D8-4E9C-8230-7D07696A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F19E11-167E-482D-95A4-27357449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623F35-D3CE-4FB8-B6D9-967023E7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867C3E6-BFDE-440C-B87E-C89136FB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B8081C2-CF7E-4B62-B828-0B0E3B72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A1A5AD-1C4A-4A1C-9E5D-EF1AB2DF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FE4C375-EFBA-4B4E-B6E7-F947F274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1AB1D0E-A006-4929-908A-5F2915A2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E69871E-B314-4CE6-884B-D81AE85D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6337FC-B620-42E8-8E2D-C0A748D8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DD30BD-3031-4ECC-BA8F-7C8B9A05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2836F59-5E74-4333-AB88-A604C089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04086F4-7CE8-4D0B-B8EE-B235118A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F445E0-750C-4739-90BE-E674ED89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62821E8-920A-483F-8BD1-487BB48F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1887ABC-8D3E-4DDA-AD88-96B014BB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C610884-BE54-4456-A54E-9FB3182E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92B17AC-0A8D-4843-9870-6B2DF2A9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105C821-CB85-4182-B212-78C11536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51804B-F613-4284-ABD4-535EA8D3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35DC082-6ACB-4012-991C-BD107C77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E92E61-0BC1-4FAA-88AB-81BA3C1D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246B1CC-3988-447D-96CD-C6C6C556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3BA833D-8059-4EF4-8696-0DD6B061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4C17952-FC80-4EEC-B26D-D0A69912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47753F9-D810-42DE-BE53-0FF11659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32BB9CD-9714-440C-894B-E9AEBB09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E4B8C2B-2526-4B75-AA7D-F7E38AB4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85915C9-329B-420B-ADAC-28460A14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11C25F3-2D1D-4F79-9FB6-C4EB927C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756CEC6-86E3-4828-BA7E-46BB0019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5D049F4-85E2-47F6-A589-0466D3EB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32F6F4E-0E18-47C5-B4D0-15221986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5A22125-9048-408F-B7B1-10A1D832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2A8468A-7899-4F77-B1C9-6B759C60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EDA95FB-C873-4AFC-ACBF-7704DC5D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6BB6DD7-49ED-4571-8204-4CD3562A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5B8FC97-AA80-4150-BB4A-0280B900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137F305-84A3-46EC-8D17-8916393E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1E6F0A6-0B2F-4FCA-886D-965533FC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0AD3BE4-D71C-4B6D-91BA-BD1753B9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FFAF52A-D30E-47BF-9C59-7BE7BE6B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BF22695-D34C-40FD-B7FA-1ED63DDB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539EDE5-C5E6-4171-BCC7-40CED65A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5F64857-1BAB-4B89-8279-F20BD3C2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D40422C-0466-45CD-9DD0-3D6BD6BD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A580A6A-A711-4381-B062-44BAB94C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8C0DF0A-2816-42A9-B8F1-0918AD69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6597865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0874C1C-7FCF-47A3-B975-DC68FA2B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9A6DA-E991-4FB9-84D1-8C6014B5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C82F6-D9F7-487B-BAD4-94C763D0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AFA45-D6ED-40A7-AAC1-1F10BFA6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F060B-3555-43E7-B543-B8A8A56B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76389e4b041f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D3061D-1935-4AF7-BDB4-5F9C87B5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F88B0-7295-4A85-994B-1792E4B6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ED21D9-FBF9-4F44-86FA-B18C3E43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37DD3-F5A1-45A1-99F7-F5029108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F6300-C367-42DA-AB3F-F785EBBF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9100C-5C2C-48F5-A056-B206C138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C22A3-AA7C-4733-9762-37A8889E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CD49C4-F0DD-4172-987D-859C97B8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FD4911-9D1A-4CB7-AB33-0FBE3BCB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B9969-6EA5-40AC-97A1-E5EE356B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2FEFFD-FCB2-47CD-8EEA-1EDFA511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454D9-430B-4984-8A3C-9A5B0D3A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77D20F-E703-4FB8-9708-78FDFAFF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1BF1DF-2DBA-4F3E-922B-1FE7A6CB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C6F211-E5B7-4FAC-A862-3E67A8D1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72CEAB-7A0C-41C3-8650-D03434D9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080121-D8BB-440B-B63F-B4EABAA2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D007B5-EC9A-41A5-905F-91E760B5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C4639-7A06-4C7E-AC89-67F0AD94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FA3079-27D5-4E84-A15C-C1C1BA04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5CF3CE-3B67-492B-82A8-2F5E2B6C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01981B-8CF2-4F98-9B1A-CD0C9959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BB7374-7710-46E4-80A3-F49505C5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0AC0D4-9E2F-45DC-BF6E-8AB72D5F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0F8148-D310-4E51-8B8C-5D42F4C4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250395-D9CB-4899-9D20-B90EF5BB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799E67-95FF-4344-83D5-76315D38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CD3FE5-8195-412C-AC29-DF4761B9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37F5E7-1C45-498D-88B8-8FC19244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F9406F-7983-4A1D-AA32-FA5F00B3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12B04E-3B23-4C91-BC7E-25E84DA5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E7BEA1-335D-4B2C-AB8B-1AB86BEB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935D3B-4527-4F1C-8481-278AAEF0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A4D2E5-0785-41D9-B9DE-36152E9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3C6E7D-D6E5-4A1E-B6AF-A6FCDB3E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479437-3BBD-494C-9E90-0FB6197D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E6DBB7-7C27-4B31-86CF-317F2018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5374A7-E8A9-4430-87A8-953C4A34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46C070-C3FB-44AA-97B9-8B4BD15A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47241A-A42F-408D-851B-FFEFC586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50EA7F-8D1E-41F5-B876-023FB329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F110FB-880A-490E-8C10-E3A86782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5FDDF5-97E1-4423-AF1A-A2C97419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7E9760-4A79-42B9-8466-FA0ECBBB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3D4DF0-EFBC-4C12-8776-E265A9CB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FA182F-73A0-4FB7-A94A-F27A0211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02C731-2944-4658-B808-8CA4C9ED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AD3F5B-524C-43D9-9F00-69968EEB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1B181D-0805-4C3F-BC8F-7B2F288C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8CD0FD-386D-4A6D-9D3A-1085488B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92F1717-087D-4F35-B34F-7565E402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169677-B64E-413D-B5CA-3DBB61CE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54F3BB5-4814-437C-B24A-450CEAB7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27F0CB-4A98-41AD-90CB-5C11A510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D5CDB12-EE7F-46F9-AAEE-B2C98142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1D4D48-709C-4909-8F80-94A266F6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BCA6DE9-C0F2-4907-9AD3-F5CC255D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E7D9666-15C3-4D8D-9058-8D3E403F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5F2EDA-859B-4E82-993B-1AC706DD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8590645-9BB5-4931-925B-3DABFC82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67118A8-D889-4193-A53A-BBE875B8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AD886BF-154A-4AF6-B416-5F362305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0A87199-DA83-4930-BEA5-08676255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27AC31C-80D9-4DCE-A8AE-C930B5E7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BE2142D-FB31-4E39-8B10-4B659F0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6A60B1-98D9-4462-88C3-E3257100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B3C14A2-AA2F-424E-BE13-7275B58D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D25A2A6-1616-483A-898C-F5175FE9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EDDD46-CAE7-4D12-A8D7-5AD918E3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DED52EB-D8A6-4732-93EF-42C059D2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29C3F8E-8B4F-4925-A4B2-409F6DEC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851D2AB-8C9A-4BEB-B023-39BADD3F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D9D242C-EE2C-4380-AECB-E84AFE48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64F1330-D9F3-45F9-A83F-6A19318D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328ABFA-D418-4C02-8A71-401EE4AF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F1A7BB4-822E-445E-B1F9-5BF47B66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60388E8-8A70-46A5-A30C-725607A1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65CADB8-5021-4C2F-A450-F4CA0302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19B5C4E-1650-4536-80AD-3A27AF3A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F22C027-C9A6-4C92-801E-83C12627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F06BDC0-C3E8-47BE-870B-C2F9238D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4975EA4-2BAF-4BB7-9A98-B81C5617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A856C4B-665D-4F6B-9DB0-DAE9D8F7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6C41C19-5120-4B52-8615-FBAD42EE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EFE1E8F-8179-4529-87DB-0644A96E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7ABDB3F-5EFA-4B66-A9B3-C9B5C42B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2D6A98E-25E0-418F-B3A8-A85A014C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7777792-1903-4648-8A05-F7B3938D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4E2EAD4-FEA3-4F18-A480-34E5DF4D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6DD37F5-45C5-4A3C-8C6B-D0BCE186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742D03D-EEC9-4B7C-A9BC-30589BD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1519648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8E41D29-0F4F-4821-AAFF-071C2F70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68D11-9763-402E-867E-2E08239B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0E54ED-280B-498F-976E-91BC0D2A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402DB-9DB4-4130-93E3-B6DDC0B9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FC760-DDFD-4CE8-A80A-EE315DDF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e5ce42bfb4a9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93AD0-0B7E-4909-8FC3-F8B978FA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64ECC-BF9E-4DCF-9918-C3E2AE3E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2194C-75B5-4BBC-BAF7-AB48F5F4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BE86A-D183-4F58-9314-0EAF7341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5F5DB8-F391-4197-9684-5D7803E4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47A4D-34AF-4298-99DA-ABCDE8FD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1C031-DC3A-4B00-959B-4D7A686F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26979B-E54B-4AC7-94A5-D6C1CD8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A783EA-8409-4F7A-B442-3560313E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9483E-B9C1-4746-8281-ADFEDD28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BDDA0B-A2BC-49ED-9B7C-FBAF81D9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4B6BC8-236A-4859-A078-3C7C4F05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44D1E3-0520-4726-9482-A92EF543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595E30-EA8A-4F01-9F8E-4720934C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0CE989-9631-416B-90D5-62CED263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808DC-3865-42F1-A49E-9CA92A94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561385-B16E-43EB-B394-8ADDAB4B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842317-675D-4CFF-A424-BC74BC0F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7BCF40-A348-41C2-9EFC-2295615C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E13333-6AF3-4845-AA8F-374BE8F1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E6C0AF-540C-45C5-B958-6F1459C5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AB5E5A-1810-4AEA-BBFB-3BE12C78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2018A4-F72B-497A-9E92-21D0AC53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40122A-3422-4ACB-8604-CAC0A844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E6392D-E023-43DA-A6F0-6B8F0A9D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F46681-1420-4F9F-ADBF-473B857D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C747D8-154C-4948-BE58-B5643D79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6EE6B2-0610-4E89-9465-66236C41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AC9364-F0BA-45B7-84FF-B979B294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369066-0689-4A22-AFD6-FF6DE6DD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6EE788-7240-4651-A7C3-176BBBE7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EBA40B-80C1-4B7A-9AB9-2F3F06C1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46B54D-1F9D-4225-A1C7-D0E50065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5CB0DA-4BC1-40CA-A371-4F9601C8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58645C-6E2F-4F09-A31A-D86B95DC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283FE-DE41-453B-BE46-3CC9CCE0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EFA366-569F-4504-BDBB-8C509759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2239E33-E2E0-4684-90F9-C648E71A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D8E801-BB9D-45F8-AAB1-1693DCEC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E26CA7A-F330-4F9E-B584-B29682D3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034604-A77A-4B5F-971D-27EEA1AF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4F7900-D9AA-47E3-BAE8-8817424A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727FDDF-EEF1-44A2-BEB2-F18919FC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1F384B0-8096-42F0-AA04-59CA7FC2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699712-B6D4-412D-98CC-649F476E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6AC872-5E72-4318-B6E4-5393B7A7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0A3437-2368-4A7B-9670-6EB988A4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AF60916-411E-45E5-9EC8-196E91F6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1889B9-0312-4C04-B833-6FCC77B7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46E5B74-9145-4FDB-9451-1172AA61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6D5D78-5B3E-4441-B27F-373F9CF4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77A617-14A0-431A-9BCD-D62AB99D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4ACDD8-35F3-4B51-9634-15C87B40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4FAE78-8B9E-46D2-8121-A6FE1BB9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B1692C7-4F84-447D-8A72-FA5A0214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ECCC1CA-3AF9-4CB7-8DB9-1D789BAD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3E453A0-93F0-4465-9E23-642BE50F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0AD4DD8-0796-433C-980D-70AD8B3E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61CA047-9E0A-4E38-B2F7-BB66547C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BC946FC-3AFD-4A3B-AF42-7AB4B2D3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88A47B-635B-4F33-B8B2-2171F75E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0AB26B0-974E-4385-A13D-EAC39237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B5C860-AB4E-43D2-9DCF-F31C71BD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A985207-27FE-497E-AA74-D4708D5E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6CD4FC4-9D8B-4B0B-A565-1D595AE3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29EEE05-16A8-43B4-85FB-53D8709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EB2B176-780E-46D0-B3F7-2CA990C1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D3082C4-629B-47CC-92D1-97653D00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836A5DF-ACF2-4B7F-AE38-AB06E6F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9327F1C-B69F-478C-A65F-3F2C7CCD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246D4A4-39B9-4394-BF8C-E093C945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D994615-4413-47AF-9AA8-44CE0584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95E19BA-9EF3-4689-93F5-B389C47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F919502-18A4-4296-9AB0-556DD148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367CEC4-E7BD-47B4-95E1-7191C726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A133DD7-E5EC-4F9A-992F-9D75184F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2E47295-B8F1-41B7-B0E6-0671F0B5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48228BB-2A92-4EB0-BE05-FA515C12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0214CA3-2328-4C10-BCCC-8F8658B8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6199B3A-D41F-446B-844A-3341AD59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3F32F7C-6DE9-4142-A988-C623DB57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8E3F50A-051C-480D-B23A-D98C67C9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1ADF4FB-768D-43C6-A1ED-216E71EC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84F46F5-43FB-4B96-B1AE-9B44D8D7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2685C46-3970-4A77-BA85-FCB741FC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3ABE5E9-DD04-450D-B166-BCEFEF28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E883053-D49E-47AA-9C6F-BF91709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1F9DAC9-BD71-45E2-8984-B796BE4F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6963159-840A-4A82-8E27-CA11E8A3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1DB5386-9181-4B11-9F97-83DC4E00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7928BFE-1BCC-4F46-97AC-F4A9E031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8B23F82-34F7-4929-8560-EAC9D788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805E663-BDA0-43EC-B44F-62202D0D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3C127B5-4795-4F61-A86C-E183BAF4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3CF3777-9872-44E9-91D5-5FC528DD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9192097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162AA88-6F8F-473B-BE4D-B99F7BE0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D792F-EA66-41AA-977E-FDBEEF06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5D7BC-93B1-46E3-A638-7ED9E48F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D7E0F-5D3C-445B-BC38-CE16192C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DE018F-4EEC-4660-B660-AD7982F2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07cc94a26419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EA28B-7F1B-434E-84AC-F8A1EBDC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9F4EA-9E3D-4122-97DE-36BCAFB7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7007A-47B8-431C-A5A8-B37190E9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1927B-3710-457B-831C-0DD77A8C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2890F-4686-4AE2-837F-A1158403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BADBBD-6A6B-434F-A18F-7A86ABC2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DD49E-CDB0-4636-B64C-52631E18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F19D8-45D2-4A52-B2B8-EFDA85FE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9847E9-1042-49B5-93D2-E8E2202E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D8D98-459E-40C1-9320-1E7CB18A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71586-605A-46BD-8447-10E9AF4B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4E9D2-3A72-4C0D-AB49-93547425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2692C3-01D7-4AB4-B171-7D9BC450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3ADDED-E097-4F94-AA85-5C360353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C51097-D82D-4F57-9F0C-CA864BA7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C2AF2C-BB39-4C17-927C-29C17C9D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9EAE5C-F6C7-4197-B546-19D1693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C112BD-5017-4780-AF70-89E8FDE2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BD2C81-6225-49FF-ADDA-5A43FD88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48F8C8-2A35-40B3-9160-0117B3A0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1AAD10-C563-4C48-8114-9F13B25F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1CC87A-4148-4621-AF68-1058D8A3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878780-7E2A-4EA5-9132-233EB6BF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16A3D9-FF72-4ACE-A712-8C5C7778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6505AE-7DB5-44F4-A6BE-31B44BDF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9E9ED8-55BA-4072-A5B2-DF6969CB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DCA623-2FA4-4065-8B96-683B5DE7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ABC623-EA17-45DE-BA32-A22E5929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7C73C2-185C-4A4F-9619-97CE016D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FB6C93-9E8D-4B6D-9CEE-3AEF14D0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CC3857-A409-485D-ADA8-969F156A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250ABE-D744-4E53-B706-D2FE3DF9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7AEC43-A6C7-45AC-BEE8-190A5B21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B3EB3B-F6A3-4026-9558-C61513C4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FF67C1-023C-44CE-85E2-542416A9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BD4588-0E32-41E4-AF3D-7C78736A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EDF3A2-B0B9-4667-B0A3-9B1B0176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F5CF65-69E3-463E-BB11-38B43939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7541D3-F3DC-433C-8398-B2726362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14331B-8955-4804-936F-C30C0846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EBBB95-5F2D-499D-B7F7-78C0FF49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0904DC-E4C2-48B3-80C4-5543CF51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1341DB9-CC36-49E4-89CA-2AF69ECB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CB90AEA-712F-4267-91D8-338EE8E2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255A81E-C67A-48FF-90C4-DF95E996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FE425E-0057-4B7E-B9D4-F2C40D5F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FB222A3-0362-43E5-99E9-E9408D1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1AB47F-5BB6-46FC-BF6D-6A775DB3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C5AC4B-849C-45F8-BB65-B67B5472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A6F2EC-2CDC-4308-A1DD-2F33BBD1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12A5B49-3FA4-4A12-97E7-63EDA8CE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1FD961-90BF-4BC8-8DAB-9182B862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F3A2BAC-23CF-48EB-8DCE-2F44F320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04B8693-FF88-4835-9CBF-4323DE31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9019BA6-9A54-4846-9590-F2555C22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D2CA419-AA49-46E4-9F88-5BBF74BD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C675B8-F4FC-42E6-9652-8F1CC7F4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00D826-EB75-4202-ACA6-E1F3536B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2ABB5FB-8DAF-4410-9F09-9B937CC3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2D72985-BD32-4033-A18A-74563BAF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38F4050-33F7-4BFE-9AC3-D87A1C59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1F34D2E-4178-41AF-AABD-EAB6C1AF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7050D66-2638-4D6C-AB77-C3751C45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CE4835-B084-4E88-9E3C-47702824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424ADE9-A934-430C-AD8D-8F0C10C1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62D9786-17D7-4D59-B7D7-EE2D6870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D18EFDF-A71A-4E72-9A6F-60C3115A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50C3B1C-F463-4E38-AEF5-38E6BF02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423BC8F-3B00-4635-BB0F-8BF34032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7A6537D-4CA2-4282-9880-B29C2652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3D17C2C-B7D2-4A19-8BAE-30DB3350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FB0021E-B71D-4691-A798-9622EAA1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A25F4AA-630C-485E-B81A-4F025277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71A99F1-194B-4C8E-91F8-3D6D1ADE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515E87D-0B29-456F-80BE-08277B0D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350F80B-0B4F-4FC9-BD46-03DCB8D0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A27DD22-53A4-492B-B78E-16DD059C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71B138F-0503-4D7A-9AC6-80FA2BDC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DA790F4-82CE-4279-B360-01E41792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A3364E9-38AD-4707-861C-375F810A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7A037B6-CC8C-49B0-ADDC-4AE23443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F268B15-5D72-4F4A-9F66-1FB56BAA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90E49F9-C75D-47C7-8E34-D553FD1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BD443A2-0629-4E74-8DC3-4F52D7AA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A8E993D-4C99-42A3-AD3F-E3505C6F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A0B6D59-B7AF-42CC-9809-42A3A3EC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D4E7CF9-27C8-4E63-AB44-A900AE45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E92050F-17B8-41C3-B752-AA959A1E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198BE0C-6DE7-41CE-9683-7C15691B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5892140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1074E37-53CA-4E11-AED5-163B54B1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22DD5-45DE-48E5-BA3D-50FFD203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96437-31E5-497E-BCB8-471B58B5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17128-160E-475C-A507-5243A873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2D092-5478-4058-8A1E-4A251754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507d32f5f4d1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647D5-895C-427A-B845-6EEC5128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ED623-DC0F-4AE1-99EF-4959BCC3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83936-0078-49B5-B8E4-5941E298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D7400-529D-4E92-A7BC-D5732D30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B5231-D063-49FC-9B3E-A16CC4BA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9034F-388A-4877-B0C1-B3E6436C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32F4B-ECC4-4DE7-B9EE-F70E2BE1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95D68-5BD4-4901-9213-5425769D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F3A1E1-D657-41F6-AEFC-32113EF7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F65A5-25B8-4024-93F0-6C5E84FF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11C8C2-1E84-4C17-9D6D-E303233B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6A108-382B-4E36-BEF2-52C2538D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6FD2F-9497-4C91-BD3D-F4565D49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44134-6145-4D4D-BFB7-8E4B0ACC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4F0AB4-950F-4B17-8E11-FA8D5A33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6A56B6-390F-4082-B108-2F828B7A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369A34-D0D3-4E24-BE9F-6F4C8A7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512EB5-A632-4000-A341-09006132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717A53-6175-4279-B990-521E17F6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4B5DCA-7662-44BC-9527-299C9822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3332D7-1519-4D22-BC16-4A271B7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941267-3D5A-426E-91B7-9EC1BEEF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87FA57-0DFE-4D81-A7E4-A542E04A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4447F6-DC89-44FA-9D85-C95CA151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0B27AB-4086-4246-BEC3-5752626E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35CF26-F07B-425C-BA12-1026C915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3BD3D4-C64C-4127-9B8E-BDFADE67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4D3D21-BE6F-4180-9234-881FA2B7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8DED48-FABD-4650-AF68-388805AF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51DAAA-7BF0-42B7-9B62-05C1F796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4AA9F7-89F7-4479-B814-6DB89FC5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7292AF-F234-4071-B79A-38A35F73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4465DA-5FAF-4EBA-9D0B-D8796C75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A27F7F-0585-4388-9D43-0AB442EF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1E40D8-DBDC-4F82-BD51-C9C94EF4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C9B09C8-EA4B-4417-BE73-F41A07BB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8864BEA-12AB-4E5D-81A9-4FE93941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CE8275-7DC9-4F4A-99B6-E8CF1346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945EFD-D3B0-42E1-AA5B-9FC3EE33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D03BA8-6A4F-4AC6-8033-CA649334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3840B4-DCF2-432F-AB27-75317DE5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07E5A0-2934-4E7B-8237-6531A5D2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EBAD4E-CEA5-490A-B27C-46ED8CC4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291B2FF-0266-42A2-95CD-895F819D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0E6891-BA9C-4DFD-9524-FBAC586D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6D30A45-DCB5-40A8-8600-F4AC9593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2D531C8-DA77-48AA-9BA4-EA4A0063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E760E4-5EFE-4AD9-BA16-BA932930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B4597F-811F-4F43-A77E-6C881852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E429D3C-5D84-43EC-9F2F-FE1E2EA9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FDD6AE5-06CD-4DFA-9B70-D9B7582C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96E8352-9CD8-442B-91CC-093B979A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177CF09-647A-4AD3-8236-82E778F3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79EE25-DEC1-4CC0-88DF-59E918D8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9370A59-DD92-4065-B3F6-1852AF4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27F799B-ECB4-43D0-8BE2-766B2ED9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288AC6F-C113-4617-8304-ADAD894D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E1AE4A2-D7BF-415E-9F47-644842CD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F90072C-F96B-4F9A-839A-868B522B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2B476FC-7F2A-4722-9B43-315CD67D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6D68174-C0A1-4172-B55F-CE509A5E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E243E87-F29B-4A13-82FF-227DA4CB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9F53704-FD2D-4908-8157-536041AA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DF61D1B-C07D-484B-84ED-9C05CDC0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8819C9-40D9-4A16-91F5-6094BED8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C18872B-DAFD-46DB-8B60-7AE890F5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7BF96F7-2852-4A9E-81CB-38E1BEC4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9650F9E-6BE1-4F87-B165-BEE7A4BB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4B357A7-5172-49FA-9163-4ED30BAE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BD56A00-6816-434B-9628-EBDFB24C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547E291-CF9B-4506-8F24-0F5C6E0D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2C9B49-8AED-4205-AF8D-27565ED7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CD3320D-7109-4320-80EE-0B116F88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16B8684-99F2-4366-AF28-C7E58EC1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978E847-29EC-4B15-89B6-7F37880E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788D5EB-BD5C-4FD3-9DE8-3E02BAB9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4C0C6CB-A19F-4757-8592-052EBFD9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29D3283-AFA5-43D9-B15C-37B0C803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6A132E1-334D-4BE4-B933-F618BA79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8B76019-C09A-4C4B-9130-428B0193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326F6C3-A3FA-4077-9DDA-D1873305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5828372-5133-4C0E-B0BA-4FE13AD2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59D3693-2CBD-4B9E-99CB-458C2226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357F05E-5540-4851-9143-69A79B79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9D9DACA-731D-44C7-9B19-CBD29FDF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151CE8A-CE82-4241-8CB0-2579B8D7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44168C1-CBEE-40E5-A228-D8577D55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672EFE9-29E6-4EF0-8FAC-BFF41630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7AC779E-DE4D-4EAE-ABE6-F03E6995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4A5D3FA-298C-42CE-8F43-05F455BA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D1F3BE9-2F25-4950-A442-3870C89C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21B511B-4A1F-4091-9C0E-C21750A0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4479E11-DE49-46E5-9B1B-B7F04A24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8A6EA41-2ABB-4543-A3CE-B0A7FBC0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74F7A25-8B64-4A44-81AF-5F2522C2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39C5196-504F-44CD-B93C-BC4E62EC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BCF5FF1-A96E-475E-ABAF-BA209D5A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6B3B4A4-B95F-493E-A9DE-8462DAA7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E45EE57-DB21-4E76-B9FA-C693CB87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25BBBEA-26C8-42E2-A68E-1DE50125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1493793-7E61-4B61-B82C-1903516D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1BB140-3BAD-4C53-B195-37F06B4A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F50628D-9A23-41E7-ACCA-9797648F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895CC9D-16D2-403D-A1EB-651B9D05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F1E1CE9-5EB4-4E81-942E-EF26C8C6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82D933F-5921-43D0-906B-805A7BC6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61628C9-380B-4BB8-9E89-D4BFE901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6EAAF4F-075B-4A43-AE44-8DD36833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E133BBD-45B4-4E7C-9C66-B1B6C33F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8754865-6D31-444C-B96C-53045A32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31D4B14-61C9-4309-8AA8-A3A0998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67FB77F-4833-4813-93CE-8505F428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5ECE109-9825-4DE7-89F1-B157E195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629AE02-273A-4EE2-86C0-77728A75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F1010D9-9120-4FCD-9658-3CB4297B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FCAC19A-7A76-458B-BF84-C384AF81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1A44EBE-6879-4ABC-865B-A0AF3786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0713098-5A8E-4455-8FE7-565A9E2B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C67D3D8-8611-4A1A-825E-27EB9962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B95E6DA-AB53-4D40-9638-3C8080A1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7AAD091-97C4-404C-BBD1-26131931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F97BB1A-AF87-4BE9-A582-18462D34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7906484-E3B1-48F2-ADD7-9F8CFA1E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944471C-D640-4CB7-A315-D7730E60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9485896-F4D4-4476-A6EF-595CF1E6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4E7E473-085E-4630-989D-EB983C78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2B197C0-AFCC-4E72-A1E2-641DC024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F60965F-EEF0-4B6F-9A11-4FB3907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9738953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149BA-CD19-4627-8F45-5B630745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AB5DC-8EF9-41AC-B370-B68E1BB9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688C0-C55B-439F-9E0C-B5F0481D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5688A-D9B4-43ED-B176-51BD9BAD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c749423a2419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AE2F8-CECE-4791-B7F8-2EB56AB0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DD7DB-D4CD-4940-A06B-20957E89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db82e84094efb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8486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2026-08-25T05:22:29.5210000Z</dcterms:created>
  <dcterms:modified xsi:type="dcterms:W3CDTF">2026-08-25T05:22:29.5210000Z</dcterms:modified>
</coreProperties>
</file>