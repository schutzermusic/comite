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fe29ee46e445c8" /><Relationship Type="http://schemas.openxmlformats.org/officeDocument/2006/relationships/extended-properties" Target="/docProps/app.xml" Id="R9d8c2d60eb5e4198" /><Relationship Type="http://schemas.openxmlformats.org/officeDocument/2006/relationships/officeDocument" Target="/ppt/presentation.xml" Id="R85610fc4ab6d45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d552accb0045e2"/>
  </p:sldMasterIdLst>
  <p:notesMasterIdLst>
    <p:notesMasterId xmlns:r="http://schemas.openxmlformats.org/officeDocument/2006/relationships" r:id="R58de1ba4ace548b3"/>
  </p:notesMasterIdLst>
  <p:sldIdLst>
    <p:sldId xmlns:r="http://schemas.openxmlformats.org/officeDocument/2006/relationships" id="256" r:id="Rc867e4f2be864e96"/>
    <p:sldId xmlns:r="http://schemas.openxmlformats.org/officeDocument/2006/relationships" id="257" r:id="R81d46adbfd834866"/>
    <p:sldId xmlns:r="http://schemas.openxmlformats.org/officeDocument/2006/relationships" id="258" r:id="R2323c6ea54c04527"/>
    <p:sldId xmlns:r="http://schemas.openxmlformats.org/officeDocument/2006/relationships" id="259" r:id="Refc300b6939f47e2"/>
    <p:sldId xmlns:r="http://schemas.openxmlformats.org/officeDocument/2006/relationships" id="260" r:id="R72857141aa3e4ccf"/>
    <p:sldId xmlns:r="http://schemas.openxmlformats.org/officeDocument/2006/relationships" id="261" r:id="R0adf67e6ba664c0f"/>
    <p:sldId xmlns:r="http://schemas.openxmlformats.org/officeDocument/2006/relationships" id="262" r:id="R0235b39175bd42c1"/>
    <p:sldId xmlns:r="http://schemas.openxmlformats.org/officeDocument/2006/relationships" id="263" r:id="R503b2f4d32f5456b"/>
    <p:sldId xmlns:r="http://schemas.openxmlformats.org/officeDocument/2006/relationships" id="264" r:id="R0e84258d55ed455e"/>
    <p:sldId xmlns:r="http://schemas.openxmlformats.org/officeDocument/2006/relationships" id="265" r:id="R6d554a03517442f8"/>
    <p:sldId xmlns:r="http://schemas.openxmlformats.org/officeDocument/2006/relationships" id="266" r:id="Ra31c3717b02c4f8a"/>
    <p:sldId xmlns:r="http://schemas.openxmlformats.org/officeDocument/2006/relationships" id="267" r:id="Reb543c83d4c64402"/>
    <p:sldId xmlns:r="http://schemas.openxmlformats.org/officeDocument/2006/relationships" id="268" r:id="Rd7d3855bb35f4a85"/>
    <p:sldId xmlns:r="http://schemas.openxmlformats.org/officeDocument/2006/relationships" id="269" r:id="R08504cd7b02a4985"/>
    <p:sldId xmlns:r="http://schemas.openxmlformats.org/officeDocument/2006/relationships" id="270" r:id="R0b8d009477f243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c8a66a8d38426e" /><Relationship Type="http://schemas.openxmlformats.org/officeDocument/2006/relationships/slideMaster" Target="/ppt/slideMasters/slideMaster1.xml" Id="R3ed552accb0045e2" /><Relationship Type="http://schemas.openxmlformats.org/officeDocument/2006/relationships/notesMaster" Target="/ppt/notesMasters/notesMaster1.xml" Id="R58de1ba4ace548b3" /><Relationship Type="http://schemas.openxmlformats.org/officeDocument/2006/relationships/presProps" Target="/ppt/presProps.xml" Id="R86c20ae57e8349c2" /><Relationship Type="http://schemas.openxmlformats.org/officeDocument/2006/relationships/tableStyles" Target="/ppt/tableStyles.xml" Id="R880a3102d3b74dc8" /><Relationship Type="http://schemas.openxmlformats.org/officeDocument/2006/relationships/slide" Target="/ppt/slides/slide1.xml" Id="Rc867e4f2be864e96" /><Relationship Type="http://schemas.openxmlformats.org/officeDocument/2006/relationships/slide" Target="/ppt/slides/slide2.xml" Id="R81d46adbfd834866" /><Relationship Type="http://schemas.openxmlformats.org/officeDocument/2006/relationships/slide" Target="/ppt/slides/slide3.xml" Id="R2323c6ea54c04527" /><Relationship Type="http://schemas.openxmlformats.org/officeDocument/2006/relationships/slide" Target="/ppt/slides/slide4.xml" Id="Refc300b6939f47e2" /><Relationship Type="http://schemas.openxmlformats.org/officeDocument/2006/relationships/slide" Target="/ppt/slides/slide5.xml" Id="R72857141aa3e4ccf" /><Relationship Type="http://schemas.openxmlformats.org/officeDocument/2006/relationships/slide" Target="/ppt/slides/slide6.xml" Id="R0adf67e6ba664c0f" /><Relationship Type="http://schemas.openxmlformats.org/officeDocument/2006/relationships/slide" Target="/ppt/slides/slide7.xml" Id="R0235b39175bd42c1" /><Relationship Type="http://schemas.openxmlformats.org/officeDocument/2006/relationships/slide" Target="/ppt/slides/slide8.xml" Id="R503b2f4d32f5456b" /><Relationship Type="http://schemas.openxmlformats.org/officeDocument/2006/relationships/slide" Target="/ppt/slides/slide9.xml" Id="R0e84258d55ed455e" /><Relationship Type="http://schemas.openxmlformats.org/officeDocument/2006/relationships/slide" Target="/ppt/slides/slide10.xml" Id="R6d554a03517442f8" /><Relationship Type="http://schemas.openxmlformats.org/officeDocument/2006/relationships/slide" Target="/ppt/slides/slide11.xml" Id="Ra31c3717b02c4f8a" /><Relationship Type="http://schemas.openxmlformats.org/officeDocument/2006/relationships/slide" Target="/ppt/slides/slide12.xml" Id="Reb543c83d4c64402" /><Relationship Type="http://schemas.openxmlformats.org/officeDocument/2006/relationships/slide" Target="/ppt/slides/slide13.xml" Id="Rd7d3855bb35f4a85" /><Relationship Type="http://schemas.openxmlformats.org/officeDocument/2006/relationships/slide" Target="/ppt/slides/slide14.xml" Id="R08504cd7b02a4985" /><Relationship Type="http://schemas.openxmlformats.org/officeDocument/2006/relationships/slide" Target="/ppt/slides/slide15.xml" Id="R0b8d009477f243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f03bea8fc348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daf39a53e04563" /><Relationship Type="http://schemas.openxmlformats.org/officeDocument/2006/relationships/notesMaster" Target="/ppt/notesMasters/notesMaster1.xml" Id="Rb1ae9ed5791743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9a2d455efc4908" /><Relationship Type="http://schemas.openxmlformats.org/officeDocument/2006/relationships/notesMaster" Target="/ppt/notesMasters/notesMaster1.xml" Id="R811e88d9ed4742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a66a151c2e403a" /><Relationship Type="http://schemas.openxmlformats.org/officeDocument/2006/relationships/notesMaster" Target="/ppt/notesMasters/notesMaster1.xml" Id="Rec24c1a8434543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921681e6dd4ca4" /><Relationship Type="http://schemas.openxmlformats.org/officeDocument/2006/relationships/notesMaster" Target="/ppt/notesMasters/notesMaster1.xml" Id="Rf4ce88ec3fb945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d5ac4184a1457e" /><Relationship Type="http://schemas.openxmlformats.org/officeDocument/2006/relationships/notesMaster" Target="/ppt/notesMasters/notesMaster1.xml" Id="R494f77d5375f40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7c930eb9464041" /><Relationship Type="http://schemas.openxmlformats.org/officeDocument/2006/relationships/notesMaster" Target="/ppt/notesMasters/notesMaster1.xml" Id="Rff4b131d7d4a4c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fe5340f91f472b" /><Relationship Type="http://schemas.openxmlformats.org/officeDocument/2006/relationships/notesMaster" Target="/ppt/notesMasters/notesMaster1.xml" Id="R99eeafb7952c49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b1a95af85d4ab6" /><Relationship Type="http://schemas.openxmlformats.org/officeDocument/2006/relationships/notesMaster" Target="/ppt/notesMasters/notesMaster1.xml" Id="R960ba9979a5244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79d2072e9e4a44" /><Relationship Type="http://schemas.openxmlformats.org/officeDocument/2006/relationships/notesMaster" Target="/ppt/notesMasters/notesMaster1.xml" Id="Ra1663a698460411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218aee19354b51" /><Relationship Type="http://schemas.openxmlformats.org/officeDocument/2006/relationships/notesMaster" Target="/ppt/notesMasters/notesMaster1.xml" Id="R68af8a52745c45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646fa344c04aea" /><Relationship Type="http://schemas.openxmlformats.org/officeDocument/2006/relationships/notesMaster" Target="/ppt/notesMasters/notesMaster1.xml" Id="R3cd7703fbe3647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38d1b550eb947c5" /><Relationship Type="http://schemas.openxmlformats.org/officeDocument/2006/relationships/notesMaster" Target="/ppt/notesMasters/notesMaster1.xml" Id="R12b9dd965f2545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f5abd57304c4653" /><Relationship Type="http://schemas.openxmlformats.org/officeDocument/2006/relationships/notesMaster" Target="/ppt/notesMasters/notesMaster1.xml" Id="R5edd7c497cf849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215f0bd3e0b49f3" /><Relationship Type="http://schemas.openxmlformats.org/officeDocument/2006/relationships/notesMaster" Target="/ppt/notesMasters/notesMaster1.xml" Id="R6fc7e0a48fe348e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2b3b03902ff4ac4" /><Relationship Type="http://schemas.openxmlformats.org/officeDocument/2006/relationships/notesMaster" Target="/ppt/notesMasters/notesMaster1.xml" Id="Rd6fc61869a1b44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bdf9c857184e7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d2867df300429a" /><Relationship Type="http://schemas.openxmlformats.org/officeDocument/2006/relationships/slideLayout" Target="/ppt/slideLayouts/slideLayout1.xml" Id="Rddb8f0a296b342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b8f0a296b342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19d783ff34502" /><Relationship Type="http://schemas.openxmlformats.org/officeDocument/2006/relationships/image" Target="/ppt/media/image.png" Id="R5f648e6766ab4a05" /><Relationship Type="http://schemas.openxmlformats.org/officeDocument/2006/relationships/image" Target="/ppt/media/image2.png" Id="R566c48663ae84e2f" /><Relationship Type="http://schemas.openxmlformats.org/officeDocument/2006/relationships/notesSlide" Target="/ppt/notesSlides/notesSlide1.xml" Id="R0f608ff00b7d4b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e85cda54647ed" /><Relationship Type="http://schemas.openxmlformats.org/officeDocument/2006/relationships/image" Target="/ppt/media/image3.png" Id="Rdde33a3fde3049f8" /><Relationship Type="http://schemas.openxmlformats.org/officeDocument/2006/relationships/notesSlide" Target="/ppt/notesSlides/notesSlide2.xml" Id="R9ae14ed770f849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fb885a45fa43b0" /><Relationship Type="http://schemas.openxmlformats.org/officeDocument/2006/relationships/image" Target="/ppt/media/image4.png" Id="Rf9d64e4443944080" /><Relationship Type="http://schemas.openxmlformats.org/officeDocument/2006/relationships/image" Target="/ppt/media/image5.png" Id="R30b676344fcf41cd" /><Relationship Type="http://schemas.openxmlformats.org/officeDocument/2006/relationships/image" Target="/ppt/media/image.svg" Id="R64ef6cefdd334893" /><Relationship Type="http://schemas.openxmlformats.org/officeDocument/2006/relationships/notesSlide" Target="/ppt/notesSlides/notesSlide3.xml" Id="Ree8bdd7b9b2649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4b15d5d4f4bb4" /><Relationship Type="http://schemas.openxmlformats.org/officeDocument/2006/relationships/image" Target="/ppt/media/image6.png" Id="R079172cb19af432d" /><Relationship Type="http://schemas.openxmlformats.org/officeDocument/2006/relationships/image" Target="/ppt/media/image7.png" Id="Rc51b120ec0fc4b57" /><Relationship Type="http://schemas.openxmlformats.org/officeDocument/2006/relationships/image" Target="/ppt/media/image2.svg" Id="R0d81ab6badb1402a" /><Relationship Type="http://schemas.openxmlformats.org/officeDocument/2006/relationships/notesSlide" Target="/ppt/notesSlides/notesSlide4.xml" Id="Rf89adfed6d8d41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405118be44abd" /><Relationship Type="http://schemas.openxmlformats.org/officeDocument/2006/relationships/image" Target="/ppt/media/image8.png" Id="Rf49009bf31784941" /><Relationship Type="http://schemas.openxmlformats.org/officeDocument/2006/relationships/image" Target="/ppt/media/image9.png" Id="R044fc72af65d4e05" /><Relationship Type="http://schemas.openxmlformats.org/officeDocument/2006/relationships/image" Target="/ppt/media/image3.svg" Id="R46a4460a42f2458f" /><Relationship Type="http://schemas.openxmlformats.org/officeDocument/2006/relationships/notesSlide" Target="/ppt/notesSlides/notesSlide5.xml" Id="Rc01a4511c8d24e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9227aa26f4be5" /><Relationship Type="http://schemas.openxmlformats.org/officeDocument/2006/relationships/image" Target="/ppt/media/image10.png" Id="R8c0c450c89f4441e" /><Relationship Type="http://schemas.openxmlformats.org/officeDocument/2006/relationships/image" Target="/ppt/media/image11.png" Id="R2fc162467d664c8a" /><Relationship Type="http://schemas.openxmlformats.org/officeDocument/2006/relationships/image" Target="/ppt/media/image4.svg" Id="R9a66743420a14e64" /><Relationship Type="http://schemas.openxmlformats.org/officeDocument/2006/relationships/notesSlide" Target="/ppt/notesSlides/notesSlide6.xml" Id="Ra569f94b1aa948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af775661446aa" /><Relationship Type="http://schemas.openxmlformats.org/officeDocument/2006/relationships/image" Target="/ppt/media/image12.png" Id="Rbc3100832a514fa3" /><Relationship Type="http://schemas.openxmlformats.org/officeDocument/2006/relationships/image" Target="/ppt/media/image13.png" Id="R8a4ac087e57349e2" /><Relationship Type="http://schemas.openxmlformats.org/officeDocument/2006/relationships/image" Target="/ppt/media/image5.svg" Id="Rad1f8815b2234942" /><Relationship Type="http://schemas.openxmlformats.org/officeDocument/2006/relationships/notesSlide" Target="/ppt/notesSlides/notesSlide7.xml" Id="R6c0615d56ba843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599e4630d4086" /><Relationship Type="http://schemas.openxmlformats.org/officeDocument/2006/relationships/image" Target="/ppt/media/image14.png" Id="Rbaff0107d4d74c1f" /><Relationship Type="http://schemas.openxmlformats.org/officeDocument/2006/relationships/image" Target="/ppt/media/image15.png" Id="R5e68f316720b4bc1" /><Relationship Type="http://schemas.openxmlformats.org/officeDocument/2006/relationships/image" Target="/ppt/media/image6.svg" Id="R99eb7443509644c0" /><Relationship Type="http://schemas.openxmlformats.org/officeDocument/2006/relationships/notesSlide" Target="/ppt/notesSlides/notesSlide8.xml" Id="Ra8514de0bba94f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444241d8a4194" /><Relationship Type="http://schemas.openxmlformats.org/officeDocument/2006/relationships/image" Target="/ppt/media/image16.png" Id="R5a5a678bb2a945f7" /><Relationship Type="http://schemas.openxmlformats.org/officeDocument/2006/relationships/notesSlide" Target="/ppt/notesSlides/notesSlide9.xml" Id="R6eb7a5a3bbb94c0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430da201e647cd" /><Relationship Type="http://schemas.openxmlformats.org/officeDocument/2006/relationships/image" Target="/ppt/media/image17.png" Id="R5e335d454ff34de3" /><Relationship Type="http://schemas.openxmlformats.org/officeDocument/2006/relationships/notesSlide" Target="/ppt/notesSlides/notesSlide10.xml" Id="Rb2db46a291be49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5476d1d534e68" /><Relationship Type="http://schemas.openxmlformats.org/officeDocument/2006/relationships/image" Target="/ppt/media/image18.png" Id="R1c8ce0f842e24058" /><Relationship Type="http://schemas.openxmlformats.org/officeDocument/2006/relationships/notesSlide" Target="/ppt/notesSlides/notesSlide11.xml" Id="R82b2f8d8dc174e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13214ac9e43fc" /><Relationship Type="http://schemas.openxmlformats.org/officeDocument/2006/relationships/image" Target="/ppt/media/image19.png" Id="Re98408651f2749e9" /><Relationship Type="http://schemas.openxmlformats.org/officeDocument/2006/relationships/notesSlide" Target="/ppt/notesSlides/notesSlide12.xml" Id="R1f8b400d161a4de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5915185214e6e" /><Relationship Type="http://schemas.openxmlformats.org/officeDocument/2006/relationships/image" Target="/ppt/media/image20.png" Id="R3f6ca70b56e14292" /><Relationship Type="http://schemas.openxmlformats.org/officeDocument/2006/relationships/notesSlide" Target="/ppt/notesSlides/notesSlide13.xml" Id="R99d6bcf113dc4c8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3e4b617fc48a0" /><Relationship Type="http://schemas.openxmlformats.org/officeDocument/2006/relationships/image" Target="/ppt/media/image21.png" Id="Rd476b80c6dd240d6" /><Relationship Type="http://schemas.openxmlformats.org/officeDocument/2006/relationships/notesSlide" Target="/ppt/notesSlides/notesSlide14.xml" Id="Rd1135b2837fc49e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4d4e8035844db" /><Relationship Type="http://schemas.openxmlformats.org/officeDocument/2006/relationships/image" Target="/ppt/media/image22.png" Id="R842016402422412f" /><Relationship Type="http://schemas.openxmlformats.org/officeDocument/2006/relationships/image" Target="/ppt/media/image23.png" Id="R71832f527caf4f30" /><Relationship Type="http://schemas.openxmlformats.org/officeDocument/2006/relationships/notesSlide" Target="/ppt/notesSlides/notesSlide15.xml" Id="Rb22a34f575a44b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F75359-5C67-47BE-B10E-8E94D040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72ADF6-C81F-4EC6-A058-247E480B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642C8-F9C6-431E-832F-71D04023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48e6766ab4a0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717BEF-B344-40EE-9766-B26F200D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10DEC4-7362-44B6-B287-838066B9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c48663ae84e2f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FB64BD-1F33-48B4-8B5B-4893B232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52B2F9-289E-4F7E-92BA-7B672B3A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D3FE41-A3CA-472B-BF09-8F6C09AD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42DF1-B2BD-47D9-92AB-D4CC7086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573DAA-5183-4FE5-A5CA-D4B779F7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75C5C5-821B-42D2-A7AA-C9F3B56F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62EE0C-70BA-416C-A896-4BC864E3F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10FD9F-350E-450C-9367-25D8CD9D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11838B-5480-4DCC-97DB-8AFCA40F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9325102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7290FD-A750-42A5-B37A-556D51A9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EA2BEE-DBA8-44AC-A54B-ED43D5DA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E10DD-B8A1-4DE7-91DF-E305477B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48CE6-CCF4-4433-B953-51ABC32B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6AF10-BD48-4C1C-8CBE-14867A09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33a3fde3049f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5E9FB-3C08-4721-A881-7D11D7C3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209A8-ABAC-4313-B5BB-9B203A62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C16C05-B241-4638-8FF4-F3F1768D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C9D5F-8FCC-49AA-87D8-9D0028F9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314D22-F1E9-4D97-ABD1-0CC65F5D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2471A1-1857-4318-A44D-E84E1BAD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8DFF88-846A-4607-ABD9-3421F255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61D8B-E78F-4514-AECC-2A360258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68499-114A-4023-B40E-CA2C9565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61AC97-1C89-45FC-99A2-23FC12CC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05EE91-59E4-4EA8-8CC2-87832B19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B254EE-B6C3-468F-8BE2-DE9DF5DF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4EE9E1-0F71-4803-94B7-DA0B9E9E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91B63-83BD-44FE-8EB5-C4F8C2D6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FC9FE6-7016-45BF-A86C-5B720575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8D2000-96C2-4347-A04A-E1F1B953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45279E-985F-4265-AC9E-F8018518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FD1CE8-EB8B-4E36-ABCA-A38A6C65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44B553-FDFA-474E-8DE0-01882ECF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49B941-F299-4CC5-8946-36B4AAEA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383904-1C30-48D2-8369-8581CD4F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E08010-71B4-416A-9B1E-8A5B52C1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1C6982-0CF5-4AFE-994C-207B5337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04E561-1E4F-40A4-99EF-E1D7987C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E88EF8-F35F-403F-84B2-3C2CA21A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3811C3-4127-42DC-993E-74346098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1EBACE-AAB8-4CAA-ACB5-27458BA9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103F13-20F1-4F44-AFF1-C375090F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1D3CC7-E126-491D-BF44-2A586103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80304C-22DA-4BB6-A177-D3DDD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353C89-AF92-4693-905D-F57AF323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37043C3-36BD-4A66-9C18-30E5B847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2FAC63-CFA6-46A2-8353-96B66CED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EA1495F-F4CA-4E4F-ADF3-99AF0C5B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0BB70B-10D3-4642-82F2-570D7FF6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8879182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446DD34-36CD-4063-B72B-97724248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04DC2-A2A7-4775-A7E3-70042239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B8799-4BEB-4028-A11E-FE9F7918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B5D635-2383-45C7-8D63-A099AC3E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CCBBE-6752-4357-AFDC-8653DB92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d64e444394408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BB8EB-2834-45DD-8339-5554F352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A0150-36A2-4233-8851-42AFF86D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1643E-E7FC-4507-8F3F-0231F451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D063D-D33E-46EC-885A-94BE214F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9A113-8030-473A-A147-852A7C75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CDA55-F6D5-4D22-ABC2-050AA2EC2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4A1CF-2B9D-43A3-BF3E-84D98488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2B2964-641B-4BDB-B6D3-6AE577AE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18318B-0BBD-4E0A-86EA-67051C26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6925E6-21DF-401A-B104-1570D482B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433D47-C12A-43EE-97C2-A19D5593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DE907A-74DE-4E7C-8839-8C7F4FE9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DBFA5-7107-4C26-B8A8-863BAEB9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8C30AF-84BE-4856-A5C6-5FA85C3D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A990CB-598E-4903-BF1C-F380EFDA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195F1D-1CF5-4E82-8B52-2709A8F7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DDE1F2-9995-41AB-AB57-F49D7AF6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CA6C0-F535-45F6-BED9-D7C68DC5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AE5A1-43F3-4780-B20C-F8F25448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803541-FD97-4F9C-A840-202091B3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248ED1-DA8E-492A-8DD2-270D5A70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A48E47-461D-4F5E-A1AD-C1AE01E9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E25A7F-6E88-4888-AA62-963B7B8D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5FBEF8-96AE-4F6D-8217-49E2C0E6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B7ED3B-666C-41D8-AF76-5EB43AC9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D1C87B-6705-42AB-BAD1-03A36308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36C673-FC70-4DC5-804B-761C76F0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E551B4-8D24-444D-AEA7-00EE73B3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BCB2DF-E4FB-410E-BB2F-14995EF2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2D2DA4-3A3F-47EE-93BB-08AFE63E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7AC134-C609-4718-9E3D-1524ECB47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b676344fcf41cd">
            <a:extLst>
              <a:ext uri="{96DAC541-7B7A-43D3-8B79-37D633B846F1}">
                <asvg:svgBlip xmlns:asvg="http://schemas.microsoft.com/office/drawing/2016/SVG/main" r:embed="R64ef6cefdd33489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467523-F2C8-4851-9966-8BE8DD278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EB0BF2-F47A-42BF-A22F-C678D57F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A0EAC8-6263-4232-8BFB-C741DB1F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56B5A5-84FB-41BB-AC83-64E08D35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E28E84-795D-4AC6-BBB2-70E005D5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1428FA-45E1-42D6-B272-B3C99E03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947A262-D79B-4C30-819A-779D2AD3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1A6274-6A5A-4E77-9F42-DF589513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8AB3C7D-E860-406D-8435-20F4E02DA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B69-9F89-4F32-882B-01979A3E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96CC460-945A-4A97-B9DE-741DD4B4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27B1F2-96FA-42A3-BBE9-65B185DA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7FB7BB-CF9B-4B3F-BD04-0F2E4853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C1F61FD-E725-4800-8E27-2C23C722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DCA1C1-9560-4D77-86DC-7ABAB3528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BF8ABA-569B-4C82-B227-408DF9F8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9E16089-F33F-4C8B-A0A1-6681F94A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526D36E-79AC-4E8A-9A3E-D4F1A2F9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0B68BFB-818D-4B65-9D48-A6133A38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0DDF88B-E768-472B-8923-A855B5CE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A86F7A5-ECC2-4674-B4C6-E5F3EB2AE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DDCC848-DADC-4DF4-AE93-6D46831E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D38F462-CD53-49FA-816A-B359101C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D9C941C-D902-4391-8356-18960D99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93729BE-BA0F-4814-8CDB-E70EF9A8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46D2DDD-F2E0-4B98-9D0A-8A113D6AB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F516F9C-8FA2-4C16-9A3D-74CD5735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E618BF1-51C8-4C85-AAE1-ED11CF7A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1290EDD-DDCC-499B-9D32-36EC0ACC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083ACD2-398C-4C65-9CF3-F829348B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44A9600-9DCC-4723-9326-C1F59B92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8407BD9-8749-4C49-A2F6-4DB1FD5F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70DF87E-6CB9-4697-9F4F-8DC781DB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FB0B6B3-E574-40DA-A6CF-58EAAE98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240C2A3-4585-49AB-81B4-31A589AC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79B1B70-EE56-4417-9F5E-EDB03C68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2AE5A0D-ABA7-43FF-82EE-9C64D0A4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3827354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87000D-1D7F-466C-97E9-79C37DAC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BB0ACF-7DC5-4772-B951-46C8AE1B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2940CB-93C6-4F82-AF21-C140C9B7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70134-852B-4A2C-A3F0-179ADF66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14459-8914-44A5-A183-62613F48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172cb19af432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D4BDD-A3AF-4B30-BF39-54A878B1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33DD17-C30B-4B6A-92C0-55070E7A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F8269D-C2AE-4A26-81C6-77C8970C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B76E91-5FC9-46DD-B9D4-F8DC081B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35150-D824-46CA-A2A5-7A94CD55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1b120ec0fc4b57">
            <a:extLst>
              <a:ext uri="{96DAC541-7B7A-43D3-8B79-37D633B846F1}">
                <asvg:svgBlip xmlns:asvg="http://schemas.microsoft.com/office/drawing/2016/SVG/main" r:embed="R0d81ab6badb1402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8326D4-56D1-470D-9307-02B84A2F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CA2398-7CEF-4548-9EF7-54ABE167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673CB-77D9-47B0-BEBE-D0361757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D0D45-CAB8-48D1-AF02-08C7883F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72EC91-C961-4F26-BBB6-A2BA5C33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2C352-DCF5-4715-8B05-4AB8E6765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746D69-31FE-4E8F-A45F-B3895EBB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AE9FEC-CB1D-4F3B-82B9-92E89436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AC4F3A-E50C-47F6-B7A7-39457137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FDAA82-1966-4BE3-941B-BE04B2DF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33C69B-3DC1-4DA2-9841-54FCA6C8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417B6-4223-4B8A-8821-9DC939EC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EB91D2-853B-4CCF-ACA1-BE1F0BCC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B63C89-D704-42E0-9FBA-9280FAA9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444904-FE9D-449C-BD19-1F2AEEB7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8D166-F65A-487F-BC22-A2E644AE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09A809-64D1-4C04-8739-DB6B3D1A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017078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D3A9E7-704F-44AD-9BBB-2256BB54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E6668-9719-4AF7-94EB-81CD9C24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01548-59DE-4875-81A3-0590244C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B67017-86D7-4387-8656-51030252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FFBBC1-1CAD-4847-9636-D26C7193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9009bf3178494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47E96-7B62-44DF-8775-CAB93A41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83D2E-8667-4885-97A4-806C92ED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01B4E-7B82-404A-9504-69DF73AA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18860-F49C-4CE6-AEA9-84A2CFCB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F50DB-433D-44A9-B4D3-721C567D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4fc72af65d4e05">
            <a:extLst>
              <a:ext uri="{96DAC541-7B7A-43D3-8B79-37D633B846F1}">
                <asvg:svgBlip xmlns:asvg="http://schemas.microsoft.com/office/drawing/2016/SVG/main" r:embed="R46a4460a42f245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65635-A456-4BD1-AAFD-A79B56C3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05975-500A-4C5E-B2FC-17FA92A6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62628-9470-4250-A686-70D8B1E0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978A41-D828-4101-9455-BD2E7D8B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25BA80-BAC5-496D-9426-917DEEDE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695EE-D3ED-4F2A-946D-A54A4B6E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1AE5A7-4B85-44F1-B352-6D67A777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CFE794-9349-46B8-A3E6-5A768DC9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DA1576-B4F6-4070-A112-68110B8C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B3D93-B727-447C-9F37-80291707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DA265C-5F28-4242-8FB7-3B430CA4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6F3092-14CB-4E03-924F-8B16C49A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1A1F40-78F5-4DA6-B334-04210A27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376390-DC54-4FC2-9CF2-54C85354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DB744D-5C1C-4741-A209-E84AF95C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FB4314-FFA7-4284-A1C1-06E2060C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43A5F4-15A5-4E88-97FB-97BA120F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3FEDF7-B978-4A22-81DF-B060B575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653302-2044-40A7-9F11-4828FDE6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97BB40-4195-4153-A4AA-EC14525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426735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C3D89E-D37B-4781-A884-9B5E0B40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FC010-1638-400A-B256-D0A10F8C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B1932-C210-4CE4-A555-0E4562A3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EEFD20-24B3-4D71-A191-6C17E9CB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735FF-ED91-44BC-B327-B75DAF78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c450c89f4441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21624-CC99-433F-B0DC-FD093EAB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DB225-136F-4371-9AE5-79CA2C7D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1B821-6640-43A9-8E3F-79B0FD1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7AB85-6BAA-480C-B7EF-85943315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1C0917-647E-4A79-9ED6-10409064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162467d664c8a">
            <a:extLst>
              <a:ext uri="{96DAC541-7B7A-43D3-8B79-37D633B846F1}">
                <asvg:svgBlip xmlns:asvg="http://schemas.microsoft.com/office/drawing/2016/SVG/main" r:embed="R9a66743420a14e6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67196-4476-4166-AB71-41FC0E8F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670AF-2AEF-4DBC-9871-95B19739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CFA040-F179-496C-AB9A-A106C66E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FA236-7650-423F-ACE6-CD99A8F7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F9117C-F144-4144-A85F-BDD86ED3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E83FED-B512-4122-AA74-E2C5A8148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EFDFDA-28D9-4F70-88C2-B6A5388C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EFFF7D-847D-474A-90F2-3612911A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EFDDB5-844C-4CEE-A1DB-2270F864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0F221F-257B-4D1C-BE27-36D406B0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DE44F3-E81B-44AF-A05F-6E33E425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C67CD5-17E2-4364-9519-DEDC81BE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C554D9-4C94-4BF2-9511-B00F9FBEC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61571B-917B-4169-8E5E-315F9CAC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8788379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06AEE1-7B76-41E8-87AE-7B4D621E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C82D1-5A06-4601-AB23-BC7954EC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1393A-1C23-4451-8D00-3EAD8A2D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95E95-0EED-4DC8-B935-E3BB4733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AF9BC-E309-4958-A431-281D821C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3100832a514fa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AF716-8103-4AA9-ACC4-3CD3BD1C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6E70F-9809-41FA-A211-3BD84D44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00FE71-F165-4A03-B0D4-A46BB671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2D42D-5501-447C-A9DB-2D3545AC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DE46A-00C2-4A49-8EAC-27F2ED1D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4ac087e57349e2">
            <a:extLst>
              <a:ext uri="{96DAC541-7B7A-43D3-8B79-37D633B846F1}">
                <asvg:svgBlip xmlns:asvg="http://schemas.microsoft.com/office/drawing/2016/SVG/main" r:embed="Rad1f8815b223494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06F03-79B6-42A8-B2F7-C0290D0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ACC3E0-1CE8-44E0-A0A2-5924147B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EADF15-EF14-4246-9EFF-F1AD1D6F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B44B7F-CB40-4A07-9624-9F3F51FD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33EE67-8C65-464C-836F-68C8D735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EA6A70-B45B-4BD4-B6A2-BC585205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E57CE5-83CF-424D-9949-FEED5FA2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6A0210-39D2-41C3-851A-CA89B5B1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1541D5-9AE9-4A23-9F1E-51DE918D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C1238B-FA21-440E-9633-D3CA2354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29EC33-51FC-435A-A5EF-231DEB47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984E6E-1F32-43BF-90F8-DD48C2D7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445404-FBB3-4344-9B40-2BF35575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38C315-B170-4799-8F6E-997B7311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8747558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326601-0DA2-4AC9-8E5A-24117335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45B0C-8ABD-412E-8397-66F873DA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DEF1C6-FF52-4FB1-81AC-B35A8DF9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C17DD-5325-4249-9575-48AB44BA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4C198-CA4A-4B58-8946-EAD9BE36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ff0107d4d74c1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CA172-EB6C-4BA2-A2DE-222F3C0D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D5014-BE67-4D46-A924-6CBB2F2A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7219E-E3E3-4568-9679-80827E5A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6D7AA-E279-4B1D-82EA-4008CAF1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8B171-B21D-4B27-80E9-C73D10CF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68f316720b4bc1">
            <a:extLst>
              <a:ext uri="{96DAC541-7B7A-43D3-8B79-37D633B846F1}">
                <asvg:svgBlip xmlns:asvg="http://schemas.microsoft.com/office/drawing/2016/SVG/main" r:embed="R99eb7443509644c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78F9AC-180A-43AC-9D3A-0FAA5780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FE46F6-63CF-4FCB-917F-87CBECF3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5290FE-B2F4-42E8-B68C-FBEAB158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119CAA-7834-48EB-B0B3-BC1547E8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FE4EC-0FA8-4552-8C6C-F046DBDD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DC2E53-AB22-400C-89E4-DE0E6791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09C01F-338B-446F-8E0F-03C9EF37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20FBC7-17AD-411E-B516-7F725D40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317457-8C27-499D-839E-8B4F1B43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B86158-8104-47EA-B145-CABC19AE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E5E975-4871-4E02-B2FD-5DDF9246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C6DB6E-7C8F-4C85-B34F-E3BE9183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2E3549-80A2-463D-87DC-843AE0F0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D68701-7B34-42C8-A2D0-0841C926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447CE6-A5A1-4665-8591-A2A36CAF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FE6591-5B89-4287-A7F7-406B37F1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F4C249-F0F4-4B55-9E54-9B58AE92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8E1E18-B826-45E1-B141-90106142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D7F4B7-27DB-48B5-A7BA-E4512DCE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99E632-0833-4EDA-807F-37325A15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0B6AC7-135A-4259-BA93-D18614F11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019B10-D660-493D-A0C3-18025DCB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5127759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B00217D-92D5-4280-9C33-5208BB70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D9ADFD-F58D-45D9-8B17-67EF1F62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2138C5-B7D2-4A12-9AA6-91C0C925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621C24-452E-4355-8458-05B33228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093A5-6757-4695-A379-861EC1DE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5a678bb2a945f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4486AC-DDC8-4500-8BF3-078F9AB6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304C0-A79A-4C29-8BA6-B02065E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0C3E27-F8F6-47C7-877F-E1C69AEEF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4AF73A-07BB-46B8-A0BD-17E94073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38D8F-AF7B-4783-A3EA-8FA510E9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A7C9D0-3D27-46EA-83E2-28421D55F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959E29-D66D-44FD-8F08-90F1A452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20556-A775-450B-9DFC-80881E0A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BC7038-0752-4ECE-89F9-DBAFE0DB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5090B9-CF04-4034-92F0-B4EE7562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96590-F4B3-41CA-88C0-1F1622D1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F0E15A-474E-4164-A874-2374355F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8EBAAA-F948-4D17-8E82-F8FC0476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10133-28B2-4452-845D-4A852744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F6A678-ED4E-42DD-A2A8-D0307E20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81407C-E73A-4B1C-9157-EA7E7CC4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0464D8-BABF-425C-AE32-047C4879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9ABA29-CFDE-4A58-BE2E-907D746C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0C47AB-81B2-48CE-B280-A9F78BA7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7242DB-B5AA-49E0-A4BB-1CB4BC81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39E547-83A6-4624-8340-B65757A1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0936BF-248C-4EA1-ADB0-6DE3ECE1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6EAF02-9E09-4A23-8B18-69B7A0D0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DA155D-0065-4AAC-8E51-B50EB59B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2C1C71-ABD7-4331-8760-10DC9B51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02D795-D227-4D24-A985-C4807A67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EE84FE-26BC-4673-B036-B054BE3A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C61F8E-6E5D-4716-BA2A-ECA3F662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9FB514-E63E-4018-A20A-815E1BB1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493FE7-CBD7-494F-A3AD-9F605E72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ACD07A-B0A1-44BB-A851-EF8B2C0C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1F1C54-7A71-411A-B216-7C8DAC62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CCECC6-1FD8-4F1A-B199-F7D2025C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7431EE-D272-47FD-A68E-14D41852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BCC717-866A-4DE4-9CB6-FB98F0C4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F760C4-7C10-4D74-BFFD-6A25384A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7C69D9-0B78-443C-9481-4CD16E96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D8F267-543A-46A4-BCC4-817EA820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CA87B5-D59F-4BDD-8C51-CB1315B0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BA07E5E-6EF3-4982-84D0-6D696013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D958F2-5218-45BB-9350-13593FB7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5B26366-54A3-4908-BF37-49982BBC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98CFDE-DAB0-41DC-81EE-65A69092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1E95DEC-3CB1-4371-A8D3-58BD3298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F21D3A9-C622-4740-87B3-D2A44B38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6CF0CC-1866-4849-9662-D73407FA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667F3D0-E210-4176-9D30-9086C72B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3B52719-BDEC-4873-80F7-919D6294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8AEA356-43B8-4399-B1AB-9F95EC8B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E61CB43-0CD8-4EBC-BA30-AD1E0F1F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3AFBFD-E2C9-4464-A391-CA856012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29ACBAC-066A-4DC9-9A83-4BB4D3B3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9521AF8-AD36-429E-B972-C7537602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86027F3-0C84-4CF9-9808-8A4477E5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65A53DD-7F57-4729-BE1E-753461AA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C38BE2B-356A-447C-95FE-A0554827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DFCE630-BC93-4DFC-8805-3B18BA82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FA6EBD8-6AA2-48E1-BDD5-6AB1950C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5C4DB60-29F1-400C-973F-70721804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6C641C3-CCF0-4914-9D67-E69EC000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0F0EAF9-3E83-47FA-98A5-83F45977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104D23C-6E51-4768-A325-1BBC456E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D247FAD-F1A7-41CA-B704-8ECDCACF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639DA6F-B479-4196-B0A2-7BCA3D05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F1A92D2-2825-48D9-85FE-48791174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EB03740-C755-4451-BDA2-280B08E2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12BC270-6776-45E2-AFEE-EE0C180A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1364CF4-6C1F-44CB-A6A6-1AD4C2FB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4FB04F0-1E7E-4F7D-8E3F-F96AA153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CF10DD5-75F2-4B5F-B155-2CB00989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A748E45-1C35-40EC-BF43-B5F79BFF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1A8F599-E11A-4AFF-B306-EC531589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42AF8E0-132E-40A5-966A-FF9815B6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240FED2-537A-489E-8001-E02CE82B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32D391E-7FF5-493C-83DC-F66B41CB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3CCCF8E-D8FD-443A-A0BA-1A39521C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94BCA06-0D37-4E2D-B26F-335B9C4D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806246F-9C47-470E-82E6-985B0B4EF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AD64849-9319-41DE-8105-E5248CF6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F4ADAFF-2599-4CE9-B6BA-B13D4457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F677F64-8614-4D22-B699-68BCBBCF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8D62EB1-EAE4-4D5C-9721-6190C40B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B1D6EC8-DDD1-47CD-BC43-D567E9D0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D9591B3-CD9D-448B-A534-A2795FBD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BD914B4-E1CB-438F-AAA5-6EA69336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62BC220-133E-410D-8176-BC692255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7193A0C-78A5-4D0D-94EB-08928426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7802BE3-6F4D-49C1-9938-99210CA3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B7A4C6A-34DF-4B00-8D52-6BB10DA8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06A07F5-2F45-4709-BCDA-81923C3B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92BAC0-6212-4A53-8276-76BF04EE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28EC416-5D4F-4845-8A66-4C391925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8C02185-000F-483A-839D-17A811C9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9F56BCD-E2AE-4E6C-94EA-D47F043B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5925952-4E73-4317-B9EB-E3BBB21E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989085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A74A1A3-1BD6-41A3-A911-AEF1B413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D0A37E-F9D7-4DED-A350-A4AAE1EA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D96A7-EE1B-4DD9-966C-F1456DF4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A4184A-4CF5-4D0C-85F1-DA47ED70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5114C-3D03-4A54-A956-27F1EED9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335d454ff34de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FA7A5-8050-49E8-9EFF-9B5B51F3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B38337-0ED9-4E5E-8569-678DE4E1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971D0C-C9B9-4F2E-91B4-38989F1D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38F46-3B4A-4E57-93CD-8D135DD3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CE193B-8D88-4A07-B3C7-123087C8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28442E-9AF0-499D-87C1-F67B1E26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5E63E7-D257-4CE8-8C72-3F4DEC6B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46E96A-2837-467A-8F72-34381F7A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23E8F6-E3FF-4AE1-AE22-3E784516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E0B1EF-7325-4CD1-BDA0-84407F7C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A3B989-7966-4B93-8B95-ED1A52BC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C742BE-5173-4C6B-8A8E-7C3A30F6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34698A-6715-42E6-923D-496C6328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014FE8-477B-431D-B582-F4A253F7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E270E4-D388-4B06-B0A5-86DB9E29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B4EB74-7E1E-40F3-B9BE-11C605F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60C289-7E79-402F-8BA6-9CF2C583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01C4D6-E21F-4476-BA3A-D2320FFB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7A9347-FABA-4D5B-AD27-7B16C906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413F25-732F-4F1D-BC0B-153FA549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FAB6AD-EE01-4CAB-A259-44F93E141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841262-E40E-47E8-92BF-999AE145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569C35-3759-46E0-B246-ECE9952E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4873A9-E2A9-4590-8790-1D7B6826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D83488-81E8-4FA6-B5C1-4FC602A8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7F3EBA-6882-453A-B5A3-DC1A8A3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D6ECDA-C6B5-4BA9-907E-6280E719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B66629-E68B-4AC9-B327-88949AF5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140E3A-F48C-4FEB-A821-946B5702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944DE2-BB2C-4795-B92C-CD0AC528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25694B8-A268-4C54-9E77-F2A6AB0B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CDCEAF-CCA6-4F80-B60A-2DAFDF22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1F4C8E-1741-47D5-8CD9-F02DE240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E7969D-D9D0-4349-A7BC-8BA2CB20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8576A33-A05A-4E3B-811E-657A2B87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847E2EC-5F23-4CD2-BF31-7FA3309E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D50ACA8-7167-41DC-874B-4382DE8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B3489BA-6A13-4438-9BD9-F207126B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08207E4-4F0D-42BE-B956-72D0FF0E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890D323-3B76-4ED8-AEE4-3EC6B396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EE741E7-421B-4846-8BF6-87D928D6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D2AC459-BDC0-4DA7-94DC-E8F168B6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26B373-27BC-4299-AD7A-548E0C7E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480D76-91E6-4E5C-8733-F8E20942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A269D7-67EE-4AB1-BBF0-E96135F7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42A76FF-054D-4702-A9AF-3E211D28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B16346E-BFD6-449F-8831-B5FD28B9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D5643B5-9B24-4912-B8E0-0B6EFC7B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FBBB78F-9952-47A2-AD04-1EB8415F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7C63C77-ADBB-40E2-BDA7-0085B72B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7AE49E1-604A-4352-ACE6-FCDAAC3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09C7952-517D-4D37-9DCE-0D787D28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E7BC0FF-E541-4B63-84CA-79F67581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101C1E-FB91-4A38-B49B-667438DA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D22C4A1-2073-4D59-B053-041223E1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34FFDC0-0514-4EDF-9C20-D5A0DAF4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F537DC4-05E6-4A71-8C5C-58660AC4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8A33061-075A-43FF-9831-32492C41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421F964-9E5D-417F-8FB0-511CB4B1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66EB67-D881-4873-B982-BBEB565D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AD7136D-AD26-4556-8195-C4351BD4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47717CE-0E3D-4C90-95D1-27AE8278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019803C-3A39-4D5C-8226-59090B37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2C69616-1B6E-4930-917B-95CF85DD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D117297-8EC9-4F1F-A472-A105466F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27756E6-695D-4869-A7C9-26B60A8D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C78EE1E-F943-4F19-ABCE-9421472F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31A696A-8F97-41D0-AC02-0296262F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1CD3125-4B99-4B87-86D6-F492E9837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CBC2E7B-0221-40B2-98FD-DAC219D9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B57A5C9-40AF-40C8-803F-476DEC68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6DEF22B-CF03-4173-BF53-C1DAFCF0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C8DB22C-EE63-4371-8008-CD7B565B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050DFFE-EDC6-440E-BEE9-9936E601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87814FB-E028-4D08-88AD-18741DA2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79BD6AA-5E6C-4A1F-B95D-CA53F2502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183D909-823C-4ACC-A008-FD5B857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E7D2582-2EEB-46B5-8A19-28B01811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D768F93-40F9-4E55-B6F9-546F816B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D40470C-D6F1-45D0-9DAD-328C5E2C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7342979-D1EA-49CD-AE3B-B437180A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5DE24A6-D482-4783-8982-14058EE9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919A7FB-38DE-480A-880A-A60A266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CFAD30F-69AF-4138-9652-6B3D4B73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F3AA89D-BABD-4C42-B820-42601AC5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AAF418F-D445-4564-AC3D-2B9A6E74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0B6464C-A462-4FF7-8234-73E1177B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CD2295B-C2E9-4FE0-9CD9-9AD8469C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4EE5584-FB45-4870-B804-531925F5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06B5C66-25A0-4761-A1C3-25E23234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1232C75-B51A-46AF-ACD5-527EF602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3136B17-143B-4AED-97AF-8FCB89DC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3AA1CCC-F29B-4D14-A745-D30AC69C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69CC053-B3A7-4402-9496-0073CB02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97B3DD9-6FAD-45EA-9D21-342070CE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7E86774-FF03-43EC-8B57-B3A1AF05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8748373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03CF846-2DF6-4EA5-9A5D-8443B899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D2251-B02D-4AFD-A40E-B4A78D06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0C4F3-F5FB-487B-BA2B-ABB0D16D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6A64E-3EC2-40DD-AF6F-33208C83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53D57-62F2-42EB-A402-1E6FA192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ce0f842e2405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F0043-E139-4BC1-9BC6-B4B673B3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03B957-0F3E-4D0F-A4F8-80C7F1EB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C6DC5-4103-4557-996A-212263DC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7F806-29AC-4600-88CE-4E156B16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3727E-9ADD-4E1F-BAE5-150C8A18D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657DA-38AD-48CB-9948-EDBA9D88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CD1C2-B4E5-4B02-B36E-968A71DC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C8C758-E710-4C1C-AAC4-519DFFFB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B00AE6-9B12-4168-B780-23B24572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E1EEAD-52FC-479B-820D-49CB8723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E91A88-66FF-4DA0-8249-FFD174CF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593959-8523-4934-A827-2EE39B1A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B072E0-B40A-41CF-8F21-8D93A40E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DF166C-88ED-4456-B579-4DDC299B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0FF13A-8D52-405F-ADA3-F8BC784D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B287DA-9E40-4185-A80B-4303F20A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8AF1A7-E33E-4E5E-BDA6-3004478C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A27305-DD04-4E8F-B9E2-65C85DE9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5C246A-E366-4984-BB0A-6DFDF7E2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5B9460-ACE8-4443-8A67-E79C074B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298A36-DCBE-4D78-89C6-21A7A34E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5CA870-A18F-47FC-9638-CA9C0B8F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22A43B-C390-4259-8974-476160E2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69E5BD-856B-434B-B8FF-8454AB45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FF1B06-4ECE-45FB-9509-240366AC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FDEA32-33C3-4638-AA7F-BA8EEFF5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DFF0E-8055-4867-999C-EE363D7B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26E045-10DE-46AA-8368-AD84E9D5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90D954-C16D-4955-83AD-097087D2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D821BE-CF44-4E6B-B11B-D01280E1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421ED8-4A5C-4FC2-B765-E79CFD4E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407E88-3BBC-4040-B997-ED2195EB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53F6E9-67BD-4C4A-B9D4-272AB1CF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AC89D2C-4121-4013-A4B3-2576C146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EE26D7-2E5E-40CE-9915-4DE9B44A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0D30A2E-49AD-4E2A-B6BE-6B90F28D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7CB34A-3D3B-4ECE-BE63-E2BA36EF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6081AB-CE51-4230-BEA3-B3952C5DE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0CE880-927D-4004-B112-ED1A4CFE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BC37C5-A928-4B42-884D-0E635FDE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30ABBE9-8623-413D-9B84-D93FC893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BFA90B-3E0D-4D8E-8068-F8C814E9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AF2DEF-AA29-47EF-8A41-92D8F4A2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94435A-AABB-4718-A0A4-D74FB2F6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98C207C-E359-48F9-A2B8-067C67C9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262B2B0-7FBC-458B-9FD9-3C77AF92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7CCAA58-880B-4D7B-B451-FF4F01F3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668380-362E-4C5E-A80F-F47DE0F1D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9DF8EE7-B17F-42C3-B05D-22DA4830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893C7D-F2D9-44B2-AA3F-EEA01088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1D12CEA-6704-44F7-A507-A6913348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6C4648B-E0A6-4E5A-9ED7-75B171D5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35B9041-B374-4AA8-BCE1-7C23CC1D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92D7D39-E546-495B-B812-73C9A4B8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2FCCDF3-D5AA-4165-B267-E69FDD3F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067C7F0-390B-4A48-9BDC-B7246034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E45ED8B-C8CE-4EA6-A721-E93BD561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1D898EC-C59E-44DB-8FBD-96CC9482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44CFE33-928E-44A1-BE8E-613BCD6E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F4213DB-4078-4D56-9D1E-248059F8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ADB025B-FE17-42CA-BAF9-CDD2FF36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1DA16FC-13C6-49BA-A8C8-20B9EE5B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9F6CE88-0097-4D34-BF47-A4EBAE61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525DB40-78C1-47B5-B70A-87CF4B06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06B3507-2C98-41E5-96C1-1AC74F8A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F4C3DE-0A97-48A9-BBF6-712A3C82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6FD6E8B-6F24-46E0-A39C-E20D63BD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4DA763D-2185-40A2-9004-22F2783A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13E6A9F-4C86-498E-9070-A050C4A9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4E1FA2F-FED7-4FA4-83AE-BBE8CBAC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3029919-F548-43C9-8446-52F0C5EC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BE7CB5B-29B6-492F-A4E5-E8541BD1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E8EB891-AD46-4D0B-AF60-23A2C2CAD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3464485-EB13-4FC8-B1F4-DFE58593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F6364DA-BD21-4B07-AEA3-FB21F807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C0D6C5B-F7CC-423C-9810-CAB96C71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6DFA54C-BE44-4B4C-9873-80774A65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638798B-EEFA-4C9C-85A1-736301BD8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7B44718-8401-4EAD-9890-FB112302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0BD101C-34A9-414F-9D8E-4969CED8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0D8386B-25D5-442E-B120-EB88CE4F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B7941F9-C27F-4AA2-9B44-E6095439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647C37D-792A-43D6-B3B9-46CDA12C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7A8E788-CCD4-4727-B0C5-5F17393D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F94A2F8-6450-4044-BA1A-99E5AB0A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F4C14DD-7193-417A-971C-BE382444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1990EFD-15B7-44C8-8B64-4D3540A7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E2EDC75-072A-4881-8FB2-718671FD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D300ED9-27FC-4F08-B32E-84BD1B8E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3EAB77F-A925-4260-8DE0-82CDAD59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DC5ED2E-D875-469A-9070-FD819985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4257973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A2DE2E7-05F9-4D4D-BEAD-0E4D0B79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8B3B50-353A-48BA-B0FD-7A6B1708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936BE4-77BD-4942-AD4F-2A3ABBAC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12853-01EB-4457-9604-806AE070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44062-900B-48BA-942C-0CFABB34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8408651f2749e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7324EB-6814-410F-80A0-DC11DD2B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414BA-20A0-492B-8E89-90ADA06F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E0690-0645-4DE2-B8DC-9AB20E36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29277B-CA95-4722-A834-7C4BD29E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C816C3-855C-42E7-8F46-3650285B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7791A7-B6B8-423C-99BA-38C99264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376487-6D93-46F6-B005-DDC431F5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022172-1004-4E3D-AC59-23CEEF5A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7750C-0653-483D-9D9C-2889F5C0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606B46-0466-4FE2-9AF3-F98BAB73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A37C1A-B904-4991-AB8D-B1C13EF4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029C56-6B08-41FE-876D-D54DDD48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466265-BC40-467C-9246-E0B2A810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C78CE1-461C-45EB-802E-D0FB81F6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B148A3-DAED-4267-89F6-74F435B1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B48D7-77E5-48FE-9A7C-EF2CD4AD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5E6D88-D18F-436F-87B7-1682BA40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C3663B-7CB7-4014-B85D-4DF0A6CAD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566570-7C3F-43DC-B239-EC26700F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37A86B-C57D-468E-A432-1D8DC88A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69F393-D3DD-4537-B271-42AF40BD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078412-C3B8-4F46-BD65-0D676B6B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9A6E81-4272-4BCD-9FDE-C693E8B8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AB3336-C601-4836-9960-BEAB2799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96FBBC-8C61-42E9-965A-E6F8C7CE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003B48-1314-4222-8F9D-E07996EC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40BFB4-FA72-43A7-95CC-D887F362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7669F9-5318-4FB5-8F83-0F167777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E024FF-381B-46F0-ADBD-5B362869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17D88C-DBD5-41F2-B9D3-4985D50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CA8097-B5C3-4356-B431-F857711F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096775-28CD-437C-B502-8F88443E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17C719-5727-4C9F-90A1-983BA25D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76032C-ED0E-42D1-9161-9752295C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F65A44-FBD3-4FFD-A152-C4FD8664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93936B6-FE46-40C0-9EB6-4B576D75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36AB97-66CB-493A-A75C-CE0E3961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7924C8-193D-48FF-8314-D0829E273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B308A3-2089-4D0E-B950-E850BF78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718DE27-5A06-4E95-A1BE-139F4345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D2386E-0A77-4A41-BBBC-F7F67A16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D59F3C7-80F8-4D9E-AB49-AFA112822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FE3E21-9691-4885-82D7-6CE2EEA8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9C2C211-64AA-4F2B-99C4-003A1A05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22F712-BF1C-403F-B667-5DB000A5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195AE2C-DB99-48CA-9A48-5554CE49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5BBE224-8E1D-41CC-9502-DEA0A0B8D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0483D7-E7BC-41BD-973C-B53106D9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8D1A29A-09D6-4B76-BBD4-B5560307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5D3CDBD-4EA2-4C53-B967-4855957D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898E89-0D98-484E-BDA3-EEC4EBCA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40B52D9-6C04-4FC4-B1CE-81BCE249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6CAE7E3-C9D0-4B4F-8661-04A0ECC8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9545DB7-ADE7-434A-A0CA-3FD3768B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B45CC2-B8CF-4574-BB8B-E662192F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F1D8D09-CFD8-4E67-A02A-392CD627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EDCBF58-9512-4085-962A-8841DA57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DE05C33-D0AA-4EA4-AD4F-6397E0B9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9BB2096-8F5D-43BB-A352-8015D538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72DE9C3-7AAF-479A-8494-3815B5FF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B947106-3CB3-42D9-80FA-26C1D53B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7EDBF1D-5AD2-471F-B6E0-0E45BE02D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346B4BB-1A39-4098-B778-8AEEFE75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59E2C8A-72F2-4A7B-A3A7-B9BB3872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12CBCB5-8F78-4A16-8056-32017CDC4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44B42D0-700B-4386-AE04-E587860EF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0059D20-271B-4B71-87B5-910359BA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6218B36-5C40-4A2D-94A3-CF8A27B8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FDAF04F-19E1-4AF8-9265-D5681698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53CECAE-C6A6-444A-865A-B5D529C2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B86D5A6-86E5-4DEC-AB54-E9CDC7311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64E930F-ADEF-494F-9857-FB6EE8BC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AB03CCD-B5EB-4D91-8AF4-41118B2B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FB75C46-8DF2-4553-BBEB-98B65E73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DE9FFBC-1014-4C45-9325-08E9EA77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36E9AC0-BEF7-4989-9F99-5090F905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B719861-A1C9-4F21-9E64-4CAAB566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601ADB2-FB70-4C50-8C13-781E6C610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74CE0AA-444B-4568-86DA-D4BDD7AB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AD9E54B-AC37-484D-B286-F7B62EA0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6163D4F-4D2E-44F5-BDCD-9F93AC49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A549329-67CB-4D1B-A3BA-813FBCB4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2B76548-EF1C-4638-994E-DD929437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F68A275-169C-48A7-8536-52497A64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708F957-CA4C-496D-B714-7A429ACA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7EF5C8A-BBC0-4A47-A280-DADDA542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F279A93-F458-4165-83F9-D91F2AC6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71C4248-2FFB-430E-84F7-5D7FBDEE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938FFC0-19AB-417A-9098-0FECC3C7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C382F74-EED0-449F-BCDC-264A10F3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9DDF762-5620-457D-8EE9-E8393CCC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9C15350-4287-4CB4-A745-F275195A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9EC310B-3E92-4AF5-8834-79945187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970CC8C-3E2E-42D1-8F04-60BE71E3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DCEBBC9-2E83-4124-8C07-9D8EF909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3994666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EC37125-7F25-4A74-808B-8E7523AD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2F2243-8AEC-49EB-B450-B386DA0B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5EF97E-12AC-4068-B7F0-5D1F5071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367838-5DBB-4986-B167-88C5B7C92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A167A-7220-451C-97AB-8052C370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ca70b56e1429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8BD1D1-248A-4C74-A823-0095804C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E4436-6A11-4216-83E2-97E5D3AD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EDFB6E-E005-4240-9A8D-7ADDBB6E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D05B8-8531-421A-B285-9EBFC362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D942D-F98E-42D9-BD9C-144C56C3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E84C28-B15E-44A0-85FC-1E178E74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A33F8-AF38-487D-8F3E-C6AB7768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17CEC4-B9A5-45DB-8104-583B38F7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4839E-3D73-43F6-BD1E-18030443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D0404E-D73F-437F-8BD5-92F0D0F6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B431EE-B332-464C-A64D-0263563B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77B1D0-BF6F-4CBB-9058-41A2AAA9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B00FEB-1595-40A7-8077-44F81A13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E8168D-B58D-482F-8E74-62780209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23CA8D-20A8-4995-AD49-D728BC86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79619A-D08F-4845-9194-DEC8FED3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602A7E-D293-400A-B5B3-2363A14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19D5F5-CFF9-47DA-A7F8-0DC4CC30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983A9D-9D3D-416E-B692-44E13CF0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CB26F7-BEFB-4E10-9F1D-A135CEFAF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9AACFB-7466-4347-9B45-42D55B62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C499EC-710F-44E8-A9C0-FD84FF9A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A10003-46F5-4C1F-9E01-B42DCC5A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0E71DD-A153-44CF-B6A2-E851920F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0A585C-2E91-4A4F-9355-7A591633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522763-BBC0-4306-BCE9-08765186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BDB665-3E51-41BB-BB11-6C585BA0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EE9A26-E1E2-41CB-8A0B-8A3ABECA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D18937-1E6E-473E-AF3D-BD3A6304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312616-3791-4195-9D3B-6004CB2B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FF6FC9-EDB8-47D7-94FA-D05CD9FB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D9C7DF-A3A6-4C87-A5A2-C786110C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FEA6E4D-78CF-4637-A4FF-2685CE3C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FEF571-100A-4641-B30C-CC865723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B8A984-7B20-45B6-BC1F-377B997FD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9F4CA9E-CF9A-4942-A42E-2DF90B9B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E797505-C1D4-4C82-BE4E-264F6651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2568F1-91D6-45DC-8B3A-1AD2C047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16ADD8-1581-4BFA-9611-6A03D8E0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180A0B8-D162-4E9D-9C79-8265667E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91ACE8-E5CF-4BB3-8DE6-B6463F22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07CA18-FC50-49C1-8B18-C0BED267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707A58-852A-4183-90AC-1A55358D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DF804AB-6D68-4905-A78F-22496757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4C9F96-B3ED-4FB7-99CE-F4569AB3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B84DAC4-85B3-40ED-B95A-342D5D2F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EC03C9F-ED01-4433-8557-D4FCD9B3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E96728B-CC2C-49C0-820E-8D3C2134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B660507-42F0-4FE3-AEA1-221CC72A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49E406C-D6F2-4AE3-93C7-D8E9BCB5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39DAFBB-9ABF-4145-A6C9-ADF651B3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A0634-8D8A-4D91-B6A0-E27B15FF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279A194-0F27-4321-9DFC-8A3FC2F7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4FBE373-AB5F-4F8B-B57B-9EB21F53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3A302C8-3D06-4380-8894-8F71ED08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6DAA8A-480F-404F-AD16-F747E622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E3D904F-650E-4031-9D6D-E90019FE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55AEAB6-B651-4098-815D-AADC68CC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CC2292C-2471-487B-971A-EFC8C43E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042AAE6-ECBC-40D3-95AA-FD90CE97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281F06B-2EC5-440F-8335-BF713D44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1DC333F-FFDD-4112-B65A-20E8D1BB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D419102-9EA0-45D9-B7E6-C55CE6F0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A56A5E1-B20D-4719-B7D6-5F0367D3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319B288-5346-491D-B99B-FDC60FD5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522585D-8836-447C-9B91-EC1140D5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B53B372-E08E-4AFA-9CC7-E10F87D7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A710B41-D55F-4EDA-B67B-B3D6451D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7B013D2-AB93-437E-8B79-2EC933E7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538C882-6B5C-45B3-A3B8-B396FF45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9A0DD29-03C8-4E78-84AC-9B1A7F84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6497BAC-3340-46BB-8BD7-8DAE6143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1A1D3F5-E956-46FE-8F3E-4BC692E7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94ED624-496E-43D5-BFA1-4A4F1523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AEBA697-5E02-4480-94D8-F7CDFFAF2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C1672BC-CD37-4A50-849B-6052CAFA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CE4D25B-A731-4967-9C7A-06435924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8B5416D-314B-430D-927F-1FA909E7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E971E9B-5B1E-4302-928C-A605102F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7389609-E6B2-4150-9255-35231306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0026021-5EF3-4D8F-BED6-ED1B06F1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D3D4DAA-BFED-47A7-B93B-A8F0D6B4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FE14BB0-18A6-4C7B-9802-8D0BF521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50E60AA-DBDC-4C48-9660-D9BC7CC5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A90B9E5-625F-4ABE-BB0E-5D386EBE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803435A-4F9A-460B-B0F8-40F8400B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4C729FC-7A5B-4F2F-B7C3-B78D22D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397721C-FDF1-4FE4-945B-B28D44FE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267E10B-6C40-4F70-8EAD-F4131085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3948636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73BB69B-F40C-415E-B19D-C427049F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5A75D-8659-42AD-9331-C7F255F8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24BA91-FE27-4857-89D0-9F8B0D40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FA937C-F8E4-458E-9AF2-B4835FE0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A94EF-6DF8-4315-BBF8-9676E85DB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6b80c6dd240d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9805F2-F658-4D95-A709-BC4BB223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755642-5648-4FF8-82E3-3534AB5D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8012E4-6E28-445C-825D-39837B57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34F7B8-EDE3-4250-9B29-1E543DDC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54CE62-ED5A-4580-846A-98FDEAD6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0CDB86-8070-46C0-82D9-5BA723FE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A61E0-C4FF-44F5-A625-0D2AECB7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823E1A-A507-4603-B906-5EB348A0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9D953E-5BAC-43AC-8909-292236D08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365BA3-A6B4-4BEE-99D4-FE255017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2723B7-CB85-4BDD-93BE-AC9D6FBD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425235-4E09-4986-BEFC-FB0DCDA2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3ADFFD-AC58-46E2-A024-E4013D22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7B2F18-7A3E-4C22-9343-F7C02348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784AC9-8EEA-4956-B24B-82D4321A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F278C9-ACB8-4E37-89B4-596685D6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2D91BB-5173-47A5-9B4A-9D4C50FA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9396C1-2CAB-42A4-9ADC-16775359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127722-AB5E-4D4B-9F03-B602711A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8FBCA-2E7E-4D71-ACAD-C1CA832B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84E39F-40AB-483A-A2EB-A26FF82AC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3ED1D7-9716-42FB-961C-34062E8D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40C217-6008-4D54-B899-0D141A25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4F60C8-2B36-49EA-9639-52396CAD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542041-83D1-4888-8D73-31902335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7B8300-ACB9-497B-B943-667F5A45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C29337-8564-4F9F-A540-93D4798A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947DEF-E7E2-4AF3-B1E8-57C4C279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36A18F-CEF0-48C3-BE00-F9CB7304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7533A5-CCD7-40CF-912F-5A9AD3E1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18CACE-C490-4721-AD90-2A379B08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950922-DB42-419D-994B-19FBA03C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6EBB5F-637E-4A78-9E2D-3C131B24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D18328-0BB9-4B4B-A1EC-F4223BE7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5A6699-5B95-4447-B016-F66751E9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3463CB7-498B-4559-B05D-8A0CCBFB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6CBAD9-1782-47E9-9C0E-05ADA75F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E2782C-9839-4440-A51D-B11BFC6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E60004-23EE-487A-AD77-48EF1BB8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FD4726B-FE25-4D36-AB80-4FD77F48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0CC7B9-109B-49BF-B97D-06AC6CD6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2D2AE7-12FE-4660-8BF6-9AB86DB7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EB63B2-D7BE-4A2E-88C8-A8119388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D04811-0105-4A09-A44E-EF9DC795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BBF6632-F046-411D-8E9B-C5ADB54A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8B2C9FB-8166-48DD-83C2-19A11779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87381E9-A034-4290-9313-4369B8D9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8323BF-04FC-4390-8EAC-78830EC6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86BE15B-F137-4062-9F4F-857198B7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9448AAA-6D08-44D3-9FFC-55178473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35FD0A8-66DB-4EA7-8261-7FA8FF02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C7E6666-9416-42C4-9550-B9AF8D56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D9156ED-1180-49B2-A327-1CE98743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2C84D5C-21D8-4466-87D6-95F61C9C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7C80D3-3910-4C08-8583-72DFBB90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A4445CF-88C0-4243-AE5E-D889841A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836F476-B989-4799-928B-F0EAF2BD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663DC98-2049-487B-820B-327F668C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8EB455A-6152-40F7-ABF5-57F3834D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0DBD13D-02E9-4D26-90F2-01E175A9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746CF86-9246-4DFB-AB4A-99EACBCF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A743EA5-BCFD-4A1E-A4AA-999B60D8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3A776D4-963D-4EB3-9EC7-B3F5AFA3C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D200390-E8C0-4A08-B215-6ACB04F3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8933325-ADA3-44AA-B5A6-B954B898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F0731DD-D61D-49C0-8C35-7596E844C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B648BC6-2F53-44DE-B071-AAD57293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DBC6B19-1AE0-4D5B-8842-76FA173E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5754654-3343-4CBB-94EB-6433F4C0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8B5AC6E-BC20-4488-93EF-6B0FDF4D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1191219-0AE9-4F34-8653-B497A6A5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86C3048-A3B3-4FA6-AAEB-0FA9C88C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3C97B2A-C959-4114-9CEF-4958AE9D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D1371EA-A5F6-4BB6-9991-C948F6EC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9FB38CC-F3AA-4B22-94FC-80DF3B81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240B048-58A5-4C68-8FFF-967CCE2A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6FEB195-A297-45B4-ABDC-0350F82B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0D9437B-29F9-400F-8702-8E71C889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1D19F6E-DC8E-482B-9DDF-62C49380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EC824C3-B618-4B9F-85CC-2B46FD37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4CA0F47-3500-4A26-AF13-0FE3221C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82D8B32-0ADB-42F4-B5B7-0A9C2C53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9F0CCC2-2D2A-4162-BF23-D4CEBB12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83CA576-6B66-4A45-8917-733041F1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14FF1B6-B80D-4822-97ED-CE15D3F8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FB6C2C5-3BA0-4A27-B660-CA088841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A5F97C9-9B85-4A18-B6FA-233AA4D4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9F7A7EC-31F7-4712-AE09-AFD8037B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8EC1732-010E-4362-A4F6-062BA53B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CF407CB-7A9E-4827-92A9-4A938C8A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0841BC3-C328-4CE6-AADE-9CD80894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7BA3728-B393-4680-BEA7-B1D16541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FC213BE-3281-48FC-ABDB-5B8CA34D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117143A-98E8-4613-8807-D27B02F7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1747D69-6CD9-4D0D-81E3-4BE5EC38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2CF47EC-EA23-4C4A-8DA9-F8906624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7B794B4-C39F-4458-AD86-5A06DB7D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AFB6F09-ACE9-4041-88C4-B865D334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57F99B7-BCA3-4DE4-B2F7-203CB19A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B5967810-FB84-4E49-9E20-BD1F6F8F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72CC1EA-5243-4CEE-B841-6F9FB5DE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81BD87D-C8BF-437A-B72C-910EFBED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7F7B6D2-9220-4485-9F48-2F92B289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9A691D-B879-41E6-9565-476B717A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E5C39AA-870D-485C-AE58-D5F1312E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FA93C21-79C5-4395-8D2E-07AC91B4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1D72BA9-C776-4CAC-9369-A01099A7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533CD90-089A-4391-86D8-B64BD357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C2F70BC-FFA0-42A8-A41B-AA737441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AF694D9-86E6-4D9A-B6D2-2E0B0F1F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4373ECC-85C4-4FED-A457-DE909CA9D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B285CD5-0FE8-4E17-BA6E-D4FB84F0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ED40E07-C3D5-4CCC-A373-DCE37FCB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1B7A0F2-DBD0-438B-BA5B-EC3D3861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1EACAE2-9B28-4A1C-9268-5B3109DE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094A386-C787-4525-9581-F9D69A54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08577EBB-89C5-4451-B38C-2F9F9025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77D2FE0-8467-4D55-A9D0-6C0B6745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7C34F9B6-5A9D-48DE-B171-DBF001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FC20A81-F27A-4FC8-814C-49510661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DF71C67-8698-48D5-981D-763B318C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F837A86-3991-4C83-B598-888CEB5B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3E3B92CA-9BD5-4EF5-BB5A-29D05855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75ACA1B-AA75-4FC6-A969-5C1B404E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EF7D103-01B3-4225-A8A4-5FB3C133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077E3BD-4992-4B3F-B76E-C610C95D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7AB74CA-1C1D-497D-9D8C-59FE7673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3EED601-3E54-4955-B4B8-6D2A3448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1930466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EAFF82-4840-40FD-A3E1-C5992D6D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C2CCAA-3483-4D34-B8B0-CABBF91D7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5234E1-D3EF-4239-9847-E9116F25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D71E5-D433-47EF-9FFC-97D9A109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2016402422412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F8BDC-6A89-48CC-9742-7730ECD9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F1135-953D-4EF5-98A4-705A360E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832f527caf4f30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1550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2026-09-07T03:02:53.9970000Z</dcterms:created>
  <dcterms:modified xsi:type="dcterms:W3CDTF">2026-09-07T03:02:53.9970000Z</dcterms:modified>
</coreProperties>
</file>