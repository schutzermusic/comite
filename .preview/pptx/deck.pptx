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1dd8f21d7b43b2" /><Relationship Type="http://schemas.openxmlformats.org/officeDocument/2006/relationships/extended-properties" Target="/docProps/app.xml" Id="Ra9ff91e4e66e4e57" /><Relationship Type="http://schemas.openxmlformats.org/officeDocument/2006/relationships/officeDocument" Target="/ppt/presentation.xml" Id="R7166e51a922946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e1d2381cc74d61"/>
  </p:sldMasterIdLst>
  <p:notesMasterIdLst>
    <p:notesMasterId xmlns:r="http://schemas.openxmlformats.org/officeDocument/2006/relationships" r:id="R5baa5eec6da54490"/>
  </p:notesMasterIdLst>
  <p:sldIdLst>
    <p:sldId xmlns:r="http://schemas.openxmlformats.org/officeDocument/2006/relationships" id="256" r:id="R8a041fe0b69349fc"/>
    <p:sldId xmlns:r="http://schemas.openxmlformats.org/officeDocument/2006/relationships" id="257" r:id="Ra132502647e44869"/>
    <p:sldId xmlns:r="http://schemas.openxmlformats.org/officeDocument/2006/relationships" id="258" r:id="R4e29a19156624f3e"/>
    <p:sldId xmlns:r="http://schemas.openxmlformats.org/officeDocument/2006/relationships" id="259" r:id="R741f5bc83f8f44a8"/>
    <p:sldId xmlns:r="http://schemas.openxmlformats.org/officeDocument/2006/relationships" id="260" r:id="Rc1d02b82d7364c2a"/>
    <p:sldId xmlns:r="http://schemas.openxmlformats.org/officeDocument/2006/relationships" id="261" r:id="Rf45c2bdf526e4349"/>
    <p:sldId xmlns:r="http://schemas.openxmlformats.org/officeDocument/2006/relationships" id="262" r:id="Rb335ea82c7e14bfa"/>
    <p:sldId xmlns:r="http://schemas.openxmlformats.org/officeDocument/2006/relationships" id="263" r:id="Rd0a373a5366444b9"/>
    <p:sldId xmlns:r="http://schemas.openxmlformats.org/officeDocument/2006/relationships" id="264" r:id="R969abf5233534df4"/>
    <p:sldId xmlns:r="http://schemas.openxmlformats.org/officeDocument/2006/relationships" id="265" r:id="Rcc1e1a16429c4b62"/>
    <p:sldId xmlns:r="http://schemas.openxmlformats.org/officeDocument/2006/relationships" id="266" r:id="R4848625b89de438f"/>
    <p:sldId xmlns:r="http://schemas.openxmlformats.org/officeDocument/2006/relationships" id="267" r:id="Rfa8d1956b89745a5"/>
    <p:sldId xmlns:r="http://schemas.openxmlformats.org/officeDocument/2006/relationships" id="268" r:id="R28bc7549e3fb4184"/>
    <p:sldId xmlns:r="http://schemas.openxmlformats.org/officeDocument/2006/relationships" id="269" r:id="Ra167c0e4e2a8467a"/>
    <p:sldId xmlns:r="http://schemas.openxmlformats.org/officeDocument/2006/relationships" id="270" r:id="Ra2934bdf19f9485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2a9e68115e4af8" /><Relationship Type="http://schemas.openxmlformats.org/officeDocument/2006/relationships/slideMaster" Target="/ppt/slideMasters/slideMaster1.xml" Id="R31e1d2381cc74d61" /><Relationship Type="http://schemas.openxmlformats.org/officeDocument/2006/relationships/notesMaster" Target="/ppt/notesMasters/notesMaster1.xml" Id="R5baa5eec6da54490" /><Relationship Type="http://schemas.openxmlformats.org/officeDocument/2006/relationships/presProps" Target="/ppt/presProps.xml" Id="R72bb88cc225449db" /><Relationship Type="http://schemas.openxmlformats.org/officeDocument/2006/relationships/tableStyles" Target="/ppt/tableStyles.xml" Id="R7fe227b36dda415d" /><Relationship Type="http://schemas.openxmlformats.org/officeDocument/2006/relationships/slide" Target="/ppt/slides/slide1.xml" Id="R8a041fe0b69349fc" /><Relationship Type="http://schemas.openxmlformats.org/officeDocument/2006/relationships/slide" Target="/ppt/slides/slide2.xml" Id="Ra132502647e44869" /><Relationship Type="http://schemas.openxmlformats.org/officeDocument/2006/relationships/slide" Target="/ppt/slides/slide3.xml" Id="R4e29a19156624f3e" /><Relationship Type="http://schemas.openxmlformats.org/officeDocument/2006/relationships/slide" Target="/ppt/slides/slide4.xml" Id="R741f5bc83f8f44a8" /><Relationship Type="http://schemas.openxmlformats.org/officeDocument/2006/relationships/slide" Target="/ppt/slides/slide5.xml" Id="Rc1d02b82d7364c2a" /><Relationship Type="http://schemas.openxmlformats.org/officeDocument/2006/relationships/slide" Target="/ppt/slides/slide6.xml" Id="Rf45c2bdf526e4349" /><Relationship Type="http://schemas.openxmlformats.org/officeDocument/2006/relationships/slide" Target="/ppt/slides/slide7.xml" Id="Rb335ea82c7e14bfa" /><Relationship Type="http://schemas.openxmlformats.org/officeDocument/2006/relationships/slide" Target="/ppt/slides/slide8.xml" Id="Rd0a373a5366444b9" /><Relationship Type="http://schemas.openxmlformats.org/officeDocument/2006/relationships/slide" Target="/ppt/slides/slide9.xml" Id="R969abf5233534df4" /><Relationship Type="http://schemas.openxmlformats.org/officeDocument/2006/relationships/slide" Target="/ppt/slides/slide10.xml" Id="Rcc1e1a16429c4b62" /><Relationship Type="http://schemas.openxmlformats.org/officeDocument/2006/relationships/slide" Target="/ppt/slides/slide11.xml" Id="R4848625b89de438f" /><Relationship Type="http://schemas.openxmlformats.org/officeDocument/2006/relationships/slide" Target="/ppt/slides/slide12.xml" Id="Rfa8d1956b89745a5" /><Relationship Type="http://schemas.openxmlformats.org/officeDocument/2006/relationships/slide" Target="/ppt/slides/slide13.xml" Id="R28bc7549e3fb4184" /><Relationship Type="http://schemas.openxmlformats.org/officeDocument/2006/relationships/slide" Target="/ppt/slides/slide14.xml" Id="Ra167c0e4e2a8467a" /><Relationship Type="http://schemas.openxmlformats.org/officeDocument/2006/relationships/slide" Target="/ppt/slides/slide15.xml" Id="Ra2934bdf19f948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0bfc30faa241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1873932eeb4ef6" /><Relationship Type="http://schemas.openxmlformats.org/officeDocument/2006/relationships/notesMaster" Target="/ppt/notesMasters/notesMaster1.xml" Id="R8ed03eeab4f04b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468c662f5c4115" /><Relationship Type="http://schemas.openxmlformats.org/officeDocument/2006/relationships/notesMaster" Target="/ppt/notesMasters/notesMaster1.xml" Id="R9baf1c34bc7c4e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f5c611bcbf4b60" /><Relationship Type="http://schemas.openxmlformats.org/officeDocument/2006/relationships/notesMaster" Target="/ppt/notesMasters/notesMaster1.xml" Id="R42b24de506614b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0df143023142e1" /><Relationship Type="http://schemas.openxmlformats.org/officeDocument/2006/relationships/notesMaster" Target="/ppt/notesMasters/notesMaster1.xml" Id="R21d7822bb84c4e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dd23fbf48646b5" /><Relationship Type="http://schemas.openxmlformats.org/officeDocument/2006/relationships/notesMaster" Target="/ppt/notesMasters/notesMaster1.xml" Id="R02247cb8abde4a9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e14913185145b9" /><Relationship Type="http://schemas.openxmlformats.org/officeDocument/2006/relationships/notesMaster" Target="/ppt/notesMasters/notesMaster1.xml" Id="Ree966c59a49042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d84776fffd4a19" /><Relationship Type="http://schemas.openxmlformats.org/officeDocument/2006/relationships/notesMaster" Target="/ppt/notesMasters/notesMaster1.xml" Id="R8106590390d440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63ba5c08d014d52" /><Relationship Type="http://schemas.openxmlformats.org/officeDocument/2006/relationships/notesMaster" Target="/ppt/notesMasters/notesMaster1.xml" Id="R3171f0fa51bf4cb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f099c352f634a44" /><Relationship Type="http://schemas.openxmlformats.org/officeDocument/2006/relationships/notesMaster" Target="/ppt/notesMasters/notesMaster1.xml" Id="R7ec78fd179984c1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f710932f81f4d51" /><Relationship Type="http://schemas.openxmlformats.org/officeDocument/2006/relationships/notesMaster" Target="/ppt/notesMasters/notesMaster1.xml" Id="R3938da50b23045e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a22346976d4452a" /><Relationship Type="http://schemas.openxmlformats.org/officeDocument/2006/relationships/notesMaster" Target="/ppt/notesMasters/notesMaster1.xml" Id="R71485196ccd3483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8e3680a089b437e" /><Relationship Type="http://schemas.openxmlformats.org/officeDocument/2006/relationships/notesMaster" Target="/ppt/notesMasters/notesMaster1.xml" Id="R4a735bff17ac4a8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43c0f5ca472481d" /><Relationship Type="http://schemas.openxmlformats.org/officeDocument/2006/relationships/notesMaster" Target="/ppt/notesMasters/notesMaster1.xml" Id="Rc28877917b204de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b5c65476d12495c" /><Relationship Type="http://schemas.openxmlformats.org/officeDocument/2006/relationships/notesMaster" Target="/ppt/notesMasters/notesMaster1.xml" Id="Re077e3fc1516441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9bc017ca3404768" /><Relationship Type="http://schemas.openxmlformats.org/officeDocument/2006/relationships/notesMaster" Target="/ppt/notesMasters/notesMaster1.xml" Id="Re9ab70f8fe5c45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373d620ab2483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a539f4025a4ccf" /><Relationship Type="http://schemas.openxmlformats.org/officeDocument/2006/relationships/slideLayout" Target="/ppt/slideLayouts/slideLayout1.xml" Id="R663cb807c07b4f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3cb807c07b4f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495865983849f1" /><Relationship Type="http://schemas.openxmlformats.org/officeDocument/2006/relationships/image" Target="/ppt/media/image.png" Id="R6275204a5737479b" /><Relationship Type="http://schemas.openxmlformats.org/officeDocument/2006/relationships/image" Target="/ppt/media/image2.png" Id="R786ca6bae6ea4123" /><Relationship Type="http://schemas.openxmlformats.org/officeDocument/2006/relationships/notesSlide" Target="/ppt/notesSlides/notesSlide1.xml" Id="R8e13f9c7de684c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57d5cdb4bc45e5" /><Relationship Type="http://schemas.openxmlformats.org/officeDocument/2006/relationships/image" Target="/ppt/media/image3.png" Id="R86c042a72a7a4ffd" /><Relationship Type="http://schemas.openxmlformats.org/officeDocument/2006/relationships/notesSlide" Target="/ppt/notesSlides/notesSlide2.xml" Id="Re88c829da8a945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b0e45821d3449e" /><Relationship Type="http://schemas.openxmlformats.org/officeDocument/2006/relationships/image" Target="/ppt/media/image4.png" Id="R98a050d123e54945" /><Relationship Type="http://schemas.openxmlformats.org/officeDocument/2006/relationships/image" Target="/ppt/media/image5.png" Id="Rc64c6757b8004c41" /><Relationship Type="http://schemas.openxmlformats.org/officeDocument/2006/relationships/image" Target="/ppt/media/image.svg" Id="Re86260587da44901" /><Relationship Type="http://schemas.openxmlformats.org/officeDocument/2006/relationships/notesSlide" Target="/ppt/notesSlides/notesSlide3.xml" Id="R45cf55fe4ee44cb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ffc663408e4526" /><Relationship Type="http://schemas.openxmlformats.org/officeDocument/2006/relationships/image" Target="/ppt/media/image6.png" Id="R1d4895ac4b49455b" /><Relationship Type="http://schemas.openxmlformats.org/officeDocument/2006/relationships/image" Target="/ppt/media/image7.png" Id="R27e8f9bbddcb41e4" /><Relationship Type="http://schemas.openxmlformats.org/officeDocument/2006/relationships/image" Target="/ppt/media/image2.svg" Id="Rb99276651ae041c6" /><Relationship Type="http://schemas.openxmlformats.org/officeDocument/2006/relationships/notesSlide" Target="/ppt/notesSlides/notesSlide4.xml" Id="R0f73e30cd03e40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f965ccc5e1437d" /><Relationship Type="http://schemas.openxmlformats.org/officeDocument/2006/relationships/image" Target="/ppt/media/image8.png" Id="R4990856bd5d64b37" /><Relationship Type="http://schemas.openxmlformats.org/officeDocument/2006/relationships/image" Target="/ppt/media/image9.png" Id="R753366932ed64829" /><Relationship Type="http://schemas.openxmlformats.org/officeDocument/2006/relationships/image" Target="/ppt/media/image3.svg" Id="Rf7babe3f38074b7d" /><Relationship Type="http://schemas.openxmlformats.org/officeDocument/2006/relationships/notesSlide" Target="/ppt/notesSlides/notesSlide5.xml" Id="Rf17e7c0dfe3b44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d3e6a5c3c4b10" /><Relationship Type="http://schemas.openxmlformats.org/officeDocument/2006/relationships/image" Target="/ppt/media/image10.png" Id="R4e3233539563415a" /><Relationship Type="http://schemas.openxmlformats.org/officeDocument/2006/relationships/image" Target="/ppt/media/image11.png" Id="R73fceef59cd143cb" /><Relationship Type="http://schemas.openxmlformats.org/officeDocument/2006/relationships/image" Target="/ppt/media/image4.svg" Id="R2ffac6860b924451" /><Relationship Type="http://schemas.openxmlformats.org/officeDocument/2006/relationships/notesSlide" Target="/ppt/notesSlides/notesSlide6.xml" Id="Rcf1c453a9b844e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7ae1135ad4865" /><Relationship Type="http://schemas.openxmlformats.org/officeDocument/2006/relationships/image" Target="/ppt/media/image12.png" Id="R5edf036827a740ab" /><Relationship Type="http://schemas.openxmlformats.org/officeDocument/2006/relationships/image" Target="/ppt/media/image13.png" Id="R31569867cbe84a5f" /><Relationship Type="http://schemas.openxmlformats.org/officeDocument/2006/relationships/image" Target="/ppt/media/image5.svg" Id="Ra1afbeb973fb43af" /><Relationship Type="http://schemas.openxmlformats.org/officeDocument/2006/relationships/notesSlide" Target="/ppt/notesSlides/notesSlide7.xml" Id="R26ab2461ddd74e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aed2b195414adf" /><Relationship Type="http://schemas.openxmlformats.org/officeDocument/2006/relationships/image" Target="/ppt/media/image14.png" Id="R93b1ed45a7564d69" /><Relationship Type="http://schemas.openxmlformats.org/officeDocument/2006/relationships/image" Target="/ppt/media/image15.png" Id="Rf972a3b2213848b7" /><Relationship Type="http://schemas.openxmlformats.org/officeDocument/2006/relationships/image" Target="/ppt/media/image6.svg" Id="Ra10d09ae3b194825" /><Relationship Type="http://schemas.openxmlformats.org/officeDocument/2006/relationships/notesSlide" Target="/ppt/notesSlides/notesSlide8.xml" Id="R1ee1b172813947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bb33e389944605" /><Relationship Type="http://schemas.openxmlformats.org/officeDocument/2006/relationships/image" Target="/ppt/media/image16.png" Id="R55ddf45fad184342" /><Relationship Type="http://schemas.openxmlformats.org/officeDocument/2006/relationships/notesSlide" Target="/ppt/notesSlides/notesSlide9.xml" Id="R354b689a39a245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d5ac2efdcb49cb" /><Relationship Type="http://schemas.openxmlformats.org/officeDocument/2006/relationships/image" Target="/ppt/media/image17.png" Id="R9cbbccc3784a44ba" /><Relationship Type="http://schemas.openxmlformats.org/officeDocument/2006/relationships/notesSlide" Target="/ppt/notesSlides/notesSlide10.xml" Id="R4c2639db47db4b5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4b39d5163d40cf" /><Relationship Type="http://schemas.openxmlformats.org/officeDocument/2006/relationships/image" Target="/ppt/media/image18.png" Id="R84fd9668c44b4ba7" /><Relationship Type="http://schemas.openxmlformats.org/officeDocument/2006/relationships/notesSlide" Target="/ppt/notesSlides/notesSlide11.xml" Id="Rdd5317658d364b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2b472b50e54318" /><Relationship Type="http://schemas.openxmlformats.org/officeDocument/2006/relationships/image" Target="/ppt/media/image19.png" Id="R4a9aaf09f27e4b69" /><Relationship Type="http://schemas.openxmlformats.org/officeDocument/2006/relationships/notesSlide" Target="/ppt/notesSlides/notesSlide12.xml" Id="Ra1d2728f797d4a1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5b00cea6c4fe6" /><Relationship Type="http://schemas.openxmlformats.org/officeDocument/2006/relationships/image" Target="/ppt/media/image20.png" Id="Rcc9c38df0d8841c2" /><Relationship Type="http://schemas.openxmlformats.org/officeDocument/2006/relationships/notesSlide" Target="/ppt/notesSlides/notesSlide13.xml" Id="R575a2711a19e4c1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104780d9064c3e" /><Relationship Type="http://schemas.openxmlformats.org/officeDocument/2006/relationships/image" Target="/ppt/media/image21.png" Id="R8fd066c2e72546e7" /><Relationship Type="http://schemas.openxmlformats.org/officeDocument/2006/relationships/notesSlide" Target="/ppt/notesSlides/notesSlide14.xml" Id="R7575117e44b74e6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72e8b07eb441a5" /><Relationship Type="http://schemas.openxmlformats.org/officeDocument/2006/relationships/image" Target="/ppt/media/image22.png" Id="Rd7775420efc54a32" /><Relationship Type="http://schemas.openxmlformats.org/officeDocument/2006/relationships/image" Target="/ppt/media/image23.png" Id="R8de1fb26dd0e42f6" /><Relationship Type="http://schemas.openxmlformats.org/officeDocument/2006/relationships/notesSlide" Target="/ppt/notesSlides/notesSlide15.xml" Id="R1222ed44f59f4c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1EFFCA-7FAE-4BDE-A995-5531351B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534A7A-D44F-43F0-8A0D-639A38A8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E1D36D-A36C-48C1-8720-22F221BC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5204a5737479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86C55-8783-4352-9FD6-C23C7476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8E5EF5-A562-400B-89AF-0B6B150C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6ca6bae6ea4123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8C8567-FDA1-4516-9878-9D6A318C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539A30-B848-4FD1-9EBC-6C9406AF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F0E12E-8C0A-418C-A9B6-D51DF298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149B26-486A-4006-AAC3-7100E363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33DEC6-E432-4896-9565-3E7229A7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C30753-E827-461D-8E07-30FFC476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98E1F5-E45C-4B3E-8D36-B4D6491D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55E80F-4F43-4EC3-9771-2F4FC9D0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E6AE69-80A2-4A7A-872D-ED5EAEB8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2789215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A10D7EE-59FF-4F7C-BB77-522268BC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7BA6F5-2FDE-47F6-B1BA-DD08FF90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B7731B-0ABC-40D7-B46B-82CF682E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AC89D-5FC4-40E4-A7C3-3354DEDE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5D3E4-84EB-42C9-82FA-8A90331D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042a72a7a4ff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07C182-E288-48D9-865D-84CDFE43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86F6E-5454-415E-87AB-ED745C94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C6EC7-1F7A-458E-89F6-145ABA3A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F5EFCD-9C90-4B56-9FCA-5D6F3BB8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D3FB09-8E16-40B7-B402-C173B556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CCE5D3-DDDB-403C-9FF7-5B6D9B2F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01A026-F155-413A-B540-6A97A21E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B27790-37D6-4B4D-90AA-0F6EB3E4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F3541D-04EB-4A6E-9420-8CE70A4C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321D55-6819-4AED-BFE6-2B5CA9D4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6D21EE-6DA3-4152-8A38-9E448D1B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CF5185-24D4-4965-BB9E-5DF205C9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49192D-BA2C-4F30-B668-BBC75B9D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8E9D25-7D14-4DDE-B2BB-924A0396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1574D1-7A90-4F73-9AB6-8030836F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6D78B5-9195-47E2-8B39-C9D46695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5EBADF-CDC8-41C3-A77C-F3B4A5E87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9D5305-E083-4475-BA51-D53093AC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783099-851B-4C1A-B879-CB7E0DBD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B6AFBF-6F9D-411C-841F-39F5C315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3FCD82-AAF0-43EA-AB76-0819215C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90A2ED-480F-4B3F-BA67-1880868D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6ACCC9-4A68-4AEF-95CE-96FFB40E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ACC4C0-B6AF-4AB3-A2A2-03048657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68BAE9-8F18-4144-8629-73BCC058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0AAB2B-B0F2-49F5-9F17-844D2AD7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F2FF87-192F-47BF-A4D3-09C52C65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34C9C5-A9AA-4A6B-9394-CC7A178B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B7AC06-EC42-42B9-AFEF-CEBEC89F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74126B-D12B-4A21-B4F4-6501D3A8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6BC19BE-1412-41BF-A713-C79F1560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F52760-2A7C-4A09-B340-3860D3FF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560043-16DB-427C-AEEA-BC0879C03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9F2411B-317A-4989-B378-82256E77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742D20-F599-4A1F-96E4-775E9271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2361874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4A61089-7EE4-4DC5-A6A5-A9045B29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3689C-287B-4956-AB88-8243FFB6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36C379-8E78-4BCB-B5AC-BE986F98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F41571-D4F1-46D6-A1B8-55B8DC88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D5690-35E8-4835-96BA-D076383B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a050d123e5494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D9B76-617B-4719-9746-FEFFF7F1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0B291F-7A7E-4A86-BFBE-1183FDB5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58737D-6D36-49FA-96A4-2A7F1A08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86001C-868B-4E66-B747-864B500C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CA3E03-A2E3-4046-A3B6-D6673346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2CC873-5DE4-42F9-86E0-0CC0D6302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05AC03-6D77-42D0-9557-CA013626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EB6DD5-8205-477E-BC24-13774127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7954A7-4F2A-4722-B729-1E5E2B73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FB7412-E1E8-4CDF-8B62-017B75DF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CFC904-3B01-4930-B0E2-28F39C25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FDDE11-4519-4B9B-A37B-6D7C1818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AC9B4F-97A5-4952-A1E9-F73DDCAE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9B3D28-08C6-4450-8B81-BE51F35C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71A5C1-4EED-44BD-9D8D-A9B3906F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BB338-8048-4DC7-A798-30EB7FB5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2744CC-F979-4B95-803B-5AA2DAE3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6B61D4-6371-4BA6-BC67-C9590C47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E7493C-5FFC-4348-820C-80A549C0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984F41-D9B3-47BB-B30D-60E9D458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500105-D9E6-453D-86BD-07DCB880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022AA3-15EF-477A-ABCE-5DA9E856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F283EE-3C3E-456B-A909-C5F8C724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40F0A6-AC1E-4972-9219-ED4AB797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8A2D73-DC3F-4CD6-8520-461DB0DA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ACA5AE-C7B7-4540-94EF-781651F2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F889AC-EFBF-4AEB-A6C3-93B69937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FAABE1-F34E-4DE4-AD05-948E7AA5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AF52D2-A371-4C56-B97C-EDA2D6FB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6ACDB7-9EE1-4139-A0DE-A38A48B0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3DC206-C7AD-4D61-A189-73FF648D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4c6757b8004c41">
            <a:extLst>
              <a:ext uri="{96DAC541-7B7A-43D3-8B79-37D633B846F1}">
                <asvg:svgBlip xmlns:asvg="http://schemas.microsoft.com/office/drawing/2016/SVG/main" r:embed="Re86260587da4490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5E95B2-CA78-4F8D-B40C-E2D1957F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C7ED1A-AB02-46C4-9B95-EBC50746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E7EE6C-DCCE-4D33-A1E1-10011C40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6C91F04-79DF-4DAD-B143-B663DE2A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832C5E9-B125-4186-8666-58DA9D15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F263B5D-E545-4B02-BB73-05B069E1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A719AD2-6FB9-40B7-8B57-4597ADA9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D1047DA-F845-4F21-9236-46D12EC7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1F64073-B768-40A7-A7F8-6C541AD2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E43E23-D5E4-4789-914C-5F9D2B24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4160FAA-31D9-4CB3-BFE0-E1855B39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3EF0AC2-6336-4DFF-9E5C-6DD70C22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2B21373-2743-49F0-BA05-AC37448D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221F067-6156-4F3E-A08E-57BBDBDE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16A6492-B262-4AF8-9EAD-E1C42A7E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ECD84B8-0625-4341-874D-3ED5B0DD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A216989-10D6-436E-9F87-DC712CE8C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595D229-2EFF-42B6-8290-5C02AAB7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C79E585-804C-4406-8ACE-F0874B1F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82F777E-1E33-4CDA-8A44-9F2619A5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AAC3B19-EFF7-42A3-A243-650339E3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250DB16-5795-4017-9BC9-ACA2EA8E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D59B289-4CFA-47A1-B213-1A561B96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EB23754-2CE5-4AE7-B4A1-AB4B9751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9387495-16FC-43F6-8346-59B24DDD4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314DA5D-DEF9-44FF-BEB3-7FC79F894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463039D-4F1D-415E-936B-7A35300C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9B0792C-B15D-4E48-ACEA-3E488C56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258C651-860E-498E-BEB0-190FE245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08719FE-C672-4929-B4F8-761F9069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B41467D-016D-4256-80A9-1A65DA4C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A2F4116-318D-43DC-AD14-73DE4DE6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4BB13FA-A741-4BCC-9101-30EEA86B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365EE8E-7855-47CE-A956-00BF3755B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94DE87E-55C1-44C0-8F37-59E22EB5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E3D5265-66A6-4370-8A6E-4215A1D4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E8F3A8B-D824-4B66-923D-2B4D8734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6636904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F81201-655E-4901-BDFF-5027B3EF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C26D49-AE91-40E7-8FFC-6A2B3D39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4EBEA-40B1-400D-888C-D8EAFFF2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EE7AC-C63F-46DB-8277-6A6B2BE7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DD28A4-2922-4274-A0F0-B792F3B27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4895ac4b49455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FC5F19-FBC4-473E-B493-F3E510D5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C1539D-0458-4D78-A1D5-F018F844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C0E0C0-7E72-497E-92CF-55B77B15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816449-7B47-4EDE-BF83-1F08069F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E6C00C-F67B-451E-8E5B-1B16E7B3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8f9bbddcb41e4">
            <a:extLst>
              <a:ext uri="{96DAC541-7B7A-43D3-8B79-37D633B846F1}">
                <asvg:svgBlip xmlns:asvg="http://schemas.microsoft.com/office/drawing/2016/SVG/main" r:embed="Rb99276651ae041c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017347-E7F5-4F57-B442-40611BCB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AFBAE0-8B6D-4CD7-AB3D-072142CD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75E829-2AE5-4C1F-9251-27F692CA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04938F-D9BB-4838-9C4F-5A5DCDF4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178BC6-733C-4EA6-A0B3-E13BDD4D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FD3C47-A695-4D24-AFE4-A5A1D58F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AE0CD4-D63E-4CD4-A940-68FF6713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A46AB6-638D-40AA-B924-AD320A16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98A5D4-5DB7-48E7-8895-E3930B54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6C2D23-0037-4ABE-A9C4-105ACCED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FA89C7-9DCC-4B9E-A634-CE79A3B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52D47C-951A-42AD-9488-EE55137E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5D3133-830B-412A-9D3F-48CC7C1F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D3D521-41C1-4EF1-A790-FD13F6C5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AB1548-AA60-40D4-9C30-3E14C6DF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DD5360-30EB-4792-94D7-2826A5F7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7622B7-2F01-4879-ACEC-F7E7FA5F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9845441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7834A41-EE89-46C9-909A-1C2094D4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993F2F-5B61-4E25-8DD1-7772032FF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3B55DF-6170-4C4B-9A15-2E602A6C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DBD0E1-80C9-428A-A4D8-112350D7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CC5390-2539-4664-A97A-0D1DA32E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0856bd5d64b3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7EC5E8-30F3-40F2-B00A-C39EDDEE4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E03F1D-C47C-4AAA-927E-55CC109CB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9E543-B299-42C9-8F5B-BD35AF70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932DEB-B220-43EE-BB86-4D0C0608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7A91FE-6AB2-4C4D-85BE-F65CD6D0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3366932ed64829">
            <a:extLst>
              <a:ext uri="{96DAC541-7B7A-43D3-8B79-37D633B846F1}">
                <asvg:svgBlip xmlns:asvg="http://schemas.microsoft.com/office/drawing/2016/SVG/main" r:embed="Rf7babe3f38074b7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DEC467-6A49-4FA0-B91E-2A978B63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44789E-7BF5-4577-9EE0-3625F558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0AAE79-619D-4624-8E4D-A54DA215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1B2238-999F-445D-A852-555D55DB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81AD00-2DB7-4DC1-A3E6-2A475BED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FAE38C-EBF0-406B-9511-06790F88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E9EA07-3BBA-4BD5-991F-432C4119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B5862B-E5A9-4314-855A-700868E5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314B4B-FB17-4A3C-BF88-FB47AA5F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785F53-C73C-4E5C-AC3B-0EAA107F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6869E1-07EE-4271-90AE-B92962C6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3A639E-BD80-4DF9-9579-C3A8D4E6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D9F270-A8AF-46E9-9B90-37E7A9B7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90760E-EBB7-413B-BB48-8B41ECCD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E305CF-C795-4E71-BC10-40DD3FB2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77321E-FB6E-459B-ACA6-B63F29C5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658B23-6E0D-4679-90D2-BDB83776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3124DB-AA7B-43E7-AC2C-BD8A7A38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3638DA-DBC4-499E-9738-C1C4E3E9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514B9F-9DAD-46CD-AD09-309D419D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4040620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E931EB-D357-4950-9FD9-C796579A1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8784D8-B3B0-4BD3-8ADC-EC810DD3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AD0FC9-A6C7-45B7-9240-5CEACD30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7D4D01-EB4E-4352-ADE0-A637997C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2AD311-6874-4255-B501-F3E8145F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3233539563415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869C59-64FA-44B3-9E5D-7A147864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4D4EB1-E67E-4AAD-8ECA-EA5AECAE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E96111-E3D0-4D4D-AE87-8507791C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0B0320-C265-45F8-8C7B-E79EF515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EBBF3D-3490-478B-890A-1BC0DE74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ceef59cd143cb">
            <a:extLst>
              <a:ext uri="{96DAC541-7B7A-43D3-8B79-37D633B846F1}">
                <asvg:svgBlip xmlns:asvg="http://schemas.microsoft.com/office/drawing/2016/SVG/main" r:embed="R2ffac6860b92445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9E2513-39CE-466D-A86D-83443475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80AB14-05C3-4D2D-BA08-CAF1C14D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5F7653-9EFA-4D24-9486-1BAC863A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A980B2-F9FA-4237-B524-7699EFE8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C102E6-71C6-4A43-AFA4-27C4013D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10B5B6-BA70-4604-83FA-D290AAC8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84FBAD-22C4-4FBA-9958-97258635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EF1AD0-1CDC-4F82-B831-4A01630D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04A6CD-6CCC-491C-9B5B-0E2BEAD6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324836-B44A-481E-B2B3-D1541866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D0B325-E52A-4199-A7EE-A1D58DC2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552142-5BC5-43A9-A280-D1253A2E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805C91-73E5-49E8-A296-1911107F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3E061A-8FB9-42A4-8A01-BFEE206A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21117560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63096-6CB8-42EC-83F7-A01B5651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B2CF57-2057-47F6-AB9A-560AE2CED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6A469A-E85C-498E-B235-0217025A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B8EF13-79A5-473B-93DE-14309BC6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B2887E-FE43-408A-982F-5651835E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df036827a740a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92CFB4-099A-41BB-8DE7-D914B9FC7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E8FC85-ED7B-4616-9C9C-A506BCE5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32463-692F-4D1C-9E78-3265F4E8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F3F221-B6C5-400D-9966-D41E160A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67F35-AE1E-4849-8CB0-E70CFDD8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569867cbe84a5f">
            <a:extLst>
              <a:ext uri="{96DAC541-7B7A-43D3-8B79-37D633B846F1}">
                <asvg:svgBlip xmlns:asvg="http://schemas.microsoft.com/office/drawing/2016/SVG/main" r:embed="Ra1afbeb973fb43a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86A41D-85ED-431B-A67C-65384FB6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95AC16-FDE1-4BFD-A647-5C5F6CE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DEF634-00F4-49A8-A55A-83B6DDDF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C80549-CEC0-4DB6-84D2-04B23DF1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BA37B1-B920-493F-B01F-CA23B7E1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2FC9E3-BB56-45C6-8DB8-3E443CD9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CF1B3-5C4A-43C4-89FC-D5D397B1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EC53AF-D9A0-4E8D-9557-CC4C602D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628B8E-BC45-4181-9AF6-BC7F59A7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1BDB62-2260-492E-ADEE-EEBBBA62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167E12-FC13-4691-B822-6CBF538A6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FCDA5F-37A7-44E0-A57D-E2FF1D4D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FBC78F-8823-44E9-AD5E-615B0951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8130D4-68CC-4A54-A91B-4733FD74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3153634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871945-6AA5-43F5-8BBF-BF35075E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8F5723-433D-4919-B791-3D34564B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57DB6F-0BBF-471D-B99B-119C9F8E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04FD38-A820-4B36-ADA5-450CF9F7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EE33B1-C183-4A95-B2B0-0A280178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b1ed45a7564d6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CD88C3-05FB-45D0-AEC6-C9A1FDEC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19A707-0CA3-46CF-8A72-BFF5BAD3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7E58DD-F009-4FF3-BBCD-CC892801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8646AD-FECE-4987-8FC0-2F58A624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0F9842-BB5A-472B-8DD5-834B3D17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72a3b2213848b7">
            <a:extLst>
              <a:ext uri="{96DAC541-7B7A-43D3-8B79-37D633B846F1}">
                <asvg:svgBlip xmlns:asvg="http://schemas.microsoft.com/office/drawing/2016/SVG/main" r:embed="Ra10d09ae3b19482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48B5E4-E915-455C-B99C-DF4AA712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159793-09EA-4E91-9B44-EFE1A7C1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04D2F4-A5AB-4C39-BDF4-B0932A25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D3954C-0279-4E1C-98E7-4551EAE2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EDB16D-E7BA-4019-B6A1-8469FE06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A4DDC4-43D4-44C3-8B3D-EBD2F3FF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B6AFDA-5A87-4CBA-9F5E-120987D6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9C88E5-57E4-4498-8C99-486956BBA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372DE1-9955-47E4-BBED-2898FE76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288AAD-132F-4886-9240-326C6783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6ADAF7-AC8E-420C-9560-523FC500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139234-9F7C-4818-84D4-BFC37AF7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B5BD75-7574-4D0D-AC88-AFD9455D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776582-1582-4955-BA66-C101147DA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1841E5-3C80-46D1-9DAA-F62B9697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0CA3E9-2089-4DEC-A345-DC399A5B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3A311A-5A2C-4BFB-AD7E-09FCD56D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93D540-61C0-4486-99C7-E5EA3F8A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929DC2-503E-4728-93BE-E32DF52F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E7E1BC-D3E3-44F1-AA2B-A3DC4955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EDB31E-D08E-4516-9DBC-F3EF8E01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98A45EB-3F45-44FF-B02F-9CFA67AD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0706825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13500C4F-040C-45ED-9B86-02B581DB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3507D4-EF36-4B55-9838-ED7C224D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D97543-ACDB-4AFF-BA12-43E582DBE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22F46-BB9B-47B3-ACFA-D97EB82D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AA67B-4A1B-439D-9EC8-B1160E51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df45fad18434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72A561-0B7C-4A37-8489-65B515A2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D4B1A3-703E-4A1F-81C2-85DFA5E7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951102-C08C-4CED-859C-258F6616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8C1C6-CC55-43B7-93F1-0DF63E8D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1D32A7-A8D6-4BAD-9F97-460D95C8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EC005A-C0F3-4026-8A34-B734BBF9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CAFD34-B283-4287-AE7B-07439692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EB03A-E3CC-4147-B916-062771EE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DF9437-39BB-4F12-9E6E-5E22B8FF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573D79-EABA-4AD1-9403-35688A18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A3F6C1-FD66-4958-832E-BF7F01CF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56996B-8294-49A1-8335-4B46B740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93402B-1D9B-4E29-BA83-A4E6034D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042401-4CE6-431F-AB2B-970040F5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064309-A447-47F9-A56E-0814B2F4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0590F4-4D6D-4F0A-919C-BF7989D3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8C8543-C7CD-4C42-BEF9-0A9B5D9D5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FA59F4-BD41-4DE7-A158-2B540711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96E4CB-61C2-4626-A7BB-7AB11746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0109B8-013D-4314-8866-1988B0A0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FD991C-F534-4A35-8A5A-177AFB1B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BC078D-0812-416C-85BD-CC546E679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6514B5-FC1A-4325-86CF-B4431C48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CE5D7A-40C8-425F-9E2C-902337D4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BF95C0-708D-4A38-8C63-89ABDACC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548268-6400-4B8A-8149-1C57EF37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2A18F9-EE55-49D7-A996-8691ED58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1BFF66-367D-4F98-B616-970C9F03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B02EDE-13B4-433A-9BE9-131FB280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F47F27-C26C-4FD0-9979-D287DB9D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C88BA0B-C111-43D5-89F1-141D12D2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938C69-0C19-4E36-B675-A93DBE7D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D5CB53-31B8-4564-8759-D36572B1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F196440-F0BA-458E-86F0-2D1E6391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E102E5-2C7C-431A-82D3-4AF1E1468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F5664FF-3F45-4243-AE48-AA62EDB9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37F6497-20D6-414F-A941-06EBED46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45CE058-0BDA-4F4C-8A25-839282FD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45980F0-F07B-4560-BCF0-97986D7F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7B9A706-A789-4B89-B40B-DE17073F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561BD2C-030E-4CB4-982E-83A34437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FBA1B38-A2A9-4F18-B5B0-8957A4C6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BCAB30E-165D-41BB-A3F8-61A0ACCF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D92A197-9E24-468D-AAA1-517BBA94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0FDB358-490D-45FD-9832-C3ACE4D3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CD77C36-DC06-4731-9F76-96FC9020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646DD01-1D3E-48ED-A5BC-8485331F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F9BAB78-B053-420D-91DB-01DDFB71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03BA39F-F48C-4F09-81F4-A9B360489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87C72B5-D652-4A8D-B73C-282C88E1F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7B00129-2599-4CF5-804E-688B1387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2C55A25-7267-4A77-B2F4-94A8A524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2CE7DED-30E4-44BA-B43B-E6F9055D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BDD3DB4-45C3-431E-A236-4B3F4B74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E80AFE9-CE7A-4C53-A46D-4998518A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854B8EF-6688-4CB8-BFE2-4D6D0BE8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D13E2DE-15F1-40D2-AE48-A58E5640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7897119-B513-4E93-8B27-D3AA9AD4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96DB3C0-081B-4DF0-BF14-3CCCBCF9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DB4953E-EB0B-4104-BE40-58A29F86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44A07C4-556A-4C7C-8B5A-E1D96DD8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72A1A5B-93BB-40CB-9B34-EF77E97E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884D2B6-44AC-416A-8C9E-86569C0D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7FA852D-7255-4F3C-A1C9-2F5CE772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F8F8039-D8BA-4974-A63E-F677AEDB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6F71EB2-708A-4E7B-836F-A8BBDA3C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76359DF-FEB0-4BA9-88B9-2CD5A50E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6702068-B960-49FD-B05E-488CD554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84B66EF-FEA2-41E4-A698-BA026900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EB431DC-F9E2-4A7C-8CC3-6C67108D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4456F64-B04A-4EDF-A57D-B0F7211E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09D9216-8FA3-4E70-AD10-57CF97D0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E5B16DC-5345-4985-9506-5441BE89A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2E1FEF8-D2EA-4B5C-A8BE-FFB0089A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1E1DDFF-AAEF-4F0E-9E60-C0FFCA24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E64FC1F-93A1-44A3-AD9F-A8DB5013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12AD89D-E5F9-4B57-A3C1-8BB689829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3C1C5BE-8C2E-4A28-8A68-C9D96E43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CE1C0CF-0AB9-489C-8C1A-DF8671BE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FA0ECAD-6D46-42B6-9E84-B5E8FAD3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7A8E7E6-14DB-4FAD-9988-30DAF8E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9B06217-B16A-4295-9215-CC40B47B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5CD679D-EE89-4A46-B1DE-D0E48227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8F26384-DA43-40B0-9531-BFED3812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2FD47B1-7FFF-4A66-B106-8636EE6E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3CB92D0-9E1A-4A0B-A133-60B263B8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4B10B7C-C606-4E42-B442-682016E4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46128BE-DB7C-48E8-B6CC-7470E738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3E6BFD9-0404-412F-95CA-22B0D718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847A194-1A7B-492F-AD5C-EB6A2C9F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68FD2B9-87C0-4B0E-8ED3-50AE479DC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73E34B8-F8BB-4567-8179-DC3D75FD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A433E5F-4A10-46CF-A154-1F1EC3C6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8FB0C1D-528E-4BDB-861C-4352C8C4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1B43EA4-06B8-4E73-B677-54F7F3C1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9691562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5097115-986F-402E-8EE6-501D46AC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8FC1CB-F8F8-4C39-B380-E8E4F07F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E696-1D9E-4012-B39C-D7FD4D98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1D8CB2-CA7B-42E9-9A2E-7E646DED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60062-6E1C-41D4-B7AF-F132F2D6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bccc3784a44b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2C44D-AD0E-43D4-BDB1-AE0E8C97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1036BA-6584-45EA-B1D7-67CDA08E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4ABD30-B412-49BA-8CC7-051516A55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63E20-A1DA-47DF-8012-4F547FA3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E97F18-94F0-48FE-B69C-7FCE2402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33A47F-1EAA-42C8-8D88-8D39D92F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86564-B796-4279-A7BD-A4FD6557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BF9858-D5A1-498E-B250-09E2395EF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E47FF5-B06E-44DB-B100-6A95B6FF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A2156B-C2A5-4E30-8521-7127D5B3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CB25AB-3550-4B00-BFDA-18A379F4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17C79A-308C-4AA5-994C-236D4FF6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ADB1C8-62F2-4268-B8D3-1F0DF441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121735-720F-4353-8F75-EBBC1F7C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028DCB-E65C-40E5-A715-6C2575878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97B4D9-3E53-405F-BF42-40D1E3F8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7937B3-CFED-40B3-B66F-B91FD033D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841619-A3DA-4E81-9D08-7B238074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73EF16-99A4-46CB-95C6-43AB50DF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5DB996-6AC6-4F50-960D-B10329DF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533421-C330-4927-B4E2-BE2E8EE1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006FB4-6935-4985-96D9-D9BE2369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F81282-4427-4A03-9490-442A5D3CC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7A332A-66B0-4E56-9815-49EC66D1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0965EB-6C67-4376-A67E-D3353A0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65256E-C225-4800-866B-78A632DA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62D25D-BF01-413D-8F56-063C55C3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D68EC7A-AF8F-47A1-BA7E-AF1CBE3E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D122F9-DE1B-4637-97A2-118FCBDB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25C01AA-EF9C-4100-9C6C-4496E33B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AAB62C2-5630-4DAB-9CFA-49F1857D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C4B6A9F-465E-46E8-B844-8CF61F05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AF7D9D8-CCB7-4963-BF3A-4AEECC13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88B9F4-22FD-43A8-BE29-C81C24A2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46E139C-94CD-4864-8D24-7AF989C6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620E16-6BD7-4B65-AB90-08B3D4E3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C77E823-3AFC-412E-894C-8E0FB51C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0860D2-DE56-4CEF-98CE-7D75D3D9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D2D8DE9-1502-4FAE-8E5D-B40BA010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09FED18-2F8A-41D6-8BA1-B1AE48DF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7CAFE23-EDB6-4043-A38F-0E3BAF25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DE9A64F-5986-4E27-949A-2E71E609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3975CC0-12BF-4E17-8D33-2F95517B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9E9C1AE-6ACA-4A45-B8BF-C590CEF1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C101AC-CE2C-4F0C-8069-EFC0B46E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484CC89-B341-4DAD-A001-D00FABEB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5C7DA6D-42F8-4C40-BDD8-68AAEFB1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05784D3-FA0B-4EDD-9DC5-6BC95EC6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727E9D5-2819-4FBC-A2AE-B28CB4C6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B02C0BB-9C3A-4E16-B40C-56272493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C28673E-55DB-4223-8E23-922B16F6D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B1C9871-B262-4DFE-902C-C6C54786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E4F7B3E-91C5-40B4-8C73-EB693C86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4D2544C-7BA6-4A54-BF08-72DAAA2E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A53E474-AD78-4837-8293-AE2CAF78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E8D691A-D095-4439-B120-99A5412F7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1645C68-D0D7-400B-9AFF-C6F913B5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067A648-E76E-413F-BE08-E8C10E0D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A0873C7-6DBC-49BE-BD3D-3DE59071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0E5D4D6-0995-4E27-AC0D-C73AB83F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C20B7ED-93CE-46E8-9131-B58C8C91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331BD67-6D1F-4CA1-8BAC-6D876B99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F63E05A-5849-4090-96AD-FF31E946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08428F0-98D6-42A0-B857-468EF818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F4C74E0-F8B7-4997-8B95-175249A39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96B4575-E474-4CD3-9287-0DB7EF5E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028BF6E-AEC4-46BE-80EF-22E30DFA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DF353F4-C49C-48D0-986F-F5C94802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EF71CA5-0EAA-485E-8167-9B9D4BA0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D9EA1DB-A7CA-4E4C-9E29-0634BEA0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95909CE-272B-481E-9BBA-489590BA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FC7397F-2FF4-40C3-92E7-EF90B38E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9E4D396-7148-4972-BBB0-4B54332E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630E3B3-2B1F-4F9E-A5CD-3D147B93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CB10EFA-CBB4-41A1-B207-C2DDAE71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829B611-8919-4C44-A39A-A73A720B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FA1AFA3-5F3C-4595-8C74-27572D88F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E43C791-CF8B-40FF-BB0B-B6894AED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D2B3A9C-1C84-4902-8FC0-83E53889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A0F83FE-F718-4941-AA7D-A5CD9E28F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A60E1AC-6E84-4D27-9E47-458DD73F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A9FF7EA-7E83-498F-BD16-8FF5BB34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98E846E-72FD-49AA-9239-DF4B8211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86BA219-E22B-420E-8D2E-B0305520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C0F27FC-E224-4587-B443-7AD08C21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744C9F9-711D-44B2-8EF8-8CB6177F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B03D346-1A5C-41C4-BCA8-6FD6C6E2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3DAEB2D-4A1A-4426-A288-716AB3218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164B7D2-86F7-44A7-B31A-C607B79F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BE09432-C6E3-461B-B211-9992618B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C376752-C4D3-4853-A5CB-615210B6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B9329E1-E8F2-4F4D-B189-C42D410E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D465A6A-902F-47C5-B828-6B7FA93F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72EDF39-1BB4-4B80-A39F-8DB5DC1B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9905C73-98DD-44BD-849F-BA1320DD7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A0C9EFE-751B-4BBE-9461-B7FFAEC8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0832643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D9F9F61-1021-4E47-B0B6-CE31CE63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2626B-EEA7-4815-9966-26CB2A80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1805F-71D1-4CA3-BFAD-6E76C8A3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602E84-EE55-4F6E-B270-614D924A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D6A880-FA25-42C9-A6DE-764596F8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d9668c44b4ba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46669-0200-455F-B2EA-748C7FB3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D3DF5F-D651-4A4E-9CC3-C1B47899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6A592B-6F17-4DB1-BCBF-B89FDD3D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65B67A-79C5-4730-8B12-5D715113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C3712E-4728-4287-88F8-9B69A448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CEDF59-FA82-4D16-973C-C682AC93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EA64BE-FAB1-414E-BBC3-169DDAB3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43A47-3401-4FE3-9A3B-E926F821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E9AADA-F68C-4906-A69B-FAD68AA9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044C37-5C89-43CA-81F0-BEFB94E1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05E13B-F3AC-4DFA-8FBF-7E6B342E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37C7BE-8D83-4FF4-8EC6-CB590487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84B363-33CD-4220-82EE-D9958EF1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BA5DCB-410B-4D75-A5B8-253069DE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956D5E-1185-4553-9D5C-B088E777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61AB42-9528-424C-ADE9-A20FC7CC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2F2B8F-7C29-437C-BF2F-E8FE778A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D80ED6-8F93-4CCB-A9EA-DEBC1E3B7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5BFE-A70D-4FEF-91B8-3811C677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14238D-C131-4944-BFF6-23D4F207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1C8E17-B5A3-4789-8B48-854C2B45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3A8D84-FBD2-4E83-AD38-4AB0DA60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96E7F8-8972-40AB-B6BB-42CC333D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F6A71B-428A-4BE1-A082-D5482A30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5F675B-2973-4371-BFA8-A2339568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5957FE-2E7D-4845-9DCA-6B3F93EA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7E5B12-1E72-45B0-8DA3-028016D7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AB2AC9-6DDC-4C17-A5F4-D3C8DBF6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6E0D783-7CC4-48E7-B8B5-A86449C3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C6FFE9-3130-4CBC-823F-3B4362B7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AFC414C-367C-4DDE-B551-EE7B8B4C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1D1B84-B28D-47AF-89B7-E44576C1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03F0857-CFC8-4621-85FB-7DA0F030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95264C-710F-40FA-9161-2AE5D8D1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256D552-7E0F-4D17-BF6F-BC3C7D30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10261E6-19C2-40E9-8952-92CDFBC0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D77DC03-0115-488D-862E-FE0F0CB0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171AE53-A48A-41EF-94BE-D434BCA4C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8D39DC3-0BD8-4396-ACBC-47F7FFEB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4DE29E5-0B21-499E-8AED-EAA7396C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903269-E934-4442-822D-03F93860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50BD083-38CD-45AA-BA19-DBD362A6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040E74F-573B-4D94-9781-E34229B9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0334E75-2802-444B-B4E2-1092ACF1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AAA33D9-128F-4701-81DA-65B7F707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A82327D-428B-4CA6-AFCE-6727D92E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CD9DD64-110A-47CA-882D-1BE91FB1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A14AC92-7DCF-48D5-8280-BBF461B3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EFDC9F6-CA8C-441A-AE41-0CBD447E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EDB0AB5-A59E-4042-BC1F-5FF6E970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131CFFD-5C11-402F-80C1-CCC12EEB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FBC7C4F-B988-49BD-8251-288A835C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1D27B8D-050A-470D-971A-B28E8775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1C0A3AB-6A4F-4F77-B2F9-92777D5E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EF5A031-81DC-4322-B4F8-4A98F404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FCE1259-2DC2-4353-85A3-D7325220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78C81B6-2862-4702-881F-5BB1E8D4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E8B6BC-516C-4E80-800F-548442CC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CC7803E-F1D1-45E1-9DB1-48F357D1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FE64C5F-3277-44E5-A7D2-FAD904AD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35F327B-6C09-4B90-9AB9-1D3FDF1A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89B5559-0D2E-4D5F-97A8-15B2E997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4B2186F-39E0-4CE8-B046-C839EA67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1E55953-6454-44B1-ADBA-488110CE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74F5128-D23F-4D4C-B30D-44EA85E9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A6E2166-7301-46B3-845C-48BDCD97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B9178D8-09CF-4C60-8BD7-8112CEE1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2B4CFA5-FACE-4836-B3E2-13CA04ADF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AFB094C-BB32-43F5-8B89-46A576EF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CCA6789-EC68-441F-809F-016B3E78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5FDEE0F-CD53-4382-90F3-816B18BF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DE5169B-DD2B-4031-836B-5646A740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F3640DC-A7C0-4F7B-84C0-D6011A2D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550FE62-F96E-4EF6-A4B5-0FFA1DB0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D9B3AAF-B90C-4571-B54E-AAF8076C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285D620-6FEB-4950-8E38-E91DDF03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64EDAC8-D781-47A8-9FB8-590BEC58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6518EB5-6898-4515-811E-1A47B013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0371DA6-B963-4DC2-A64A-555ECD8F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33889AE-765E-48CA-BEE2-B446DD52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6E3275E-6946-406D-B05F-422845B2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F0FC3E4-A8D8-4492-8073-C8848A3B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FF59602-E5BE-4FD9-9AEF-AFCD8974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89CAD0A-AF49-4245-B2B6-2DC5CA14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BCAA82D-6D03-4CC9-9445-620A21A2F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681D7F2-43C3-40AC-B7D7-A51A458E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FC835B2-996E-4C16-9822-19C8FF2D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E1573C9-5EBB-4B7C-B070-9A7C9833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48D53DF-35BC-4126-B682-201B3431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60A955E-7717-4A96-AE2B-E03EC4DD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A4A08EA-E1F2-4AD7-BD6D-A63DD55D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614141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9DD2CB6-878A-4621-858E-C35C983F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4AC1B2-4D42-4B95-B972-119D6E29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FCF874-6CBF-4026-94EC-4A8DDD39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64C00-6649-4AB9-BCA8-C0E38F56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942ABE-37DA-4540-89DA-72D88E0A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9aaf09f27e4b6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994455-0D02-4B21-A6DD-8DDEC13D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340103-E29C-4244-934A-8FF1E5BC8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31A584-A7E0-4D3F-86F7-51237168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E736C9-6FDC-423B-B3D8-737FA485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CBA772-50F1-47D7-ADBD-F2F363C8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EC78A9-C043-40A4-A3B9-9B25CDB0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A381BC-BE8E-4F66-B04B-F2E49879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8F623C-7F23-4935-9499-D787E0495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2FAAE0-BFA7-40D0-93F9-3B13A9DF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9346E1-1B0A-4A46-8743-6DB3968E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391916-556B-4CDF-A93C-74FEA377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0D5FD-6B72-45CC-95B2-CA56FC70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026E20-424F-4F98-988D-0B701E75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FF4F20-7864-4AAD-B24A-4B62F1FA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0EEB3C-077C-4F38-A23C-179DAC8A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958376-DD1E-421E-B4F1-D5F6C2D5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44FAE7-1A20-4CAE-9410-0B8350C1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FB12BD-F2BC-4F1D-8ED8-EC68A1A2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6CDC2E-2128-45D9-A2F4-DA9FA91C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3878CF-6E52-480C-A942-AD967EA6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69741B-94DD-486B-9FC3-C84207F2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219A42-8B15-4105-A65C-30D51308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849F89-EE6E-4298-9A1D-95A5224B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35087C-94DF-483B-842A-D990F635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3DA355-0F6B-486E-9C5C-F2F8C35F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5C45DD-61B8-4481-BA8E-48461A25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CD3B0F2-4F88-49C2-8A48-DB7DF9FFA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6B918D-3E66-4C81-9142-3A4B4074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27C82F-40FD-4D28-878F-BDEE371E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24E0120-8F72-4A01-8B2C-812AD75E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2A6E3B-3566-4BA1-8D9C-ED215D9D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EE7A8B4-3343-4B02-9109-735CD943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79774E-C6B1-4313-8D86-825A7450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E2B698-5A7E-412C-801C-B49F8015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4D4A538-BE71-4A39-B781-874F9493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2E32E2-EF81-4584-9EE3-388C5004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976F6E-7EAB-417C-B1A5-DFC8C173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64B8EE-0D3B-45AD-A382-B18500E7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AC6175-7591-481C-AF6F-6158C872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A03EE5-8CBD-47C7-83CE-743CE40C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5C1C734-FB76-4ABC-AC81-6E6991FE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4D512B3-67F3-4460-8E3F-D4A1B7FA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5D6D8D1-84AD-4CE3-B5AB-8D2FF680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61A7E8-5C5D-4AEF-910E-CA6E1247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85F98FC-6803-4472-AC2B-B023CE2F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3715B3C-3BB6-4859-8EBE-90BAAF11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05DF10-0C3F-4FB1-8E62-92405571C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CD03DD0-FD32-4432-9CBC-FDE91FD9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5F16BC5-5F7E-45CF-BB59-6F88BAED5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4D27F13-A247-4510-ACF8-E7150AA9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1564A54-F5C8-416F-9210-6293BBD1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3624D95-4B53-4600-B857-E90E9A41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3BB7128-9353-4C70-BB19-CAFBA0855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23280C8-E84B-42BE-9E9E-8632B77F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5A2597F-7F9E-4948-B74A-ABB11CC5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1A4D967-F1EA-4FE6-B736-AC4A5763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2D98442-0A3F-42EE-B267-EA55A981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D94269E-D5BA-49A0-8B94-38AD352B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0A600CF-B6E2-4E5C-AD70-1BD6BCEE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98ED4CA-FF1F-4010-B3D0-63D65A64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364BC7A-8CA6-4749-9FE4-46A78A29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5EEB722-8AE5-4DCC-B73D-89A31C39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46894BD-E7FE-4C88-9528-A8C2DAD5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3B553B8-EB32-4A96-8A4B-50B55112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F4E95ED-8D15-49D9-8944-3697D26D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CDD3894-205C-4822-91E4-8F038A63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0911F34-6CBA-4B10-8ED4-C75D1759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A78743A-86BF-4E6D-9CE8-C4E041B2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7C92C78-6987-4F79-B01D-C111FBFD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63D66BF-7A85-40DB-941D-65DC8674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3C68413-8E80-458B-88B1-6EE62A30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0089866-52FD-4C3D-BD0C-51B255EF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D24B9C0-F1FE-4BE7-BEFF-C8FE044C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E54A670-DAF8-4FA5-AF4B-EF5FE2A9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B6A38AC-5B6F-40C5-9996-09018ED5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C8A07D9-1227-4B25-9050-26AD2725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47D89C6-4DEF-4B9A-990B-0596758D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8458CAE-C584-4164-8BBA-C5F49293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EC29650-8969-456F-9CEE-F5E2AD3E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965F70C-84C5-465A-A17C-FFEF6FF5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348D534-77A4-4A16-B497-64F458D7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73B0156-AE53-4241-98E9-C6D0F35A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A9638AE-AF39-4291-87E9-BE284996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04B8478-9BCA-4F2B-A643-C16AC253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CFC576C-2880-4EFE-BF85-6BD0E009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F7B093E-8DE6-4824-953F-B108A722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84900B3-E843-44CD-94C4-86A94BEF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437359C-838A-40CC-AB2B-0814DAD1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C58972B-3179-44BB-B05E-E8590A86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BF21BB0-8B49-41A3-9938-93DF2997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8999780-A8EE-435F-84CD-2E0FD12F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994603D-03A6-478B-BE9B-C5992AB9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010284F-A1EB-481D-9ADE-BB8D36BA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F8BA40D-B4C8-4FA0-91A9-47E8F5D6D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7600D9B-28D3-425B-AEFC-E0E193B8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5659341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2C6E787-604E-4B83-A5D5-4F95C667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AC7F98-5AED-4F0D-9A20-41E3D3BD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09879C-78BB-4671-8403-8C19170B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D95D3F-304B-4041-8935-EC3AB52A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EB8794-5E8A-477F-8BC2-E29557B5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9c38df0d8841c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3D6F26-76A5-42C7-AE02-43FD7E278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EC3619-C82A-4D61-B8B9-EA8641ED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3CB5AC-AE34-4A0D-BD70-2943EDD1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5F1E4D-EE33-4E86-8DCB-8742DE4A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FEC359-182C-497F-A7F4-6A14219C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29D61A-009B-4681-9328-614647E6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C7F462-4540-4F9A-BDF6-1D59C6A4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F6965D-2C16-4F50-B0BE-A91FDA17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F3AAD0-7C61-4C93-8C6E-73356022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BB6B5D-846C-4AA4-A59C-4DCF11FB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D6D8FB-68FF-46D7-A922-93ED4087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D069A5-DBBF-4DF6-90BF-BE14217E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D173D3-8A9F-4DCD-B77C-925CCF59C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FD5252-776B-4B1C-B891-58A6B15D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C109F7-D1C6-408F-8AED-9911F8DA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591CC6-5999-466E-AA44-1466B3C3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C3F8F-605C-462E-BD27-811595D7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81881C-E2BF-4FFB-A605-B6D6C3FE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F5069-1737-4163-9DA4-58D57B85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C5EEDA-1748-4B9C-9F67-D2A9729B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F62E2E-2687-4B27-9C6D-ABDF71ED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67BED0-3E3E-43F3-B6E2-D761228D1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D28E32-310B-4E8D-B969-DA326790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29DFB3-40DA-4D54-B597-F08A479A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95DE35-AD74-4254-AA22-5EAFB60B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E86D16-F739-4C7E-96AF-9E64B1E9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9BE8F8-C4B9-48CB-8A55-B634BCD9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02040A-4255-4E29-A909-74F6FB88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64116EF-77F4-4C6A-8E47-45FAF167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B041D4-9063-42E5-A04A-49B44885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7004C3-8CCA-4145-B5A1-AE3EC57D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533B08-3CA8-447A-885A-F8DB0D3A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6DEF3BC-6749-4A39-8A62-4157E7C28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654DD8-4515-4276-B3C5-63578A68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94911B7-D807-46DE-8883-094871DF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08FC7F-FC00-4853-9ADE-012EE2CB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7B29506-EC12-46C1-82F4-A3E4D5F4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2D12AEF-ABC2-4AB0-A77F-511197EC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2A0EB16-9FA3-400B-BF22-83D51012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9B1D886-0DBC-4BE3-AAAA-20B115C3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663856B-F382-4728-986E-3ACA6140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A4895E-1C44-4F9B-9EBC-24967DF9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BD18D0-37DE-4007-B808-2DB46CC3E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1AAD910-7DF5-4B0C-BB68-C2F9C2AE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EDE37EA-D302-4F9F-B70F-0B0451A4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6E82C4D-2B2D-42C7-930D-08CBA7EF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FD1107F-A04A-4A7D-BDA9-F5808FBAC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F194696-5E62-4AE8-B9EF-BF3E1482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212CDA3-5A60-456E-83DF-050C16AE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C4B888C-B274-4373-A1CB-702EB135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0A37D62-7EC9-42A0-AD21-E426EF2D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63FD70C-BCEB-4D76-8E5E-C07FE2F5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7CC511-60B3-4577-B89F-EC5B9DDF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9E95A8B-A345-4DE3-AE61-E8F48D76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181A4AB-DB3C-48CB-9459-CBFBADAC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F6AED28-7180-4E77-B78C-44BD40E0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56F8035-8F0C-4345-A8A0-8C00710C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34A45D2-FEF0-407C-82E7-ADC93A5C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1223957-96ED-4DF4-8147-8DFD0489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F1994E3-A51E-4D64-A3BE-B5DDD7B8E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FF93221-0E59-4EDD-9C99-76709307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C76158E-5CA0-4D26-9BCB-9D308FCE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570483D-7C2E-4451-9DA0-CBD6A0D2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176C73F-A7C7-41DB-B5E4-EA9A0145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CBDB76B-F15A-4739-B730-493C6CACD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4CC7A89-84DF-40FF-9FCE-D43351981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C70CC0E-19DA-4668-AD26-999382C4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9A46060-FE4D-4FBE-80E0-11E595BF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8394EB5-3952-4D33-855E-B03E5959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AB75671-2183-4846-B91B-8B53A3C7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B9AABFC-86DF-4912-8A66-97F05FB6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49C0C29-972F-4667-9E14-9A2A9111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677D366-27F3-4C84-8AC0-94F3D5E1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EF14CF6-67C2-4DFE-A8A4-C934C79B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3F9CAD2-EC53-400F-A21F-CABB5F7C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77C4856-D6C2-4358-954A-9998DB7F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E0309A9-FB8B-4B13-B89B-8A4223AF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7262090-E2D8-4AB8-BBE6-128B6F72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414511E-616F-413A-9378-4D4C281B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307A4B5-8F72-44BB-A5B2-B4A0D9D9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41D8C23-6369-4C05-A759-D77FABD1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4D6CD5F-0BB1-4538-9550-10FB7144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E196F3B-1E5A-46AC-9713-E60200E6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A9BB066-ADAD-4497-9D35-FABA3449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F5669D0-29CF-401D-B845-2883F882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4F65348-2F55-4858-961E-6AC0D558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30A5CEC-86BE-44C5-B5CF-8D27E4B5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AB39914-7E00-4CA4-B58F-72D57F41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A6F452E-70A1-49C7-9E6A-5374AB7E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8044897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8DF1F5E6-70C2-4565-A3D1-8256A397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DC73BB-8790-4447-81D6-ECE35F99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9E41B4-0477-4B9B-8772-F97EAAE0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9376B2-2F2D-43EA-B664-8E8086E8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D4D13E-0C6B-4711-B838-DF2D6940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d066c2e72546e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487767-01D7-4810-82B3-7FC93638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268CB5-D33C-4516-A5E3-ECB12D79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FE8FB3-CB6A-47BA-8C8C-1F6E98CC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646EC5-DDD4-4007-9EA9-5A5B5117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92A522-E352-4A82-8D6D-36D79349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8ABBB4-D1B9-493A-98A0-6EFE3F60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5B89A7-9C7C-48DB-A2B5-5956AEEF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745144-E1B5-47A4-9A80-42B05421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D5F356-2EF9-4266-9091-61CFCBF4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DC63D6-12A8-4C10-9C31-128722B7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06875-17B0-41E1-AA61-7402F7ED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29EF95-4A6B-4562-AB42-BF543B19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D8771A-C284-4101-9256-272A36FA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B35D10-7245-4AE2-BB2B-A0860789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BB1852-8503-494D-882E-939E470DF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43012B-A4BD-4AFB-8C26-5AEB0A9F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2E1038-441A-4C4B-AF37-A11ABD17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FFBB53-2DEA-42C8-BC78-266B61F6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51CB41-F78A-4E77-A698-D36F38C5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D4AAC6-0913-4FD4-BB4B-8E0D7ECE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DAA220-43F6-4F70-B45C-D84D5DCD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EA622F-C05D-41FE-A93B-C20482CA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EFC8F4-0C7B-4E72-87C8-B0CEAE02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57EE3F-D71C-4061-BB94-7843003F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20FFDA-D446-43A4-9644-9E636238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6CB43C-DE15-427C-B80F-C6BCF95B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ECAB44-FEBA-499A-AF1B-A8260A1A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D0D3F3-14F5-402D-96DA-5D444A86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AD1669-6A0A-4DCF-BBB2-892DE68C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93B407-8FFA-4F5A-9742-47907074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B0F87C-8729-49DD-87D3-C1ED3D59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5C29C6F-E3F7-49EC-A22A-B2404DC3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EA01E4-7BDF-4A5B-A24F-EE06DF13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8635B4-5245-43E4-9D03-C78C4569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D5BB28-DEEE-448E-8CA9-AC47F934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D6830E6-1AAD-4DAF-9765-D9E3E32E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C5B8C11-82BF-4B6B-B4D0-B9AF8350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7987366-EFFD-4C90-826B-C5D29F52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77803BA-5C74-42B7-80DC-D5DC1CFF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E188A81-35E4-41A0-9ADA-A9AD6E8D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77C1749-6146-4333-946C-7893BBB8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3796B5F-DD92-4784-A666-226E6400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B6DBAB9-CDB5-4D24-A8C5-C016B641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D4C0EF7-C97B-4223-A8C4-3500D429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7B31D1B-095B-4E4A-BA05-9FE5AD51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F7DEE50-BB4B-4041-B382-434FDF41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A44632C-94C9-46F9-8099-B423E92D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8421870-F901-4D99-A73A-4D600896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39759F5-3527-49E5-B456-ECB52BE1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369DDD7-79DC-4EA3-9DBA-5470DAB9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45CD849-D59B-4132-8C94-4CD057D2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B3B44F-384B-4979-A0C3-48E1CB49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4228004-EC81-4349-8C48-46032B6E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77C4947-EF43-4327-9585-D71F5F9AF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539F27E-088E-4D29-B17A-DA964152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CA66C1E-1FA5-4BBA-874C-5C386B01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D1014F1-662F-4BBF-9857-CA9071C4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239ABCD-2A67-4AF7-931A-607E6D64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6421B3B-08C0-42A0-811C-DE5FEC6B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83D8211-C54C-4252-89EB-F8765BB9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0C73185-1CAB-4F47-8002-E3B3DCCB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FCEC4B9-31ED-44EC-B45D-F65FD544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21BF06B-508D-40DE-9C00-02DA63BF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927B2E3-6DEE-4271-B76E-F925A74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1A3A0EC-F8D5-426D-B8A3-25EF85A8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15B9F35-D264-4217-9CAE-787E10D8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3906383-5CFE-4F33-9B4C-92917C05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2B0ACA6-85DF-4255-816F-782C5657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B241F9A-01BC-466D-BED3-D3FA3FBC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72FC6A5-6873-45E9-953A-5F131E6F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73C49D1-B17E-422E-9FD5-5E033F63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EB3F729-B03F-4F01-B47F-E684F92B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FBEE012-729D-4674-9599-A07EB84B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3F09D0F-4F2B-46C5-8EDC-1E5B6BA3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855506B-9D6D-45F5-9FBA-62C87965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04EF9D6-7E50-4566-B592-93AD7097E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ED15C2E-227B-4FF0-ACCD-7F889A5E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3281B9E-E9D7-4C82-B2A8-E9AA131AC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449196E-5A53-42C6-AD4B-3BD354C2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EBCCD11-7747-45C5-BFEE-02B22AF4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22B283C-514C-452E-96FA-0BA30F83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397AB90-08A2-4442-A6A2-30DB4CFBD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DCD2DF3-E1FF-4D28-90AA-D156EC23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ADA5E23-86FE-409F-A53A-69EF7CB2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589E66E-B2E1-4E6C-A096-C6D80A9C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B62E320-F71D-4DD1-839B-57AC6E7E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98E5383-7D3B-4153-893B-8051C25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128DAAA-3EDE-474A-81CB-6E9173C2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B25B3F1-EC7F-4629-A7D1-F03A5A9F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1832FDB-3FD6-439B-A974-22DA883A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08F6B7C-57D1-435D-B8D5-A32F58D4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C10B2D4-E515-4F21-A8B3-8DC81CB96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81757CD-0234-4BBE-906C-138D9862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794176A-BFFD-4713-A583-7393EC2A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1294110-AB0D-4BB4-B677-12D60ED8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ECA398D-4A6A-4E87-995F-58635BF8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7F78EB6-5CDE-46CC-A002-8EFF27DF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464169E-997E-40BC-95E0-81CA5B97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C5A4959-70E7-4199-A6AA-16070331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1BA2D2C5-3366-41FD-A2B9-D2E09C98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030A36E-0B2D-43F3-BB33-4A8CCD04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66052CA9-78E2-4D08-AEA1-6527CBE1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8858197E-7524-415F-9950-160A3B9E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F9CF1BC-E05B-4E7F-BC4B-17E5460E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65CD4DF1-A633-4F13-843A-5C73D4DF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8493472-35C3-42E3-AEC4-025BDFC2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2019BA5-27DF-4624-B7C2-D66C126E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80D28EA7-B3A7-452C-B94C-0B757A62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C206FC45-EACE-4E0C-80F5-89EF0C37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1A9382A-FBBF-4314-A750-3AD2B393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7FDE43E-AD3F-4C2F-8351-30427277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0173F20-62E3-4446-91C2-7A175986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676629C6-409E-4847-B57F-936241D83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F6C0CB7-8430-43C1-BA29-7622BC67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35CB5E0-F272-4996-A9FD-7DFC7885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B95E4E9-DC4F-4D7E-945A-7EABBDB3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F1690822-820B-404B-87C5-EE39A474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EB44E4B2-0755-4868-A1A4-4FA36911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43DF202-9211-4663-9DC9-55F7CA8E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F0E682F-8B19-4485-B873-9C50F179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76E5136E-DE34-46A4-A5D2-CB53D6E4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AA59B62F-D8D3-40B4-8780-D7F8D119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A539884-8FA4-4E15-84EB-B76341E9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88EF8FE-5232-4A83-86CE-245B180C5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5276F635-20F9-419F-8EEF-6BFA9D49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937AC8AA-AA50-446F-8423-763877A7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9F6B8BD6-2B49-4F57-9020-8BA75594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5E026A38-37D6-4528-AA65-1B7B3650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28117626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7E46E8-28FC-49F5-BF4E-4560B16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498F95-0DB4-47A2-8D77-C93E4A6B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AFEE7A-1560-4DD1-A955-F49886EC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54737A-C75A-4628-8AF7-53EB2F61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775420efc54a3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459496-A54C-43DF-B99D-097E66CB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5FCECC-9BB2-4558-BFD0-CFD71FB5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e1fb26dd0e42f6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1096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2026-08-24T23:20:31.6170000Z</dcterms:created>
  <dcterms:modified xsi:type="dcterms:W3CDTF">2026-08-24T23:20:31.6170000Z</dcterms:modified>
</coreProperties>
</file>