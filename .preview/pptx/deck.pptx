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2b9f2e783e4a3d" /><Relationship Type="http://schemas.openxmlformats.org/officeDocument/2006/relationships/extended-properties" Target="/docProps/app.xml" Id="R8d1a234c21e644ce" /><Relationship Type="http://schemas.openxmlformats.org/officeDocument/2006/relationships/officeDocument" Target="/ppt/presentation.xml" Id="Re3ae3f8e3dc243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5cd68df293421d"/>
  </p:sldMasterIdLst>
  <p:notesMasterIdLst>
    <p:notesMasterId xmlns:r="http://schemas.openxmlformats.org/officeDocument/2006/relationships" r:id="Rfe5760f56d7a495c"/>
  </p:notesMasterIdLst>
  <p:sldIdLst>
    <p:sldId xmlns:r="http://schemas.openxmlformats.org/officeDocument/2006/relationships" id="256" r:id="R46738a3764c64efd"/>
    <p:sldId xmlns:r="http://schemas.openxmlformats.org/officeDocument/2006/relationships" id="257" r:id="R41654e1e104f4c94"/>
    <p:sldId xmlns:r="http://schemas.openxmlformats.org/officeDocument/2006/relationships" id="258" r:id="R4b21d9d7c3174ea0"/>
    <p:sldId xmlns:r="http://schemas.openxmlformats.org/officeDocument/2006/relationships" id="259" r:id="R7c12fb4d669346c2"/>
    <p:sldId xmlns:r="http://schemas.openxmlformats.org/officeDocument/2006/relationships" id="260" r:id="Raa8f793c71474911"/>
    <p:sldId xmlns:r="http://schemas.openxmlformats.org/officeDocument/2006/relationships" id="261" r:id="R8a2f6db40f24494e"/>
    <p:sldId xmlns:r="http://schemas.openxmlformats.org/officeDocument/2006/relationships" id="262" r:id="R6830815a456d4dda"/>
    <p:sldId xmlns:r="http://schemas.openxmlformats.org/officeDocument/2006/relationships" id="263" r:id="Ra61aa8c813d241b6"/>
    <p:sldId xmlns:r="http://schemas.openxmlformats.org/officeDocument/2006/relationships" id="264" r:id="R42960316e6a14569"/>
    <p:sldId xmlns:r="http://schemas.openxmlformats.org/officeDocument/2006/relationships" id="265" r:id="R4149b415ec524922"/>
    <p:sldId xmlns:r="http://schemas.openxmlformats.org/officeDocument/2006/relationships" id="266" r:id="R22e38db36d094bd8"/>
    <p:sldId xmlns:r="http://schemas.openxmlformats.org/officeDocument/2006/relationships" id="267" r:id="Rd424e9156b584a43"/>
    <p:sldId xmlns:r="http://schemas.openxmlformats.org/officeDocument/2006/relationships" id="268" r:id="R52764634065846ed"/>
    <p:sldId xmlns:r="http://schemas.openxmlformats.org/officeDocument/2006/relationships" id="269" r:id="Race3dd0844ea4fa3"/>
    <p:sldId xmlns:r="http://schemas.openxmlformats.org/officeDocument/2006/relationships" id="270" r:id="R2748034507fc4c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894e15e6434292" /><Relationship Type="http://schemas.openxmlformats.org/officeDocument/2006/relationships/slideMaster" Target="/ppt/slideMasters/slideMaster1.xml" Id="R305cd68df293421d" /><Relationship Type="http://schemas.openxmlformats.org/officeDocument/2006/relationships/notesMaster" Target="/ppt/notesMasters/notesMaster1.xml" Id="Rfe5760f56d7a495c" /><Relationship Type="http://schemas.openxmlformats.org/officeDocument/2006/relationships/presProps" Target="/ppt/presProps.xml" Id="Rdbabbef2b2e74688" /><Relationship Type="http://schemas.openxmlformats.org/officeDocument/2006/relationships/tableStyles" Target="/ppt/tableStyles.xml" Id="R724527bdb18c4155" /><Relationship Type="http://schemas.openxmlformats.org/officeDocument/2006/relationships/slide" Target="/ppt/slides/slide1.xml" Id="R46738a3764c64efd" /><Relationship Type="http://schemas.openxmlformats.org/officeDocument/2006/relationships/slide" Target="/ppt/slides/slide2.xml" Id="R41654e1e104f4c94" /><Relationship Type="http://schemas.openxmlformats.org/officeDocument/2006/relationships/slide" Target="/ppt/slides/slide3.xml" Id="R4b21d9d7c3174ea0" /><Relationship Type="http://schemas.openxmlformats.org/officeDocument/2006/relationships/slide" Target="/ppt/slides/slide4.xml" Id="R7c12fb4d669346c2" /><Relationship Type="http://schemas.openxmlformats.org/officeDocument/2006/relationships/slide" Target="/ppt/slides/slide5.xml" Id="Raa8f793c71474911" /><Relationship Type="http://schemas.openxmlformats.org/officeDocument/2006/relationships/slide" Target="/ppt/slides/slide6.xml" Id="R8a2f6db40f24494e" /><Relationship Type="http://schemas.openxmlformats.org/officeDocument/2006/relationships/slide" Target="/ppt/slides/slide7.xml" Id="R6830815a456d4dda" /><Relationship Type="http://schemas.openxmlformats.org/officeDocument/2006/relationships/slide" Target="/ppt/slides/slide8.xml" Id="Ra61aa8c813d241b6" /><Relationship Type="http://schemas.openxmlformats.org/officeDocument/2006/relationships/slide" Target="/ppt/slides/slide9.xml" Id="R42960316e6a14569" /><Relationship Type="http://schemas.openxmlformats.org/officeDocument/2006/relationships/slide" Target="/ppt/slides/slide10.xml" Id="R4149b415ec524922" /><Relationship Type="http://schemas.openxmlformats.org/officeDocument/2006/relationships/slide" Target="/ppt/slides/slide11.xml" Id="R22e38db36d094bd8" /><Relationship Type="http://schemas.openxmlformats.org/officeDocument/2006/relationships/slide" Target="/ppt/slides/slide12.xml" Id="Rd424e9156b584a43" /><Relationship Type="http://schemas.openxmlformats.org/officeDocument/2006/relationships/slide" Target="/ppt/slides/slide13.xml" Id="R52764634065846ed" /><Relationship Type="http://schemas.openxmlformats.org/officeDocument/2006/relationships/slide" Target="/ppt/slides/slide14.xml" Id="Race3dd0844ea4fa3" /><Relationship Type="http://schemas.openxmlformats.org/officeDocument/2006/relationships/slide" Target="/ppt/slides/slide15.xml" Id="R2748034507fc4c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8f72ae168148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7b062ac09f435d" /><Relationship Type="http://schemas.openxmlformats.org/officeDocument/2006/relationships/notesMaster" Target="/ppt/notesMasters/notesMaster1.xml" Id="R051c0518bb2f42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afe3bff9444d13" /><Relationship Type="http://schemas.openxmlformats.org/officeDocument/2006/relationships/notesMaster" Target="/ppt/notesMasters/notesMaster1.xml" Id="R9f380838d2a542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61c09095f64206" /><Relationship Type="http://schemas.openxmlformats.org/officeDocument/2006/relationships/notesMaster" Target="/ppt/notesMasters/notesMaster1.xml" Id="R25e202e09f7946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953a8899bc4041" /><Relationship Type="http://schemas.openxmlformats.org/officeDocument/2006/relationships/notesMaster" Target="/ppt/notesMasters/notesMaster1.xml" Id="R66b19b5f83c94d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e09a97997b472d" /><Relationship Type="http://schemas.openxmlformats.org/officeDocument/2006/relationships/notesMaster" Target="/ppt/notesMasters/notesMaster1.xml" Id="R775c0bf90aba49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17ca0ec9ba44e5" /><Relationship Type="http://schemas.openxmlformats.org/officeDocument/2006/relationships/notesMaster" Target="/ppt/notesMasters/notesMaster1.xml" Id="Rec2baaf89da543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21531de16242ec" /><Relationship Type="http://schemas.openxmlformats.org/officeDocument/2006/relationships/notesMaster" Target="/ppt/notesMasters/notesMaster1.xml" Id="R19f9bd44a8d747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4dd4ca2fcc40a8" /><Relationship Type="http://schemas.openxmlformats.org/officeDocument/2006/relationships/notesMaster" Target="/ppt/notesMasters/notesMaster1.xml" Id="Re6bf5f6c2ef944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64738bb55a4e3d" /><Relationship Type="http://schemas.openxmlformats.org/officeDocument/2006/relationships/notesMaster" Target="/ppt/notesMasters/notesMaster1.xml" Id="Rfbcaf120d0f741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fe5b15288ce442b" /><Relationship Type="http://schemas.openxmlformats.org/officeDocument/2006/relationships/notesMaster" Target="/ppt/notesMasters/notesMaster1.xml" Id="R2630c13d04e644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1b8cb359e414672" /><Relationship Type="http://schemas.openxmlformats.org/officeDocument/2006/relationships/notesMaster" Target="/ppt/notesMasters/notesMaster1.xml" Id="Rf271d264488c45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73766efc1d48ce" /><Relationship Type="http://schemas.openxmlformats.org/officeDocument/2006/relationships/notesMaster" Target="/ppt/notesMasters/notesMaster1.xml" Id="Rec4ffbb12cd34cb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9d75357aebd45f4" /><Relationship Type="http://schemas.openxmlformats.org/officeDocument/2006/relationships/notesMaster" Target="/ppt/notesMasters/notesMaster1.xml" Id="R7eac3f6ccace44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c618d728464e65" /><Relationship Type="http://schemas.openxmlformats.org/officeDocument/2006/relationships/notesMaster" Target="/ppt/notesMasters/notesMaster1.xml" Id="R33fa27bdbd034a1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01141401de4030" /><Relationship Type="http://schemas.openxmlformats.org/officeDocument/2006/relationships/notesMaster" Target="/ppt/notesMasters/notesMaster1.xml" Id="Rfd1d001cc34549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421dca33554b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512a69739e4542" /><Relationship Type="http://schemas.openxmlformats.org/officeDocument/2006/relationships/slideLayout" Target="/ppt/slideLayouts/slideLayout1.xml" Id="R12b2a7900d2d44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b2a7900d2d44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cdcd573bb42e1" /><Relationship Type="http://schemas.openxmlformats.org/officeDocument/2006/relationships/image" Target="/ppt/media/image.png" Id="R33b8aa2e330e4c91" /><Relationship Type="http://schemas.openxmlformats.org/officeDocument/2006/relationships/image" Target="/ppt/media/image2.png" Id="Rca062b482a3f4ab0" /><Relationship Type="http://schemas.openxmlformats.org/officeDocument/2006/relationships/notesSlide" Target="/ppt/notesSlides/notesSlide1.xml" Id="Rf8398127b73741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0388301a14053" /><Relationship Type="http://schemas.openxmlformats.org/officeDocument/2006/relationships/image" Target="/ppt/media/image3.png" Id="Rf1f6d0407afe48e1" /><Relationship Type="http://schemas.openxmlformats.org/officeDocument/2006/relationships/notesSlide" Target="/ppt/notesSlides/notesSlide2.xml" Id="R79fbf38509e14d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76fb8becf484a" /><Relationship Type="http://schemas.openxmlformats.org/officeDocument/2006/relationships/image" Target="/ppt/media/image4.png" Id="Rdaa022ba40ce4846" /><Relationship Type="http://schemas.openxmlformats.org/officeDocument/2006/relationships/image" Target="/ppt/media/image5.png" Id="R7d11996f51424bcf" /><Relationship Type="http://schemas.openxmlformats.org/officeDocument/2006/relationships/image" Target="/ppt/media/image.svg" Id="R5e42d0b021c34cf0" /><Relationship Type="http://schemas.openxmlformats.org/officeDocument/2006/relationships/notesSlide" Target="/ppt/notesSlides/notesSlide3.xml" Id="Rb7189456d4714f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b8f3305e84add" /><Relationship Type="http://schemas.openxmlformats.org/officeDocument/2006/relationships/image" Target="/ppt/media/image6.png" Id="Rbdd2f2c9369c48c0" /><Relationship Type="http://schemas.openxmlformats.org/officeDocument/2006/relationships/image" Target="/ppt/media/image7.png" Id="Rbf33b36913624d33" /><Relationship Type="http://schemas.openxmlformats.org/officeDocument/2006/relationships/image" Target="/ppt/media/image2.svg" Id="R15cb818ef7764664" /><Relationship Type="http://schemas.openxmlformats.org/officeDocument/2006/relationships/notesSlide" Target="/ppt/notesSlides/notesSlide4.xml" Id="Rfd1defb5ff0242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3bcc0392b4f51" /><Relationship Type="http://schemas.openxmlformats.org/officeDocument/2006/relationships/image" Target="/ppt/media/image8.png" Id="Rfb85fdcb73244ea5" /><Relationship Type="http://schemas.openxmlformats.org/officeDocument/2006/relationships/image" Target="/ppt/media/image9.png" Id="R9b5fc80d44214c5b" /><Relationship Type="http://schemas.openxmlformats.org/officeDocument/2006/relationships/image" Target="/ppt/media/image3.svg" Id="R5183318d6993412c" /><Relationship Type="http://schemas.openxmlformats.org/officeDocument/2006/relationships/notesSlide" Target="/ppt/notesSlides/notesSlide5.xml" Id="Rec7f0670c41b4f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7fc40d3804ed2" /><Relationship Type="http://schemas.openxmlformats.org/officeDocument/2006/relationships/image" Target="/ppt/media/image10.png" Id="R3be230e21cc74b92" /><Relationship Type="http://schemas.openxmlformats.org/officeDocument/2006/relationships/image" Target="/ppt/media/image11.png" Id="R9cfc65a2c5034b61" /><Relationship Type="http://schemas.openxmlformats.org/officeDocument/2006/relationships/image" Target="/ppt/media/image4.svg" Id="Rfc1c4c8237474d36" /><Relationship Type="http://schemas.openxmlformats.org/officeDocument/2006/relationships/notesSlide" Target="/ppt/notesSlides/notesSlide6.xml" Id="Rfd71154ec10243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171cddbec4ee5" /><Relationship Type="http://schemas.openxmlformats.org/officeDocument/2006/relationships/image" Target="/ppt/media/image12.png" Id="Rae8972c0430149a7" /><Relationship Type="http://schemas.openxmlformats.org/officeDocument/2006/relationships/image" Target="/ppt/media/image13.png" Id="Re66bab7b5ea04ede" /><Relationship Type="http://schemas.openxmlformats.org/officeDocument/2006/relationships/image" Target="/ppt/media/image5.svg" Id="Rb5bad8339a9d42a6" /><Relationship Type="http://schemas.openxmlformats.org/officeDocument/2006/relationships/notesSlide" Target="/ppt/notesSlides/notesSlide7.xml" Id="R15799801eb2b45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3b54fc4d34dff" /><Relationship Type="http://schemas.openxmlformats.org/officeDocument/2006/relationships/image" Target="/ppt/media/image14.png" Id="Ra731ca5a4dcb4b3d" /><Relationship Type="http://schemas.openxmlformats.org/officeDocument/2006/relationships/image" Target="/ppt/media/image15.png" Id="Rf26044a01a2d4d8a" /><Relationship Type="http://schemas.openxmlformats.org/officeDocument/2006/relationships/image" Target="/ppt/media/image6.svg" Id="Rbbb10179c8f349a4" /><Relationship Type="http://schemas.openxmlformats.org/officeDocument/2006/relationships/notesSlide" Target="/ppt/notesSlides/notesSlide8.xml" Id="R5c6a68fb460e44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d2b85bebf4ec2" /><Relationship Type="http://schemas.openxmlformats.org/officeDocument/2006/relationships/image" Target="/ppt/media/image16.png" Id="R6624beb353b8434a" /><Relationship Type="http://schemas.openxmlformats.org/officeDocument/2006/relationships/notesSlide" Target="/ppt/notesSlides/notesSlide9.xml" Id="R7fe80fce992a4b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07fd6c74143c0" /><Relationship Type="http://schemas.openxmlformats.org/officeDocument/2006/relationships/image" Target="/ppt/media/image17.png" Id="Raf8797790efd4740" /><Relationship Type="http://schemas.openxmlformats.org/officeDocument/2006/relationships/notesSlide" Target="/ppt/notesSlides/notesSlide10.xml" Id="R735534940e204e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d16fefca84f1f" /><Relationship Type="http://schemas.openxmlformats.org/officeDocument/2006/relationships/image" Target="/ppt/media/image18.png" Id="R13e5dc162ed84a2f" /><Relationship Type="http://schemas.openxmlformats.org/officeDocument/2006/relationships/notesSlide" Target="/ppt/notesSlides/notesSlide11.xml" Id="Rcb2057c479d74a3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b6261c5ef4b76" /><Relationship Type="http://schemas.openxmlformats.org/officeDocument/2006/relationships/image" Target="/ppt/media/image19.png" Id="R3f455ff606ef4858" /><Relationship Type="http://schemas.openxmlformats.org/officeDocument/2006/relationships/notesSlide" Target="/ppt/notesSlides/notesSlide12.xml" Id="Rb9abd99b3f6c42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10268b0d54f83" /><Relationship Type="http://schemas.openxmlformats.org/officeDocument/2006/relationships/image" Target="/ppt/media/image20.png" Id="R81179e45ca494e3c" /><Relationship Type="http://schemas.openxmlformats.org/officeDocument/2006/relationships/notesSlide" Target="/ppt/notesSlides/notesSlide13.xml" Id="R31e0d0da92fe426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ee29bb50f46cd" /><Relationship Type="http://schemas.openxmlformats.org/officeDocument/2006/relationships/image" Target="/ppt/media/image21.png" Id="R332e8afc8da24aed" /><Relationship Type="http://schemas.openxmlformats.org/officeDocument/2006/relationships/notesSlide" Target="/ppt/notesSlides/notesSlide14.xml" Id="Rdf3e96691aa248f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818e3e0ca4c6a" /><Relationship Type="http://schemas.openxmlformats.org/officeDocument/2006/relationships/image" Target="/ppt/media/image22.png" Id="R269b321973ce451a" /><Relationship Type="http://schemas.openxmlformats.org/officeDocument/2006/relationships/image" Target="/ppt/media/image23.png" Id="Rbf8f6eb0c4f24979" /><Relationship Type="http://schemas.openxmlformats.org/officeDocument/2006/relationships/notesSlide" Target="/ppt/notesSlides/notesSlide15.xml" Id="Ra97ee33329a74a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8D7064-0028-4A68-8151-D9024548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EA26B-A982-4C79-A078-B3CE2A54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346D1B-DF64-44DD-A4A8-49CBC401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b8aa2e330e4c9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9E6C1-A779-4641-98C2-1597B385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1CC57-2676-4F6F-BACF-CAC60A9D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62b482a3f4ab0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D1C7C-F5A4-4B97-9FA1-FD983985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9CABE0-151F-4591-911B-FD237E8C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50463-409E-4EB5-84B6-BF38C217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70FDC-1324-445D-A634-E09DE455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946DD-F7B9-4B68-B3BC-39B679AD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18F73C-DB45-4252-9640-2719116E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95A73-6279-4488-8F4A-687B1AE2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211395-81EF-49A0-AA0C-89F4E2F1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B9B32-8811-4DD3-97E0-4A27169A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594426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6EFFD4-D2ED-41F2-8ADF-BA51F666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B3C7F-CBDF-4909-99E9-9FF876F4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7D2D0-74B8-48C5-9926-B8B5DCE6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BEFB50-F31F-4349-89F7-FE2B691C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E563F-77B2-43E3-B7B4-42DDB0C9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f6d0407afe48e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98917-7A71-4F2F-87DE-D3EFB7CA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C42599-4324-4588-8D79-B0457E1C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865743-279C-403F-93D7-5A81FCF3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24063B-B0B2-42E9-8162-29516C28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BDA629-1FC7-475A-B802-94531E20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D2D69-5B28-4B92-ACE6-5C789C98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320434-7A43-4748-BEA4-D44A8E31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C0F0A6-E4EB-4CB7-8970-3EEE0126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9ABEB2-20CC-49EA-B0CE-5BCBBD0F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C7566-7B05-4EA5-A9F7-D0DCED5C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BEBB0A-03EB-436E-8C89-305ABFCD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E50376-5E13-440C-B092-8A32DBEE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268302-A8A2-42AF-8233-B0016C33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61EC53-8D43-42A5-9A22-9BEAB5FA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3CF21E-4111-484D-8FAD-4989130E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4F6FBE-6AC9-4839-9F99-AD9C4481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0C6C0B-6485-4AFE-9898-DD025B1B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B0B0FF-6237-4B00-8988-4CCDE1C2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1F75D7-FCBF-4075-A0DC-119E8621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F850AC-026A-4E4E-B31E-08AEEC13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06E12F-1E71-4FF6-8638-A3E19084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6A6B55-04DA-4FE0-95B4-8E93A617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D750FA-733D-47B7-A46C-6EFD28F4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D4D861-4B59-467F-8DD6-214A3346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D5869F-664C-44E1-9803-E2D485ED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F60133-6551-42BF-823D-D8C68AF1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BF0E2B-B332-45A0-B2AA-87EADCCE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456250-17D2-40D1-9583-E52E64B1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300D71-F818-4B63-9354-7DB20533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9AF89C-8019-47C5-BFBC-C56A4654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EDF886-578A-4B35-BD54-8F031114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9EEA52-287A-4CF9-8347-DCF8C709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318B12D-08BB-4272-9B6C-6593024C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CCEDC9-1F9C-4BFE-A057-4F9174D5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6276A3-A539-4F99-BB30-59E34126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9364515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D3FB01C-E566-410E-A180-39A091F8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3D7EA-0C37-4F5C-B80E-97E4D350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2EEA5-2A07-4EA4-B7F6-4DD61BAF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0259E-A6BD-4C95-B498-CC25CBBF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E8817-03AF-4374-98C2-2BFEBDAD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022ba40ce484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64F2E2-35D6-4D75-9408-8B4ABC4B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5D4FA9-A644-4C07-9262-53549F06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06B84-1032-4459-A324-551A9868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E94DF-C8A3-4F01-8517-F8C9CEE5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FED6B-9583-474D-839D-D5DB8F48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12B4E-987C-43AA-A054-A0BD1894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21295-82DB-4CB8-AF55-929611CC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CDEFF2-CACD-4703-B521-8346DCCC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3A40D-5BA2-412C-BF61-74C12141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561C27-DE42-44BD-8336-68FB4D15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79D26D-EAF6-4B45-8BE6-D082A8B9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98231F-ACC2-4850-8C3F-EE24A3E9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7D2123-E8EF-44D8-98B5-B2010CB6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547984-7C0B-4482-A73D-73BB1137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86BD80-0B8B-4E62-9342-A0352837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8956BD-FF0E-4A08-8E00-F6FB3C26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777F9B-379E-45CF-AF7E-FCEEB375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3B50F4-993B-48C9-9C0D-172841E0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E64DB7-CCE2-4CB4-B0D7-0433FAA9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F3E947-847B-4A7D-AE58-218583F7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24BAF2-EB2F-406A-82E1-B32C5BC9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4D7C2E-DBAB-4514-9893-4CDF177C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522B79-FCEC-4CEB-A098-F99CAAE6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64B2D9-6B88-4C11-B3A3-FB2B0C46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8D821-E179-4DB1-9D3C-53EA085B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D9BE06-B842-47FD-A6F5-39F46CC4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C91777-9F8D-4E78-BC1F-D1E6E6D5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47AA01-3559-49A9-8490-A5E8972C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0402F6-373E-40A4-84EA-046D3765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A643C7-E665-40D5-8FF9-C80C346E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A6B85C-04D8-430F-8DA4-32476319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1996f51424bcf">
            <a:extLst>
              <a:ext uri="{96DAC541-7B7A-43D3-8B79-37D633B846F1}">
                <asvg:svgBlip xmlns:asvg="http://schemas.microsoft.com/office/drawing/2016/SVG/main" r:embed="R5e42d0b021c34c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74BFA7B-ED55-42E8-90BE-97C1D16E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A66699-3EC3-46E5-99FE-7197FAEC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A6F383-9122-481F-906F-CA2DB030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1D223A-CE8A-4B84-A947-F1ECF2B4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55DC53-B4C1-4C63-A617-74E00F8F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782DD9-C35D-4FC0-839A-EB5B768E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769BCE-63ED-415D-95C0-6C5336EB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ABB086-929D-4947-BA31-1328C123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33335DF-ADE1-4F05-A61B-BE737459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E44D6C3-4FAE-46E1-8944-EDF304DA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102941D-4065-4C3A-99B3-6081B740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AB2D6C4-2F27-47B0-AEFE-155A558F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0CF1762-597F-412E-9F1C-ECF930CA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487D256-505A-4841-8BDF-9FD90F8E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8FAF62-4199-4EFA-B6CB-0A0A7B63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E9C2629-80D9-4B78-A1A0-CBF14F0B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9F8457C-F88C-4A73-B88D-F39057D8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5222D57-A52C-48ED-986C-1DCA2FE5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E40574-2888-48FC-8688-A19D387D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22B1E78-664E-4596-A56A-7DD93E9D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55ED34-FC55-4FB6-A7A4-66B894DA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6B7CDBA-C7A3-4506-82DD-1D06332C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F44A71D-DCC2-4F4A-B5C3-030A016D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CC288EB-37CC-4711-8A5D-24AF271A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79FCA5-4787-4D3D-B227-25BDF759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47CEA02-F5A5-4483-B0D1-3228EBCC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A6E2D21-AA63-4A48-A730-B8DF5457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9FBD382-A90F-4311-B003-F0F632D4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FC5B656-EACC-4E9B-BB56-EC76CEB4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8FB9069-307B-4154-B35A-E2BBBC12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B562296-79D3-4A95-9FAE-C8A6E2A4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0941EFD-E266-4731-A438-5C3DD43C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085C621-8CF0-499E-9622-FEEF6037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FFBC7F2-F573-4ED4-BAB4-954CD010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3CC0CA1-D137-40A5-8EA1-1E6DA52E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DD6D785-FEB6-4706-B2F8-42A3946E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C301BC0-C710-41A4-AC46-E3E7DBDA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4481444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A2EAA7-0173-4149-8F9D-A1903BB3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F392B-63A8-458A-AA25-C9021D36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B4F2E-40C9-408A-BC6A-F054E686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D32E3A-827E-455B-AB6E-E4051696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BE4DB-F9FE-4E4B-883D-8B4D9367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d2f2c9369c48c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715AB-2BF2-4BDD-AC8F-9B7BBAFC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A6164-AD1E-4BD6-A6BE-0ABE1000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D1C5D-685A-4B7E-A057-22AA0FC8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922E2-E776-4E4B-85EC-ACEAEC5B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A4597F-2834-4DA9-9906-8546F2F5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3b36913624d33">
            <a:extLst>
              <a:ext uri="{96DAC541-7B7A-43D3-8B79-37D633B846F1}">
                <asvg:svgBlip xmlns:asvg="http://schemas.microsoft.com/office/drawing/2016/SVG/main" r:embed="R15cb818ef77646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DB22B-14EE-43C3-9A54-B74FFAFF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23846B-210E-4AFF-A3B5-68987838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66846-0F4D-4BF0-B859-0994BF27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FA1CC9-7363-4747-B38E-EF46FABA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88A484-70E1-423A-8CAE-D5A82B6C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8C81E0-612C-4533-93A5-AC2AEB39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7B28DF-E765-4C5B-AB86-3F8FC21B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16D15-16F6-481C-B58E-8AA75941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6732E-B714-4F9B-9A9C-563E834C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FA5884-DB72-4983-BBC2-421CB6E2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A2231E-8693-4C23-B395-D977C024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BB082F-5697-4EFE-BE25-5F84CB7C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02784C-46EE-4192-B276-E01E876B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20B309-67C4-4DC9-9C3A-AAEEE3E5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A9F7DA-FA0F-4FCA-B87E-1DB42EB9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FB2C3A-1860-4DF5-9FE1-1FCFD551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7EFC2F-53E6-40A1-AB9D-B0FD1E8B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3101362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E8B17D-4F1C-4BF5-8C47-A452642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BD4C0-4BE0-4A16-8570-F85E0628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1BFB2-F4E9-4B04-819B-935D2C4B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9D964-CEF1-47E7-8FFC-D50D83C1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7F1CE6-C005-4FCF-B1C2-D1DC9FB5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85fdcb73244ea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554ED-78D0-43FA-B762-C96D599D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0C35E8-7C11-4AF7-A41D-9F04AD23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2D5F26-40EF-4229-89F9-28B6C9C1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F6BCFC-4470-4387-B91F-646B0441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ADC15-4AFC-4D5F-94C3-232F979A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5fc80d44214c5b">
            <a:extLst>
              <a:ext uri="{96DAC541-7B7A-43D3-8B79-37D633B846F1}">
                <asvg:svgBlip xmlns:asvg="http://schemas.microsoft.com/office/drawing/2016/SVG/main" r:embed="R5183318d699341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30F94-3A63-442C-9EB1-F8366F63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03EBDF-29B7-43B4-81F2-8FFEE0A0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822731-F7D6-4D29-81D3-85C82870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FA227-9237-4B43-BA42-3EE583A6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1EBFF-9A08-4D6A-BD28-FB79708F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BB288A-BF95-4BCC-862B-01365C83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6E40FE-77B9-42C9-981F-DA0CA385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7FDB42-D5FE-4466-ABA6-0793CC8A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551E9-AF74-42A0-A2FF-60BD5736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325834-E01A-4AA6-A7E9-5274CA7A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583D63-4DE6-47F4-A29D-0A5B224E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C3AD7E-928A-43DE-83D4-9F24F00B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086254-C95F-4C20-95A1-51EC9D77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3D4A12-B349-4FEF-82FD-C50B5ACF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CD4F5C-AEBB-421D-B1F9-06F409C7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39A45F-119A-4C09-BF2D-B54F3A85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949F6C-105D-49E6-BBB5-32904A22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D07AB9-9EE5-4EDD-AF4D-BA74B21F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54E006-920F-41D3-AAB6-9AD09433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94F28E-A269-40FC-A92F-089A0138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2950263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B0B467-80BF-4A47-8037-856EB728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C412E-8279-4A94-892D-976C1522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EBE3AE-8C9A-4584-9863-645E8579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C19BD-683D-4566-BD27-C176E84F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A6D34-7EB9-4B9C-A830-078C7258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230e21cc74b9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1013B1-AE6F-4612-9BC8-9B5669A4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34421-DFB5-4BF7-A2F1-4EF392D8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76A8E-6397-46AB-9011-D192E3BF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DCC3-1A9D-4652-B662-BF715A13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D4E51-5B6F-4F8E-9FE1-61495078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c65a2c5034b61">
            <a:extLst>
              <a:ext uri="{96DAC541-7B7A-43D3-8B79-37D633B846F1}">
                <asvg:svgBlip xmlns:asvg="http://schemas.microsoft.com/office/drawing/2016/SVG/main" r:embed="Rfc1c4c8237474d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065434-879D-40F1-AA2C-E63B66B6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7CE9F-E4F7-4D0C-A695-0A374331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1A0082-1363-4D35-9ECD-19911B3E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8757B-FBA2-411A-8E05-A23467B2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7AA1F5-DA5E-45A3-A53D-486718D8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955616-48CD-48CC-9E01-871A7B0B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52BFEE-DFB5-412C-90D9-A92CC5B6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0F5030-4E6D-468F-AA4C-8C36B8D3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BE47D3-D652-4824-B2C6-653BBC76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148689-F1FD-4869-87A1-23DC0740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167A30-BD1F-42F3-B247-315D9FD4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35B3A4-8CC8-424D-B5FD-44FF64A0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D3648C-B228-4E29-A627-00C19165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E82F20-C8C2-4FF0-ACA7-5A05D7F9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8830906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DC4A36-7A4D-4F85-BEC0-73A613DB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161570-0398-4765-AE4D-CE109A0C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E8F8D3-37C7-4D98-B827-8B7A7FEF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374953-E305-467C-B579-3BE80B99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7619C-11EC-479D-AE6F-A8C83E9D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972c0430149a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CADAF-5C18-4BC7-B16B-C9C6C96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C13EE7-0D68-4A65-9015-68D66CC8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E1BE1-7EB3-4847-B160-6B4E8D7C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5CFF5-910A-43BF-BB57-CC6821EE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BBFF0-1A88-4572-86AE-71743868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bab7b5ea04ede">
            <a:extLst>
              <a:ext uri="{96DAC541-7B7A-43D3-8B79-37D633B846F1}">
                <asvg:svgBlip xmlns:asvg="http://schemas.microsoft.com/office/drawing/2016/SVG/main" r:embed="Rb5bad8339a9d42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C9A715-41B0-4EF6-92CE-ED1AB238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86B5CB-B0C0-4BB6-A23B-DEF8D7A7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180779-A65D-4ECE-9A2E-E816504B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21F542-1A5F-4226-AA3D-A92B4EFD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E8935E-F132-4F36-A399-9298FFFD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E75633-AE75-41FA-9D53-D7FA8AB7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A813CF-66F3-44A4-80F9-A84E0824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8D7C22-7D70-4C30-8E48-21BACBA7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50125C-876F-4D93-9E0D-32B0D058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8BA23F-0728-4917-B5EF-2E671978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F60ACF-FA8C-4C1E-BFB3-F50BA1AF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DF3930-5116-4C67-AF1C-A73BF77F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95B4F6-4E5C-4CA5-A05E-866084A8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902683-F983-417D-B77B-AFED5B98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4331551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F3CD5C-8965-44B6-8ACF-B04C8027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A6BD1-A9D4-4584-884C-3AF76944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5CF034-0A0F-49DD-B1F5-05B84D36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917DA-4B3C-4140-B7F9-83BAB56A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4D687-5251-4D61-B3BB-CAE84FA7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1ca5a4dcb4b3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02F7E5-A142-4FEA-825F-11DC90A8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012AE-1A99-45B2-B74A-C7ECC553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14052-0C1D-4F45-BCD0-E5735088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B3033-688C-4516-9C77-5FE07A6E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A0B3C-22D4-498C-8EAA-C21A6900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044a01a2d4d8a">
            <a:extLst>
              <a:ext uri="{96DAC541-7B7A-43D3-8B79-37D633B846F1}">
                <asvg:svgBlip xmlns:asvg="http://schemas.microsoft.com/office/drawing/2016/SVG/main" r:embed="Rbbb10179c8f349a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35D50D-65F2-414B-8D57-6E6753BC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556031-F5F3-40AA-8640-8A492D94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52BCA4-E384-4368-A6BE-8C6AE022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F68A31-6B3F-472F-89F8-AB6F73F8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AC71B8-4C93-4BF5-8937-0DCA588D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F44BB8-4B06-47D2-8CC3-355B9542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81A6DA-70C6-4971-88DE-B3BC8074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BB6AAB-4196-4C10-BD68-95E83926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16B89E-AA76-42C1-BFB7-C4F8724E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7F4F15-6BAA-47A2-9C6D-B91E955B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200C58-0F9D-481D-9E08-3CBA1D69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BB34F7-53E5-45A8-BD5D-49F37E55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F48BD3-EB0E-4BE9-B855-765A133A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520492-9EF7-4540-9816-2AB03CA7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7E5AEB-1366-4289-A0EB-3664A746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C8AC84-4E95-4992-8CFF-BE1910D9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037161-B9AA-4A44-87F5-7F4EB5E7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DC8B52-2F38-4347-B9A4-0189E40D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AAEEE2-99C3-4A2D-A3D9-DE857874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67F4C1-9F68-479E-BD3C-30850C26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173BC0-3FDA-4AF0-9D82-5FA1D27F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681CB5-BD82-461D-BC99-2DEEBEB5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4161848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B8C51FF-C635-4DC8-B3EF-90D03D5A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B5504-E82D-48DE-B6C5-166535F3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B68E77-FD2C-4C4D-AF69-2F9DFC7A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1CC33-9CE8-4A88-B8F8-274EAC8D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7094A-0E76-44B4-83D8-54294E8F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4beb353b8434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3231AE-0B6D-4F85-BB39-60924553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DC2AA-9B1C-47D2-9848-49D9F5F9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2454A-EA3A-47A7-AA26-713068F8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7ABC6-5AB7-4F72-B62B-3ED792EF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6D0D34-8883-4EDC-9C5E-DAD8C576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D8DCB5-ACB7-48A2-BD4D-8E5BC96A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E1191-D4EE-4094-B42C-BF32991D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823A4-7FFF-4FCF-AFD6-42C5E603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3D16D2-6364-492C-A323-B0360A93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C9368-18EA-4CA3-A5AB-302A9801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54B813-0C87-4636-B5AB-D36D8FAE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995BA0-8CE8-4173-8648-EA7098BD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0DD722-B97A-4B3F-9FD8-01C35370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3D82E7-49EC-4D37-AA98-30E01E59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ACBB76-1803-4907-A1D3-755D9CB7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C08FAA-786F-4F20-9BFA-07668D4B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09F574-79F2-4F90-9A34-E72D34F8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4403DE-9DA7-460F-B3D9-B4240127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908781-9EE9-4599-8878-460772B4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A3C5EF-26C9-412C-8ECE-176BD2AC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6A3C5D-86CE-4495-BEEE-D1D2F57A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556F3D-5223-44EC-91A6-353ACB21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C799CB-1679-496B-A228-A20C3C6A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9EF0FC-F376-48F8-A7FF-70D6D0EE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FCEDAC-5BF3-400A-8FD7-40E17F56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B0C19E-087E-4F84-9212-3F88EC3A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14EE0A-83FA-412A-8C4D-6B7044B2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C205DF-542C-4100-B10A-05F91C8F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5ACDC5-D49B-4B04-9694-B5E47D71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C064DE-3083-4A92-8606-997D0C2F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FA97BC-FF67-4582-A18A-1C75580C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051B6B-E0D8-4F58-B221-ACCEDBB4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C4743C-0629-496E-8FE8-C38D1675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46D8C0-F284-4111-A161-D510E9E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000067-D4DC-42D3-9544-F7CC80A8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2A1190-0FF9-4096-A718-23BFA1FF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E35E02-9DF7-4D60-893C-128EB847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378A94-1EE0-49B5-A889-0F72B430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3A56C8-0056-44B9-A9F8-52F9171B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19543C-6752-4A9A-9460-EC7F519C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F0A731-03F6-4597-9975-68FD5275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E40FCC-7134-4324-89BA-35148B84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D35D31-C5F3-40F6-9DF7-BE0EE80C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C0AFDB-DD58-4128-9A48-D7B61219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837FC30-61FA-45C9-A72A-E128CDA4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85FF607-71BE-4B3E-A51B-508FD5F3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B9BC569-9547-4C15-B3A0-425F9073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EC3F32C-CDEF-4334-8533-55A1A2B2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C51168-A2A5-4227-A013-A9DF7D52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F87023F-3FC9-4C67-9490-77FC2F6A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3A3361-BD8D-48E6-81F4-09EB2585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B88B2CD-91A2-4AF6-8791-7B3EDA85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AD2A02-B1F4-4836-8F30-B81DFF84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9135E59-96AB-4F6F-8688-E242225F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E2896D9-C928-4E8D-9AB4-785780CE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849140F-5967-4D6F-8EDA-B5119C66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80791E1-0C6D-459A-8CA0-3959C243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13F31D4-05D2-4D26-9D03-2EAA2764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5BDB02A-F53A-4E8F-8752-46BFC817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05F57AB-6338-4CC8-9D63-D18946B4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AD19719-C8B3-491F-A7F3-C10373F1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5C68382-5525-430F-8454-E17537A8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B2D4952-13D6-4D0F-B170-D272BEE7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BE9BB5C-F009-4D95-9C87-731104B5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A2DED34-DFAB-4D3C-A935-355057AB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AE8DD5A-D86A-480F-A8DD-8D32CAC6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30A36FE-708D-46A2-A717-CF6C6700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D777702-1065-423F-A612-BCF3F8C2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D81AEAD-CD2A-4698-97FF-90F3EA22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CD432E3-7A84-40D1-B255-C26E8D2A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3001062-FDCE-4B17-9DC8-C66EEA6D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22728DE-AAA2-4DE1-B131-4BBA66B0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A10EBCF-0792-4492-8766-5FC825C9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473AB31-5F63-4532-A70D-831F5A1C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CC1928B-04BB-4E9F-B0C2-21D0CF6F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A17DC58-D742-4B05-9ED4-DAB76154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BD875D9-EF3D-4AE0-92E9-C9DDECB4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E0A2518-9898-48E4-97EA-5E6A151C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AB91DE6-E7B8-4401-BFB3-5F66475E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B95CCAB-C8FE-4493-BA98-977BC9C4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B85B27D-D2CD-4EAA-AD22-C8766353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B372CA9-2350-4C25-938C-765A6301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C60DE6F-DED4-4213-B3CD-7748DBCE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9763C30-40B6-47E4-8DEB-C6619782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350FB3D-3D7E-496C-B359-A3F31CD1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AE49077-DE7F-45A5-A748-88062682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552189C-3793-4B93-876D-DF7A86D6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07E33A3-5A04-4DBD-9BB8-A1A9527F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68463B8-AAE3-4A83-8E24-37369840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839BE41-DB30-4911-BC9D-FCF9F73B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177507F-944D-4A2F-812B-758AEED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F6818DE-44B2-46FE-B54D-F9ADA21D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4E357AD-04FC-401A-947E-F8B5618A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1A56418-7230-418E-B47B-E5E57E0A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3486D51-3414-42C2-A074-9707D0D7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0626447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FF449DC-756E-4768-815A-4FD5DC8E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4C137-E9DA-43EE-837C-21CD99E8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FD2EF-D60C-4B30-B030-E87D7936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3C198-48D5-44DD-8D8F-9C40B4D9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DBC32-6F1B-404C-A815-8A65229B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8797790efd474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0DE496-98EC-439E-963D-48033DDA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27C9E-52AF-4EF5-9BA1-1715F2D0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5FD4D-0244-45B2-BE16-49E2AC29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354DAB-F41D-4D7A-85A4-303A8AA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7B9610-2809-4A58-BA9D-0C0455D3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0F775D-0569-4518-B56B-0F7B4358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6FE6D-6393-4D0E-9074-8A4A2021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C006B-BDE4-4FA9-B55D-90AD5A8E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99FD43-0F69-4632-859E-EAEA4D04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7AAE74-A056-4152-828C-3C546882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AC199-7494-4A4B-963E-81C95BF5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97368E-3611-4CFB-A747-2F8443BE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6AFB9A-4FB1-4722-B08D-8BEBABC4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E6B39C-7C32-444D-AEBC-3AC68FEE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924D5B-BEA4-4AA6-834F-4199F1E3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999FAB-458E-4B4A-BADF-1811187E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0E230A-1E9C-412A-9ED6-57F6AC07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A50B7-57CC-4C6D-982B-85AE60B8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FD7254-8FB8-412B-96B6-EF256384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AC73A0-8CC2-4849-9486-1B8DB270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3D6C2F-3976-44BB-98CD-5D7AC983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489E91-7814-4B31-8B4D-EEB2497C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C89C2C-BC37-40B1-87B7-64FB9A82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084F65-17DE-4DA3-9A12-D754EE41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548D17-30AF-440B-AF61-6FC91469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0B6359-4761-4EA9-B23A-98098BFC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939AAD-F3F7-4404-80C8-4C047C6E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817C21-6CB5-4DC3-93C2-ED6C050F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F5D6B1-1AE5-4D89-9D23-4945A928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B25FF7E-3DA6-4C70-9D72-6EA3847B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34B92B-D902-40F7-8744-FA3ABD22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E92FF5-932D-47A1-93FA-2ADC1775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D86390-5BC0-4610-8A25-498F8F50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0E4ACD-63FC-4EAA-B271-E5E8D0DF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E71C74-8D3C-4A74-A2F4-1461A013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C91A45-ACED-4946-824C-53F90363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901DCE-E945-4CB1-BED9-276D059F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A9CE8D-8B60-4D96-812B-FB5ED78F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68CFE7-4D7D-4773-A273-7A5D2C8C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F6A8D7-2DBE-4FB3-BF9A-9F339CE4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094EE5-3489-40CC-ADED-8CA65882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6F23D3-B525-4AEB-AB04-3A9B6134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F732B48-2020-4E22-968C-28D3D5DF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9CCB6A-BCA3-4C9B-BDF8-5CCE7B23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0C6EAB-D853-4900-86D9-3224674C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A9500B3-2173-4F38-A6F2-7BADE2F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77FA4B-AC19-4831-9B81-5AC53547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BD4C7F6-EFB8-44E3-ADAC-869272A8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473F33-9E5B-4288-9E24-B7570B2E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FA54B7D-A5A3-4788-B31C-BE87B94C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0F8A76-5A86-4930-836C-89C22285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98CB1FE-519A-4FB4-BE2F-CFF3E724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50B1D04-676B-4CA1-84E7-65143495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CC0FAD9-0572-4566-ABF9-33B784E2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DF5F2D0-A6F2-497C-9F50-40DD3DC5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2314A72-5629-4261-9ADF-52ED6FD7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9391519-430A-4C65-B895-4D495388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1C88EF5-3D3A-4247-8414-733DC256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72442C2-89C3-4578-8F44-C11B9D6D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35D78BE-2464-43C7-B127-D184CB7A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0912FFD-0C2A-4A7F-9BBF-091D3FFF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0439B3A-B3CC-44A3-8A70-D77C0D1E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C805E3-50F6-43D5-BDA0-DE2115FE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79D313C-9A93-4017-8A90-C794B95D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A3CB1A5-13A5-445A-B89B-2F772B61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7858D6E-BF88-492B-AEC0-37F47FEA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133F8B9-1C07-44C9-8A4C-5A8C41D8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BA8BA80-9696-48A5-A89E-A2290D32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B7FACB-1647-4790-B869-AA229C19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D69BA0D-1F14-4496-9A1E-0768F258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951251C-5AAB-4E9B-9B2A-51EDA862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45C1659-887D-42B0-BABD-F93486CD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0FBB2ED-AD0C-4048-B824-00EB5970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E87FB1-5FE8-493E-966E-6F26895E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A26565A-B830-4D25-9FDA-641484B2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C016493-6B09-48E1-B52C-7FA4C39A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23B9180-A45E-4AC9-B533-2B592DEE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0B93E89-6EB2-4F28-845C-374140B4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553BA6B-1726-4E15-9C7E-310950F0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642D433-8B30-401D-93D2-940EAB38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C0001FC-4A55-41DA-B1A4-7F7B03B0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11D05DE-C54A-4CDF-B04A-F8394E00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9C9B022-51A7-4A2B-AC33-EB22C25C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0AB4F5D-89DB-439E-AC7A-9ACE00EB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91C343D-7BAD-490D-AC7D-1F94992F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62FAB0A-0A01-4866-9FE1-D7E2A997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BA4E3A9-B778-4D8E-8A77-4F0B9B70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8C30DAE-8F8B-41EF-997A-D5DD56E9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A5E9603-95C9-4D2C-91B9-0E2F79D1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88DE414-CD95-49C7-9CBF-0CE43685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5ED4DF8-4E2F-4034-9623-7D2B57AA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39EE24D-10EC-4217-8719-59356BE4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B947CF4-4617-45D5-9862-013CB7CA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D1D6403-8B64-48DE-870A-BA4A9F07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938D5E5-5925-4A1A-A5BF-5DFD35EE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0CE05CC-3DA9-46B4-ABF2-3732750E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4518991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A47D754-68FE-423A-B759-371F42E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429BC-1D35-46B5-9EDA-61EBB411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CE1E4-F135-43C7-92EF-83A0E023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DA557-D3F6-4459-BBEC-41C4AE2A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BF90C-1011-4DEE-A769-7FC87E35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e5dc162ed84a2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CD3BB5-43DB-40F2-854B-2EEA6BF3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38594-1C5F-4BE2-BC1A-2A055DE2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AAB96-327B-4FBA-AAB7-42FC7995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B595B-8E3E-4934-B788-24F69E73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1924D-5184-43B0-9899-6C64FE3B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46BA93-23AC-4395-8CE0-89E18F62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21D3E-6166-4D98-93BE-F8F78AC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E9DC3D-000A-416A-B897-30A2EEA6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826B1F-3E9F-4F6B-8C97-B18BAABE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36DE34-32AE-49ED-AD62-4EBDD4A5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DC616-8EBC-4C73-9665-81EAD108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8807BF-89B2-4C32-951C-52FA5FB3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21BE1F-A04F-42A7-85F3-3C5E3DAA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C9583A-6F21-48B9-9A3E-A405F43F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27A294-7E07-4A96-80F3-54B7E1CA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58AEE0-E69D-4BEB-A3C3-32BE1B98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2BBD21-9CA4-4F57-B9DA-B2F3FA59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A0285D-2023-4492-A77D-8070CC6A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CEE5FE-B137-4C7F-8E5C-C88913A3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85860B-74A7-43B4-9408-BECA2C5C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FC1C4-F2DA-487F-85ED-416DB88F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92B200-07A4-40FD-82AD-BF718C4B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AFE964-715D-40AC-A7DB-48A33144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922C64-966E-444D-8104-6A800659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9CE410-F0C1-4797-9930-D7D5FBAE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8FA411-0FD5-48E2-9C16-2C041E1A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232CB2-EDF7-4AB5-8954-9E5015EB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050C7D-D20E-4813-96D2-504F5032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2EEEC1-7335-480C-8024-81A8E7E0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8556AB-7402-4D70-BD88-361139A1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1A238A-2DE6-4221-8A93-96588D4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D476F0-E89C-4550-9BFE-D3373A2E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557D6A-C2D3-4A64-87E5-1B31DA52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60F056-BBE5-4448-B7B8-428BA770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12C816-2952-418C-84E9-DC1013FF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D306A6-C694-4AE3-9B9A-74881D01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6FB5BA-8DEF-4871-9B9D-96DC785B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241214-4656-4603-BE39-2024866D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46B9AA1-33DA-412C-BD20-466CBD48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115A32-8D80-413E-85D6-E4C6473C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718FD5-BFF5-49BD-8CF1-F27D6AEE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BDDE06-C380-47E0-9756-8D58CA79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63E30F-E1D6-4F42-AF05-F09847A1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23EEBB0-829E-4AD7-B4D5-09BCECEF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660EFE-B307-43FB-B910-5DADC086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35A487-F686-4229-8394-A406EE81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E6ACFA-5C23-4F85-9BA7-77F1895C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C94CD7-36DC-41ED-BFD7-350762D6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F792A38-1CFC-4FE9-AE7E-1C2233DF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71366CA-3D00-4CBA-8DFD-ED0E8896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A7B4873-5934-46A2-A26B-70B918C6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807CE1-5E97-4868-A635-48317169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5E24EB8-F476-4DCE-8CE6-9642E892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9CA457-C6E6-45D0-A705-4ABDB919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9C15471-78F4-4F84-8336-940F068C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5C166ED-05A9-42A5-B3FB-B8EE29D8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F3CC5C0-B6BD-4274-99A7-0F0B6895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5828D3-2F0A-40A6-92E9-F079029D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4807E2F-9468-42D6-ADC0-BAC30433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14139-8B04-420B-8C14-8248A7ED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F2317F3-6085-45EE-8285-A77C4869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C7B4DAF-21B9-4666-A381-AD104547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D0D40CC-AD1A-4F72-83A8-06D8046C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7DBEBB7-B7EA-44ED-B0A8-EA027FBA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B4927E3-C721-4251-94F2-07420894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6C30341-5AD7-4AE0-8681-F1C91A91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446593F-1065-4076-BAA9-E45ED3FB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7F76455-5697-4715-BBE8-7C383B7B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DB5E02-E239-4058-AC67-EC36E933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B93596-3DDD-41DD-90D6-3FA65813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9195356-9CF4-4A97-B0D8-A77630A5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69DA28E-A88D-4294-8FD5-7A6386F4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A857DE1-524C-4199-9CEB-F0830680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664C248-40F7-48AC-AB84-D5F91DE7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1897030-F71F-472B-84C7-9C70BE7C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5EACF8B-3576-4E28-8D96-CA1337C5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3270198-924E-4C68-B401-1410063D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7000E87-AC41-4DBD-807E-9884C74B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7F8965F-FF2A-47E8-8013-86DC1132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CE13CBD-6F86-47A7-8B99-2A9818E0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F5FF613-A3C1-4BF6-926D-969DBB39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9DC70B0-1881-4CE2-8960-5267A047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9FE8499-8361-4DCF-A310-CD1FC1C3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0628EA1-E38D-4E05-9AA2-009FA09E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ACA8176-69E0-415B-83F2-83DA41F5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3D84D84-E922-45AF-8E95-EB8BBA32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F4F2C7C-2CB6-41A5-9AE5-CFBE4A1B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72CB840-9FB5-4544-B3D9-EB69BF4A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4CFA770-4157-49DF-B103-AF132BC4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FB8FB54-6C35-49F6-8862-572C52B9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BA16585-D823-44A6-B994-0FDC1B44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6196459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CAEC936-16B1-4B5F-8041-BC472D49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675B3-363C-4EFE-8E81-8FD40ABC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93C6EE-2031-4590-BD7D-49EC1B02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66BC0-37F3-4CE7-BA78-5EEE1638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EFC51-F325-4CFB-B494-44B92462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455ff606ef485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6A154-BDD6-4326-B543-42C67E0C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34290-FFB8-4969-BBA4-D816C77B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16654-AB49-4F97-B03D-BFECC1A3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3E6EE-6C8F-4F4E-AFA2-177487DC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135C9-0AAA-448D-B5EB-521704A0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6CFD7D-FC2B-4235-A866-98C680F8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65C03-B49A-4542-B743-8CA24664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F488D8-EEE0-48F3-B1E2-C01E76ED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A2DF02-265E-4F34-98C5-65E447E0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C40846-B9D1-45A6-BC35-E15CFA20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240D93-F07B-40CE-9574-02DEDB0B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A4E2BA-6072-497C-886E-9C5CABB4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E6C074-EA98-4092-96E6-4C0896E5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A46475-76F3-4046-BB08-55B4BE90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547AAE-3055-4D19-89ED-02CD5235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A63BC8-F1C7-4783-A623-494726AB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E9F9D0-DE29-4AC8-8992-0ECF49C6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CFE9C-9FCC-4F07-B29B-B9E197EB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DBF037-558A-4242-803D-2380EBCE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CC7132-AC42-41D1-A3A9-1437C361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6FB749-15B5-4EE7-B1AD-05BB8716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BCFC4F-F0EB-4C89-9952-C77088D0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1B685-9991-4124-8CAE-C1D46A5C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CA233D-1CE0-4CE5-B95C-FEE8E340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38B430-D5CA-48A7-82AC-D2762326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827928-CA9B-4A4F-AC65-E2808C80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CB39E3-744E-49AE-9159-9568E699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D44C82-6C39-4F5C-A57E-F2D6C038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71486C-12CC-4948-8435-298BDF58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B4B561-7D93-44DF-8344-83E6EE71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2F6E78-70C6-4C97-94EB-DC1F4268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2CDA20-50C3-41EE-A89F-FA9EA4E3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1B2528-68F9-4111-B59E-0DA94031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FAB5BC-C204-4DD9-B4B0-BAB17633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8CB23A-B5E8-495E-B0B1-BFB50ACB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60679F-8185-4E7D-A015-4FBB1BD4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CCC424-DE88-4A78-BE39-8B34711B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10A2F3-31DD-4838-A695-B7BF7052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D3813F-FA94-42C7-943A-46615423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F3CBE8-EB23-49E2-A50E-B3513709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5161FF-B75E-4AC4-91FC-E5ACE0F5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E7C184-2D5C-444F-8FFE-41FD8C57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528D75-A7C6-4DBD-BCD7-E65A6F0B8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E55579B-C484-4767-9BFE-0C51E824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EBF3EE-4963-41F0-9D44-47BF078F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1205AEA-31C7-4385-9F3D-FCD1C880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8613431-C897-4781-AEBC-28EF3891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25AF7D8-8881-4DFF-A284-DBE21C93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C85F885-B807-471C-A808-8E9D0891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A74FAB1-0E26-42DD-8ADA-B39A419E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7E3C5EE-092E-4F9F-BD12-AE51126B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B63CEE1-CBF4-4262-B578-2454803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320CE40-317E-4E01-9657-21D100D4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F0ADDAC-1569-460F-AF89-A1B6BD01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EF1ABA-344D-438E-9A73-0487445A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310720A-4C44-4471-AF40-6A6ACBFD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60E507-A889-416B-9C36-D521902A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E65B58A-77D9-4A8D-844D-4114A139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142DEB8-3020-4103-BAB8-1A0F8EC6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5BEC48C-1EDB-48A2-929A-FFE54A57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3D398B6-A4E5-4BF5-ACE5-71F4E818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CD86D6F-DCE7-4623-951C-B445D1C1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2164D5F-933A-416D-846E-7BB9B78F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7D7E437-FA06-46E7-B692-4BA1A8D6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3A97190-FB65-4233-9238-A0722A02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D59590C-6BB5-4CBB-B057-BE30C6FE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281264F-1986-4349-8392-AC41131A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1AF88F0-82A0-4D93-BE1E-ABE64CE0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B463C72-15AC-4EDA-BD63-7A07B921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FF8BBA7-6418-4418-A494-D9E2F91D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93421A2-9A4D-43FA-ACF4-3F4FC868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829F841-31E2-4C43-B628-F52C125F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D56A507-4A08-4212-85DD-91458829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27C1107-792E-49C6-9F95-C8D8B433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31EC324-FC7D-4838-A166-03EDA9F0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D818FC1-5838-47FF-9F44-692D1B8C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69E2F31-C155-4475-967E-38C44C0A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A7696F6-B3B0-4679-B4DC-82C45981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FA4B3CC-4CF3-4EC3-89B8-FABF93AC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D00FDE2-C72D-4783-AD79-AFE624B6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C81ED2B-97B8-499F-B4A5-0176CA01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2CF996B-3054-4F5A-B6C9-A2CF8A92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5DBC011-A639-4F05-BEA7-0D9ECFEC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9C66E7D-644D-4DF6-844A-4F8F4AE3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C6DB7C0-5DF8-480B-8255-19D5A226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E52EEB1-BDB6-47F1-B6E4-70E7E8F3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9A303CB-6164-4D4C-9B8A-F0051E3F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786A17E-51A6-4E74-8488-45521DFE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0A28C3F-C11D-456B-A598-CD947EE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16659C6-3178-40D4-94B7-61287A0B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B256B65-08E9-4F0D-ADE3-ECE91254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A44AB93-B4F3-49E0-ACD7-E12276CD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CA153D6-2A50-48CC-AD70-FC6BAB4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5065297-6659-4D95-A0A4-48394FAB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64F9B06-7AC1-43BD-8B05-86461D9D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6402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2A83703-3B1B-418D-B02D-09EA4FBF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92ECD-2C8E-4FB8-A2F1-2CCACB3F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0B3EC-D930-4F4E-80CE-AD9F6659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80A62-2854-4252-BFE0-5657C9A8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D8361-7B21-4714-94AD-BDDB6EB3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179e45ca494e3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EA32E-ACC1-40C7-B63B-2104D8C6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B76F7-C749-4B52-92EB-E7EF4436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6B9EC-4957-44FB-A805-F70512C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EA1792-ACD4-4914-B5F9-0A99AAE7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92C1C-EC2B-43CA-8E12-0300431F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880EB-8EDB-4131-8671-63B54BF1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D8FEE-9E93-4E62-8B31-BD310F87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7E869-1EFD-4311-867E-37D90C87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3B41F-F9C8-4165-A400-8BD9CAE3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DCC370-2F95-4486-87BD-9288DAB5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416BCC-8134-4C1B-BEE0-73073902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43762E-09DF-474B-9E17-BDAC800F5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DDDF5-0B8A-457F-BB23-9D633425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6281BF-D3A0-45F3-9641-A2EBFF7F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090360-B06B-4F75-9F50-B5512097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A21D3-142D-447D-95FC-BB5586A6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4731EF-EEE7-4896-A9D6-0DEA79AB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28C641-823D-42FF-A0E4-5ADA53A6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BC1ADB-2CCC-4D66-928A-EAE05973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79244F-5DDA-494C-9777-EDD44B9B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7E00F8-EE1D-48BF-A690-C4951578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1A9F2A-13B7-4C4B-8088-79300636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3BD46C-7381-4545-942F-E830013B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98E069-06BD-4A5B-BCC3-6E11EA1D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3DC817-51C2-40B1-BC09-B2455638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5CBCA3-54DF-4763-A2BB-84240205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8056BD-9DF8-42E0-B3A3-D169DA7B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0F95D4-6932-48E6-A105-4916A598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2A1BBC-3D74-41D8-B241-33EBEB5A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81271D-ED52-43FF-A5EC-94A248D2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FB04C7-C4FC-46E3-B1FA-3EDA664A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0CC856-23D7-449A-856A-500B762C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164AAB-E4F6-4939-885E-9EA2301A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E70715-8B8D-4253-AF33-0DA3EFFA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E33D55-5DEB-4BDD-8B53-27E79322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75A6227-ECA0-4E9E-8D1A-9BF856DA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A64C2B-2EB1-47DE-AD3F-03AA305B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5C5DBE-E83A-4C51-8E33-30A3515D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64096D-AEB4-4B4A-999D-02BB6270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77A8DD-03F9-4520-8A51-EFFB5D04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477DDA-F28E-49DF-BCA1-39F53838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1E81DF5-BE20-4D61-9134-7A8FA236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B06CF1-4304-43EF-83BD-85EF055B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FC1B82-B0B5-4A27-BE9B-56095CA9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E17A6BF-8A44-4F0E-8296-24BD19E2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ED424D4-5552-4C9D-9F6D-A66EB291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B8B2D58-4550-4999-BC37-111021EF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34F4654-A179-4719-AC3B-6BD50E63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575A0-EC47-46C7-BE31-0CC6619C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3428819-6628-4D63-ACEF-04A2AD22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8EE39E-168C-4095-BA8F-E931788A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503D014-A4BB-4FE7-828D-B03DE3AC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A8839FF-CEFF-4F23-9359-56F52866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F3DF167-C4BD-4A11-82D3-3C423753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8940DBA-34E3-4C1E-A43B-A7020927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1EA9303-94AC-4B7E-B98A-F9ED447B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2D7EE37-8107-4E4D-BAE1-69A5188E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B3BB90E-DC52-4AD4-9A08-609B51E5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EC9FAC-43D6-4DB3-ABC4-72E5F855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0EDFF0D-6E6B-4B7D-B90D-4980DA03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A8C54E2-1223-4E32-BC37-6621402C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7031495-FF1E-438F-B84C-09ECE83F2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70FC777-89CC-4D10-AC64-3B47801A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9F08BB4-DAF2-4098-8354-0BCD27FD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A1A4A20-097E-417A-AED8-C2C299B0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B0BAA6E-016D-4D41-8002-7ED961FA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72C3215-17D2-49F4-A386-08AE753D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0D459B8-E0DA-4C10-9B67-FB548758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17A3DED-0D8E-41EA-9E3D-406ACAF6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C836AF4-E47E-4ECA-8D7E-89D4BDB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29FD246-34DB-4B50-9BE0-1B85B335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806C3AE-EA43-4E69-BAAD-7ED01754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259232C-B4F1-4616-87EB-5AA0AEB1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ED02605-2746-4A45-8C2C-A4306E81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6541A12-B4D0-4F4B-8494-3604BE73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ECF01D6-729E-4CDF-AF39-971B64BC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C8795AB-065A-402C-B49B-C704A6BB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2295957-6B1F-411E-B3F6-A949028C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8769113-A2B9-4FA4-8095-3AC4630C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670D416-4402-4EF9-809A-83016DBF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D852258-68DF-4DDC-9808-09A32770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5FA8FBC-C12B-43BA-B5F7-C512934D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6D0D9EA-A0EE-4B93-B3B7-F0DF4301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1433C10-D61D-4067-A0AF-5C35B96E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4F480E8-DEF1-4444-8070-32AC709A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4A4F708-4E7B-4709-9E74-64A1A8FB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855D32D-9F6A-4413-9C10-9236AB8A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2C21E24-590F-43FF-B3F7-2849892D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5FAE0A3-071D-4B89-A7AE-8C65542C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5026614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D087A8E-2249-49C0-B8E6-AB7BEE83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1C10C-4802-448F-9CFB-D02ED06D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710A6-9F51-4E29-A933-64E1DE4F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BB9CE-79B2-4E56-8F39-6D672B0A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33295-175C-4D95-8D25-601D7A9A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e8afc8da24ae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530F7-BB90-4E89-A235-77DBEFAA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A2D77-017F-4244-8AF5-F10CA09C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E52C1-368F-4BBA-AF21-9F1E50C3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D71C68-D081-4448-8485-8B03E3DA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BCDBB0-2BB6-45E7-928C-B85D9692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439D1-7276-4BEA-941D-6FA2A967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725582-5687-49D2-BF3A-D09C1E1A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5FF64-A797-4B2E-93B1-28C5175F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131833-63A8-436A-80A2-5CDEC26F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631591-484A-4BBD-B030-1C5B899F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9DF6AA-21E4-4C31-9F2D-EA1B674A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292E1B-77C5-4BBA-84F3-C398C1B2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A69DED-ABEE-40F5-954C-85DA8243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7994CF-3F8D-47AD-AE33-DAF559FD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B66490-C7A9-48A4-A8DC-990DAEB0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390A7F-69BA-401E-9F54-656AD1BC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64C1B0-5134-4B36-A223-48CCF078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156189-4FB3-4479-8B9A-9C287AE3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D38380-38C0-4513-AB4E-64318A1B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3CC324-6BC1-47CD-B743-7676B056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02CE54-61FC-4C1B-AE2C-48B063BA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8DD44E-2861-4D17-B310-22C7E448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7DC2BC-00EE-4737-803E-BE329B93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DA380F-1888-4D1B-A696-D9D9E11B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32A119-D770-4C93-A679-61105E71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439E23-3F74-4684-9D4B-99F15862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912748-28EF-4E10-853B-15B7E4E1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FF4975-ADFF-4F26-BC75-1CF3614C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3A8217-68DE-466B-AD7F-2F8FD46D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AB1012-9F65-41E3-868A-EA9D4D32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E7A117-B7A6-4293-B700-4249637D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7CAC6C-15A9-4509-BEEE-27C68F6B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C22F07-9E14-43F2-ADF0-43500FE3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010B00-2490-4630-9A05-5DE77915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68DFFB-B79B-4594-9B15-CAC6CF9F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3E72B5-023B-44BE-8A9B-F21596B7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82DC9A-7306-4C87-AAB7-243FCD79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B978D8-F215-4070-BC8E-769B726A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4D80B4-3A6C-4A10-A7B8-D086D9E9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A3EBCF-5618-4604-BB92-8ECFF667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7EBBAA-001C-4399-A0B3-2FD27804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70CC36-649B-47E1-860A-594EAE0A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A1640DF-6CA9-4407-8FB1-5B7C6B68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14F3BDD-F8BC-4707-B40E-FCAAEF6F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193A8E-F8CB-44C9-8EB8-0B1C01B1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E5F7535-167C-44DF-8A0B-442F38D2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C6073F3-33D4-4571-8531-1E3144A7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C2B7C7C-3570-4169-8748-2B05665C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4AC1F6-566C-436A-8716-618D2BAE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50A8F62-8385-4EC2-85FF-B131B970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62BA22-FE13-463D-AA18-659352A2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A83AC89-500B-4970-98C1-24787D2E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F03DA0-C7F1-45B9-979E-D46C3A9A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F5FEA5C-D3A7-4C67-B60F-8F46CE9D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65C0AA8-E34B-401D-9F29-D04089A0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DB4E0F8-65D9-4D69-932D-2CF83AFE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44C4344-A778-48EA-A358-7BB00CC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DED01E4-DFE3-490A-9518-8B094DF1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165792B-F9D2-48FA-8F85-5FB5A34D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FBDFC57-6309-4F75-8596-F0957462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D406A17-C4D8-44CE-A3DE-CE0011CD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CB02A14-E315-4A85-AC16-7C69EF95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5C83194-7182-490E-9149-53AF81E36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9E7E245-5BEB-431B-BD1A-DE2A486F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6671B7C-CE08-42FE-8E9D-B0A80C06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515D370-EEE1-4FE0-B544-E33568CB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CFB2C8D-49DF-42D7-A56B-9D800B51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33905D3-E15F-4F66-9B70-D2C533F6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62C3B6B-3F8C-45B1-9703-367A44D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2E4D259-1D48-453A-B144-50468F3D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F462EF9-10EB-438D-A947-F834A19D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C39EB61-47E6-43B8-AB63-83379AC2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A8F5BCB-6920-434B-A21A-90E251A5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CE402BD-FA5A-4885-963A-D3AEB888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5FB6250-882C-41FD-8F20-D83CCFF3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095D18B-1E9D-4653-8A95-9B636491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7F5EFA5-3F8A-4762-AF14-0444287D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14B4D81-DD18-4B34-BDDC-1D19A8CA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0C0183C-0E44-4CA1-9EAA-12DB65CA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91A69CD-DD98-4036-849B-89EBAB20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1881CBE-1E19-4104-B90D-D7C745DC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467298D-FF89-4713-BD41-0302ACAE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9DA0A41-A7A3-4D55-B7CF-AF28D6EE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5EDABE4-1BF1-4AE3-9990-036793D9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C044254-A0EB-43D5-8784-49902D58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7D93CA1-ED13-430F-9BB7-4C2DAA83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40BAD0C-B41D-44EF-8EBF-067E222A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B25E3A8-C792-4F2E-821A-3C8B2B83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EA5E651-CF8A-4BDF-9EEB-1B82652B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1DD51A2-C476-4A3B-8568-D3FD5825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90D1D8C-9BCB-4816-8360-144300EC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A0FBAC6-A69F-441D-B579-D0DE8E59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AA14B90-89A8-4702-BE40-4F660B55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843FC70-7F6B-4814-9A35-A99B8EF2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CEECD6C-1011-43D2-BD45-A97E6A6B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CDF48A4-E54F-4B21-A413-BC8764CC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9F5209A-9156-4265-B346-6FAF5E79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30255CD-6DDD-47B6-B44A-2809C76B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BCBD552-EF3B-4838-83E5-6EA34475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A903107-526A-4A04-A37E-0ED1A0CE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DE924BF-3873-4E6E-B116-17207C29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A09B60F-AA08-4680-BD4C-B0F2BE05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7EB6DC9-F475-49CF-894B-8C8276B2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2D025FE-3E42-406E-AF99-A5935E97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9CA23DD-21CA-4561-B3F1-960ABC20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B59E392-121F-45EB-96AF-9FE351DC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170B106-D3E2-49ED-8119-0B99AFEE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7E5C264-F272-415B-8615-258387C4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94C2578-7597-49DB-931F-8C3F48F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19EFBE7-C14E-4D48-A421-581BA0D0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96A913B-4FC1-4961-87A2-F504D383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FCAB485-4310-4116-9BB0-79C20755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EE99CF53-CF24-4EA4-B346-6EA787E3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0EBEAAB-664E-4C89-B4A4-28B5E5C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AF814B-D1C0-413D-AC2F-1D74EB14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E366FCB-37C6-45FA-AFEA-95C42D0B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D91ADF3-DDD2-4AC1-B863-3B9401CA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790E9F3-F443-4885-8CA6-71045887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CD979FA-C21A-400F-B885-4B99DCDE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9FD1F66-623E-42A1-A616-20D1AB31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291CF33-D29E-49D6-B296-95FB9222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11E4D00-52F9-4566-BB6E-3B4B5BF5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ABCEFB9-E923-4CFD-BA2F-61A11AD7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5F66FCA-C753-410C-B7B3-C43C95DB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8B1B476B-CB17-4797-BD15-32A55BCC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9BA1ADF-89CC-404A-8F0A-C97F7C1A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B7D3906-8C27-4484-B3D8-C07EEC4E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C368CA7-2B05-4CA7-BDDA-65A06145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8995813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04BBA-1D1B-4BA5-954E-46D49081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5CB5A-0830-472E-8DA1-D1E3136A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30211-FEEA-4F80-AE6A-2D62CF4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172EB-D6FC-4999-8460-E8FB026D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b321973ce451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D1251-EF5E-4E84-915B-345676C6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3EDA2-AFF6-4BA6-8E25-EFD2C1D0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f6eb0c4f24979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0599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2026-08-15T00:03:59.0660000Z</dcterms:created>
  <dcterms:modified xsi:type="dcterms:W3CDTF">2026-08-15T00:03:59.0670000Z</dcterms:modified>
</coreProperties>
</file>