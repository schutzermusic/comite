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a58eb5eace4cb8" /><Relationship Type="http://schemas.openxmlformats.org/officeDocument/2006/relationships/extended-properties" Target="/docProps/app.xml" Id="Rb16923e95cad4456" /><Relationship Type="http://schemas.openxmlformats.org/officeDocument/2006/relationships/officeDocument" Target="/ppt/presentation.xml" Id="R93abe84cba0243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cd6a5550bf40f5"/>
  </p:sldMasterIdLst>
  <p:notesMasterIdLst>
    <p:notesMasterId xmlns:r="http://schemas.openxmlformats.org/officeDocument/2006/relationships" r:id="R98efa8bcddcf47d8"/>
  </p:notesMasterIdLst>
  <p:sldIdLst>
    <p:sldId xmlns:r="http://schemas.openxmlformats.org/officeDocument/2006/relationships" id="256" r:id="Rfdcc491a879349d7"/>
    <p:sldId xmlns:r="http://schemas.openxmlformats.org/officeDocument/2006/relationships" id="257" r:id="Rad498e9a92f34cfe"/>
    <p:sldId xmlns:r="http://schemas.openxmlformats.org/officeDocument/2006/relationships" id="258" r:id="Recf5bf86c76d4e8a"/>
    <p:sldId xmlns:r="http://schemas.openxmlformats.org/officeDocument/2006/relationships" id="259" r:id="R0b00f9e12e314d41"/>
    <p:sldId xmlns:r="http://schemas.openxmlformats.org/officeDocument/2006/relationships" id="260" r:id="R64d4afc670cf4098"/>
    <p:sldId xmlns:r="http://schemas.openxmlformats.org/officeDocument/2006/relationships" id="261" r:id="R1d9456bbe0b04643"/>
    <p:sldId xmlns:r="http://schemas.openxmlformats.org/officeDocument/2006/relationships" id="262" r:id="R7b946bb9b7d94980"/>
    <p:sldId xmlns:r="http://schemas.openxmlformats.org/officeDocument/2006/relationships" id="263" r:id="Rf614cfcaed9f41f8"/>
    <p:sldId xmlns:r="http://schemas.openxmlformats.org/officeDocument/2006/relationships" id="264" r:id="R80358eed691a4562"/>
    <p:sldId xmlns:r="http://schemas.openxmlformats.org/officeDocument/2006/relationships" id="265" r:id="Rf9bf23cb0a2f46dc"/>
    <p:sldId xmlns:r="http://schemas.openxmlformats.org/officeDocument/2006/relationships" id="266" r:id="Rfc1c5c1c7b184d13"/>
    <p:sldId xmlns:r="http://schemas.openxmlformats.org/officeDocument/2006/relationships" id="267" r:id="R265f62e86f694584"/>
    <p:sldId xmlns:r="http://schemas.openxmlformats.org/officeDocument/2006/relationships" id="268" r:id="R5c7abea1f7534cf4"/>
    <p:sldId xmlns:r="http://schemas.openxmlformats.org/officeDocument/2006/relationships" id="269" r:id="R17d070c6c783450c"/>
    <p:sldId xmlns:r="http://schemas.openxmlformats.org/officeDocument/2006/relationships" id="270" r:id="R932debfbb8974e3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2b67ee881545cf" /><Relationship Type="http://schemas.openxmlformats.org/officeDocument/2006/relationships/slideMaster" Target="/ppt/slideMasters/slideMaster1.xml" Id="Rabcd6a5550bf40f5" /><Relationship Type="http://schemas.openxmlformats.org/officeDocument/2006/relationships/notesMaster" Target="/ppt/notesMasters/notesMaster1.xml" Id="R98efa8bcddcf47d8" /><Relationship Type="http://schemas.openxmlformats.org/officeDocument/2006/relationships/presProps" Target="/ppt/presProps.xml" Id="R011b1a4dc260490c" /><Relationship Type="http://schemas.openxmlformats.org/officeDocument/2006/relationships/tableStyles" Target="/ppt/tableStyles.xml" Id="R70bbae86cc1f4662" /><Relationship Type="http://schemas.openxmlformats.org/officeDocument/2006/relationships/slide" Target="/ppt/slides/slide1.xml" Id="Rfdcc491a879349d7" /><Relationship Type="http://schemas.openxmlformats.org/officeDocument/2006/relationships/slide" Target="/ppt/slides/slide2.xml" Id="Rad498e9a92f34cfe" /><Relationship Type="http://schemas.openxmlformats.org/officeDocument/2006/relationships/slide" Target="/ppt/slides/slide3.xml" Id="Recf5bf86c76d4e8a" /><Relationship Type="http://schemas.openxmlformats.org/officeDocument/2006/relationships/slide" Target="/ppt/slides/slide4.xml" Id="R0b00f9e12e314d41" /><Relationship Type="http://schemas.openxmlformats.org/officeDocument/2006/relationships/slide" Target="/ppt/slides/slide5.xml" Id="R64d4afc670cf4098" /><Relationship Type="http://schemas.openxmlformats.org/officeDocument/2006/relationships/slide" Target="/ppt/slides/slide6.xml" Id="R1d9456bbe0b04643" /><Relationship Type="http://schemas.openxmlformats.org/officeDocument/2006/relationships/slide" Target="/ppt/slides/slide7.xml" Id="R7b946bb9b7d94980" /><Relationship Type="http://schemas.openxmlformats.org/officeDocument/2006/relationships/slide" Target="/ppt/slides/slide8.xml" Id="Rf614cfcaed9f41f8" /><Relationship Type="http://schemas.openxmlformats.org/officeDocument/2006/relationships/slide" Target="/ppt/slides/slide9.xml" Id="R80358eed691a4562" /><Relationship Type="http://schemas.openxmlformats.org/officeDocument/2006/relationships/slide" Target="/ppt/slides/slide10.xml" Id="Rf9bf23cb0a2f46dc" /><Relationship Type="http://schemas.openxmlformats.org/officeDocument/2006/relationships/slide" Target="/ppt/slides/slide11.xml" Id="Rfc1c5c1c7b184d13" /><Relationship Type="http://schemas.openxmlformats.org/officeDocument/2006/relationships/slide" Target="/ppt/slides/slide12.xml" Id="R265f62e86f694584" /><Relationship Type="http://schemas.openxmlformats.org/officeDocument/2006/relationships/slide" Target="/ppt/slides/slide13.xml" Id="R5c7abea1f7534cf4" /><Relationship Type="http://schemas.openxmlformats.org/officeDocument/2006/relationships/slide" Target="/ppt/slides/slide14.xml" Id="R17d070c6c783450c" /><Relationship Type="http://schemas.openxmlformats.org/officeDocument/2006/relationships/slide" Target="/ppt/slides/slide15.xml" Id="R932debfbb8974e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2bbcbfe4354f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b68ecb8cdb4f7b" /><Relationship Type="http://schemas.openxmlformats.org/officeDocument/2006/relationships/notesMaster" Target="/ppt/notesMasters/notesMaster1.xml" Id="Ra39f08f681544f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28bf82afad49b9" /><Relationship Type="http://schemas.openxmlformats.org/officeDocument/2006/relationships/notesMaster" Target="/ppt/notesMasters/notesMaster1.xml" Id="R17ba56453a5349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37fdf7a343b40ad" /><Relationship Type="http://schemas.openxmlformats.org/officeDocument/2006/relationships/notesMaster" Target="/ppt/notesMasters/notesMaster1.xml" Id="R77f6e76d4af544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8d06486c16466c" /><Relationship Type="http://schemas.openxmlformats.org/officeDocument/2006/relationships/notesMaster" Target="/ppt/notesMasters/notesMaster1.xml" Id="R786a98b49cff48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2be92c33da45d4" /><Relationship Type="http://schemas.openxmlformats.org/officeDocument/2006/relationships/notesMaster" Target="/ppt/notesMasters/notesMaster1.xml" Id="R4c8ab58c5c7a49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34d0e886c94bc0" /><Relationship Type="http://schemas.openxmlformats.org/officeDocument/2006/relationships/notesMaster" Target="/ppt/notesMasters/notesMaster1.xml" Id="Rb9e919b001b147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2ae95079484cc1" /><Relationship Type="http://schemas.openxmlformats.org/officeDocument/2006/relationships/notesMaster" Target="/ppt/notesMasters/notesMaster1.xml" Id="R7c15b682223d49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e9712b0d0449dc" /><Relationship Type="http://schemas.openxmlformats.org/officeDocument/2006/relationships/notesMaster" Target="/ppt/notesMasters/notesMaster1.xml" Id="Rcb1416346d224c8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92cd7b7e2440a1" /><Relationship Type="http://schemas.openxmlformats.org/officeDocument/2006/relationships/notesMaster" Target="/ppt/notesMasters/notesMaster1.xml" Id="Rf258c7e2e0e54c2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e3b1f8d8b24715" /><Relationship Type="http://schemas.openxmlformats.org/officeDocument/2006/relationships/notesMaster" Target="/ppt/notesMasters/notesMaster1.xml" Id="R25db39648e43452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176f3d5b4d4e39" /><Relationship Type="http://schemas.openxmlformats.org/officeDocument/2006/relationships/notesMaster" Target="/ppt/notesMasters/notesMaster1.xml" Id="R714fa46b5016440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308b1a926174602" /><Relationship Type="http://schemas.openxmlformats.org/officeDocument/2006/relationships/notesMaster" Target="/ppt/notesMasters/notesMaster1.xml" Id="R084f488d892143d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25f799ffe454318" /><Relationship Type="http://schemas.openxmlformats.org/officeDocument/2006/relationships/notesMaster" Target="/ppt/notesMasters/notesMaster1.xml" Id="R0ac541bc731a4a3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ef694107f844086" /><Relationship Type="http://schemas.openxmlformats.org/officeDocument/2006/relationships/notesMaster" Target="/ppt/notesMasters/notesMaster1.xml" Id="R9f8f8ed7872a49c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9e6485976624a4b" /><Relationship Type="http://schemas.openxmlformats.org/officeDocument/2006/relationships/notesMaster" Target="/ppt/notesMasters/notesMaster1.xml" Id="R3c5bca96ccf44c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dc160beda94d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db413b9a8c4d05" /><Relationship Type="http://schemas.openxmlformats.org/officeDocument/2006/relationships/slideLayout" Target="/ppt/slideLayouts/slideLayout1.xml" Id="R37e68e175aac42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e68e175aac42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912b51e6944f3" /><Relationship Type="http://schemas.openxmlformats.org/officeDocument/2006/relationships/image" Target="/ppt/media/image.png" Id="R44d52b8d01ab4268" /><Relationship Type="http://schemas.openxmlformats.org/officeDocument/2006/relationships/image" Target="/ppt/media/image2.png" Id="R89b08bf9de1a465f" /><Relationship Type="http://schemas.openxmlformats.org/officeDocument/2006/relationships/notesSlide" Target="/ppt/notesSlides/notesSlide1.xml" Id="R93cb8ab6677445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f2c006bb624cf3" /><Relationship Type="http://schemas.openxmlformats.org/officeDocument/2006/relationships/image" Target="/ppt/media/image3.png" Id="R535c71f583744157" /><Relationship Type="http://schemas.openxmlformats.org/officeDocument/2006/relationships/notesSlide" Target="/ppt/notesSlides/notesSlide2.xml" Id="Rc18709f7c1bb473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f2b41646824548" /><Relationship Type="http://schemas.openxmlformats.org/officeDocument/2006/relationships/image" Target="/ppt/media/image4.png" Id="R3339656ef40841f4" /><Relationship Type="http://schemas.openxmlformats.org/officeDocument/2006/relationships/image" Target="/ppt/media/image5.png" Id="R7fd6462e2fba4995" /><Relationship Type="http://schemas.openxmlformats.org/officeDocument/2006/relationships/image" Target="/ppt/media/image.svg" Id="R10ab7650e4664ae0" /><Relationship Type="http://schemas.openxmlformats.org/officeDocument/2006/relationships/notesSlide" Target="/ppt/notesSlides/notesSlide3.xml" Id="R7fbe99ad65fd48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17a75891924abd" /><Relationship Type="http://schemas.openxmlformats.org/officeDocument/2006/relationships/image" Target="/ppt/media/image6.png" Id="Rd140ac28d61b4eed" /><Relationship Type="http://schemas.openxmlformats.org/officeDocument/2006/relationships/image" Target="/ppt/media/image7.png" Id="R687b88374ca14daf" /><Relationship Type="http://schemas.openxmlformats.org/officeDocument/2006/relationships/image" Target="/ppt/media/image2.svg" Id="Rd270c463ad0d40e8" /><Relationship Type="http://schemas.openxmlformats.org/officeDocument/2006/relationships/notesSlide" Target="/ppt/notesSlides/notesSlide4.xml" Id="Rd06d28ff0e5f4ba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a1314d7544bbb" /><Relationship Type="http://schemas.openxmlformats.org/officeDocument/2006/relationships/image" Target="/ppt/media/image8.png" Id="R8bdbf61cda384d2d" /><Relationship Type="http://schemas.openxmlformats.org/officeDocument/2006/relationships/image" Target="/ppt/media/image9.png" Id="R2a9675f9927e4d55" /><Relationship Type="http://schemas.openxmlformats.org/officeDocument/2006/relationships/image" Target="/ppt/media/image3.svg" Id="Reaa17685f1dc42e8" /><Relationship Type="http://schemas.openxmlformats.org/officeDocument/2006/relationships/notesSlide" Target="/ppt/notesSlides/notesSlide5.xml" Id="Ra14db7d52dab4f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94a8be4f234638" /><Relationship Type="http://schemas.openxmlformats.org/officeDocument/2006/relationships/image" Target="/ppt/media/image10.png" Id="Raa380a33e2874b82" /><Relationship Type="http://schemas.openxmlformats.org/officeDocument/2006/relationships/image" Target="/ppt/media/image11.png" Id="R103facaf65fd4b16" /><Relationship Type="http://schemas.openxmlformats.org/officeDocument/2006/relationships/image" Target="/ppt/media/image4.svg" Id="Rab0a2fd58bcf4cdd" /><Relationship Type="http://schemas.openxmlformats.org/officeDocument/2006/relationships/notesSlide" Target="/ppt/notesSlides/notesSlide6.xml" Id="R6a71bbf3492c4e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fe114a96f4e82" /><Relationship Type="http://schemas.openxmlformats.org/officeDocument/2006/relationships/image" Target="/ppt/media/image12.png" Id="Rf2c695228fae4fd6" /><Relationship Type="http://schemas.openxmlformats.org/officeDocument/2006/relationships/image" Target="/ppt/media/image13.png" Id="Re89161b7025b4f00" /><Relationship Type="http://schemas.openxmlformats.org/officeDocument/2006/relationships/image" Target="/ppt/media/image5.svg" Id="R54290daf94204579" /><Relationship Type="http://schemas.openxmlformats.org/officeDocument/2006/relationships/notesSlide" Target="/ppt/notesSlides/notesSlide7.xml" Id="R3e016159b90642b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67507e03cd4d1a" /><Relationship Type="http://schemas.openxmlformats.org/officeDocument/2006/relationships/image" Target="/ppt/media/image14.png" Id="R55b1d94ea9814cce" /><Relationship Type="http://schemas.openxmlformats.org/officeDocument/2006/relationships/image" Target="/ppt/media/image15.png" Id="R57fdf701513c46b0" /><Relationship Type="http://schemas.openxmlformats.org/officeDocument/2006/relationships/image" Target="/ppt/media/image6.svg" Id="R48d283d6f5ce4baf" /><Relationship Type="http://schemas.openxmlformats.org/officeDocument/2006/relationships/notesSlide" Target="/ppt/notesSlides/notesSlide8.xml" Id="R1dd39ef82a0f48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83452045774484" /><Relationship Type="http://schemas.openxmlformats.org/officeDocument/2006/relationships/image" Target="/ppt/media/image16.png" Id="R565e385854ee43dc" /><Relationship Type="http://schemas.openxmlformats.org/officeDocument/2006/relationships/notesSlide" Target="/ppt/notesSlides/notesSlide9.xml" Id="Refb07007447842f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3c206a1d254a95" /><Relationship Type="http://schemas.openxmlformats.org/officeDocument/2006/relationships/image" Target="/ppt/media/image17.png" Id="R0f9b23a2cabf4f2d" /><Relationship Type="http://schemas.openxmlformats.org/officeDocument/2006/relationships/notesSlide" Target="/ppt/notesSlides/notesSlide10.xml" Id="R6a2ed6ae45884fd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ff7429c7a47ac" /><Relationship Type="http://schemas.openxmlformats.org/officeDocument/2006/relationships/image" Target="/ppt/media/image18.png" Id="R88cc28dccbb64631" /><Relationship Type="http://schemas.openxmlformats.org/officeDocument/2006/relationships/notesSlide" Target="/ppt/notesSlides/notesSlide11.xml" Id="Ra6f19947bf1f4db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c2b36048ee445a" /><Relationship Type="http://schemas.openxmlformats.org/officeDocument/2006/relationships/image" Target="/ppt/media/image19.png" Id="R99b7e17d3b014039" /><Relationship Type="http://schemas.openxmlformats.org/officeDocument/2006/relationships/notesSlide" Target="/ppt/notesSlides/notesSlide12.xml" Id="R6e88d3d3d8eb43a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1601b178164ac6" /><Relationship Type="http://schemas.openxmlformats.org/officeDocument/2006/relationships/image" Target="/ppt/media/image20.png" Id="Re3398c963f0049f4" /><Relationship Type="http://schemas.openxmlformats.org/officeDocument/2006/relationships/notesSlide" Target="/ppt/notesSlides/notesSlide13.xml" Id="R83672f0e98c14cf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08c3ee1e0451e" /><Relationship Type="http://schemas.openxmlformats.org/officeDocument/2006/relationships/image" Target="/ppt/media/image21.png" Id="Rd7d701ef974b4b08" /><Relationship Type="http://schemas.openxmlformats.org/officeDocument/2006/relationships/notesSlide" Target="/ppt/notesSlides/notesSlide14.xml" Id="R072f39fff25546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d850b5a4447f9" /><Relationship Type="http://schemas.openxmlformats.org/officeDocument/2006/relationships/image" Target="/ppt/media/image22.png" Id="R2f2cedf80c4140af" /><Relationship Type="http://schemas.openxmlformats.org/officeDocument/2006/relationships/image" Target="/ppt/media/image23.png" Id="R7f2dcab7d10240ad" /><Relationship Type="http://schemas.openxmlformats.org/officeDocument/2006/relationships/notesSlide" Target="/ppt/notesSlides/notesSlide15.xml" Id="R853e0773159e487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774519-65D4-4496-A70E-21CE8131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A884F5-F98D-43DB-8795-48D028CB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098E4C-ED5A-41FC-AF67-0D5050B7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52b8d01ab426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16C7B1-85F5-4A77-A1E9-70FE3B8E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E5CE96-F123-4E0D-8748-89346BC5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b08bf9de1a465f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045311-6E8D-4B11-8DE3-EF0225A0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E3F0F0-AE44-4051-B856-DE57D35E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7BF496-1680-407B-98B7-F7B4DDC57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D43E72-9352-4A4A-BC89-FDEBA35A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D9FE5-2362-46D9-A74F-AC423FDD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C0031A-1DFF-4BD3-A318-31E86815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05E7A2-CB34-43B8-B78A-814F81E7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90C1B3-5742-487B-B7BD-E4472A63C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387FC7-B974-46E7-86C0-B107EAEA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8985812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002393-2218-42B7-ACD3-45AC8546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32E6B-8F5C-4CC1-A4DF-EE12943F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7977E4-126D-4617-A3AE-4B5B1825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450A6-2C94-4948-9477-7D91C72C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CDBCD-97EB-424F-8C99-CAF055B1D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c71f58374415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564212-8D2D-4925-AFDB-F87230F4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3A44CC-1B8E-44B1-A7C4-E882ED69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004BAA-DA2B-41A0-86F5-2CDD18BB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0DF444-A193-4119-9F17-0A7763F1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1711A-3505-425A-A42C-808FFE14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B88163-3D49-403E-BE07-B71967236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24B5F3-ECB8-42CB-820A-648F2509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C40768-4CB3-46A8-8D77-584EDAD7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50BE2C-C211-4E09-A8F4-15B8CCFF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236F2F-427B-48A8-ACAA-6A062B8F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C5A3FD-45C6-4394-98DA-19741973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551C13-FAC2-4CC5-9585-23482BA3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9B8324-67B7-46F0-9188-3033B6F3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985726-4C21-48EF-8263-BF786DC7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C0D082-3094-487F-9D71-320919BE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299D3E-69DD-4080-8483-96655597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664367-9ABE-4C42-B414-84D76504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4C438-3FF9-4738-9FA3-20A88A77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58CD75-8020-4364-AF72-CA425B96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48ED2E-A176-4220-ABF5-0094C004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0EACE9-3476-4248-AE8D-D171B9C7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D1E155-DA9D-47BB-9B9D-24E025CE1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46DFC5-BA1D-4385-B605-C475B112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1FF73E-91A0-401E-B750-A205D8E6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4D5542-FAB5-4A15-B548-2985AE2E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5C736D-C2D9-4FB0-80AD-1AB154DA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0DBD4A-3C85-432D-8A70-FE55BD7B5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C2784A-4F33-47C5-9710-51A72E82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1480D7-8B9A-4C85-BDD7-378A71A7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5C1CD1-01D5-48A0-B6B5-541D0C7C7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C3B1FA-BD11-46F8-A50A-92261077B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1EA6234-44E1-4C50-B67A-5FA2C8ED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5554AB-1180-4623-AE96-D8D6A40D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978D27-EBA7-444F-AC64-2AFF6CDB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EDFB50-3072-426B-8084-439F7282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0751107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5A662AC-B82D-4B38-8234-64B9A167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31AE54-44B1-40C3-BAB4-654700EF5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E3B10E-8AE0-4905-881F-F49057A4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078D03-284D-46D2-9535-66D6C67C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814D6D-8CAF-4860-9CCD-1588B481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39656ef40841f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72F27-77D6-468A-9251-1D21C1A1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DB5194-267E-4EF7-8652-72D9FFEEC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D348F9-D996-4922-A9D2-2FE118B6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1A89D-F93D-44B0-BC32-A2EEEAE48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B5868A-B7E0-4A59-B060-2B313919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DDEF19-3B83-4BB2-8014-5AC41FE8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A31704-A46F-4B10-AC54-F07DD5F01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181895-3A61-489B-87F0-34AC03C8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C6AED1-6B1A-44A1-9004-7330C2F1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AEE9C1-EF81-4B4B-9D8C-A1F497E7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3210B1-2D99-4E32-9395-3B55B85A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CF511D-F4AD-4D1C-B8BB-07147617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3B9C2C-614F-4FBA-A64D-AD97651F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A3A532-F319-44B1-A7CF-A2AA91A8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BC2AB6-9889-48B5-865A-A75DB3F2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C4DB26-CB35-4F72-820C-BDB1F7F1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434DAC-A8F3-42C0-A48F-FE96F35B2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28CA3E-E0CB-4633-8F8E-F223355C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C401A7-2F76-4D41-A9C6-026A80A5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F85D9C-34AE-4F24-B4B6-E9A1F623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32D7EC-2827-48DB-94F6-EFE5115D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BE45F7-C17E-4CB5-919B-9E05E384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D3BD78-0DBE-4AEC-AB95-7528083B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0D161D-911F-431D-AA82-D3B41FC1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1B6C85-4F50-4605-BB9C-2DF90E21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C855AA-4D80-472D-9AD0-486286EC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1B76F6-E17A-403D-AC4A-4A4956D0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9AF277-9B7E-4DD5-8E7F-9229D621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07C98D-8A43-4BE4-AC51-9D9C2A1C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CE5235-BD7E-49BC-A6D7-BC36A8D4B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B69C3C-AE8F-4FB9-A94A-770FEAFC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d6462e2fba4995">
            <a:extLst>
              <a:ext uri="{96DAC541-7B7A-43D3-8B79-37D633B846F1}">
                <asvg:svgBlip xmlns:asvg="http://schemas.microsoft.com/office/drawing/2016/SVG/main" r:embed="R10ab7650e4664ae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9C07FB9-B10D-4CFE-BF77-3B65065F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96202C0-4CB2-4C05-AF85-965B6B4B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15F384-4454-4075-B6F3-E16E6B11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107DD2C-5527-4FCF-BB30-B8B500C6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A862444-A816-4FA5-97F8-8F0D3AEE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7674A12-869E-4232-A823-EAFE37C7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A8E5E7D-F7CC-4404-81C3-70EA3202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361F3E-0034-419F-BA38-93B2B3CC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833FEBF-1477-4FEF-BC2F-9BD124AB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8E221BC-01FB-45B2-81A6-38C4D6FE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8EF544D-51A3-43F1-9DF4-1C702663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AE69110-A7AA-4B2E-8D7A-9A0B3DEF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BAF5370-7365-495B-B06F-2C5F28F1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8CADFDD-AF70-4B3C-95A3-4D624BB5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2F7AE12-1A1C-4C3B-B88A-65D08AAA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0B2E81F-CB0D-48AA-8FDA-27A0F98F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52BF1C3-E095-4EB6-B7E5-F943D793D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FB24887-F977-42D6-9A0B-DA6B561C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787C0BC-D079-45F6-97D8-60ECAB82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DB30DE7-AAB2-430C-9430-7B821C3E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7D36A6B-1BC3-4A37-AF27-8B82A38D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1B773FA-FADA-433C-A915-26494FEF1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1E5B3D1-8110-4721-B164-AF6D28A4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A52DFDD-4953-4D0B-835E-8D43FCDC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EC38786-9A0D-4B38-9F00-2D3C76AA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2FABD4A-D4BC-41C4-9AFE-71806723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ACC581-5EAD-4BBC-A419-E04C56D0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06E6F4B-E348-4A2D-A90D-875F646A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F07A0D1-0A2F-4598-99C4-6E87424A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EC3FD61-19F6-4757-A2F4-C5CDF482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163C14C-25DA-451C-ABB1-6E1522551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893B530-BDA8-42FA-BE41-2D5BFC57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E42E2A3-161A-40BF-9857-8E1C2BD9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F8090C8-602F-4AE8-9F50-E26B42B3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D74A4E9-32B4-44C0-89FC-F5564771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386D899-17C3-4AAF-BC73-11550667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950673A-818B-4AAF-9BE3-1CF05E2D7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20496148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FCBCA7-5F43-4567-A951-EDEAC02C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CD7DD-DCF6-45A0-8D6F-3BB9C7EC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C83CC6-A852-4E7E-BE61-98DCD288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E30291-4414-4256-8CAC-8DFCE1BA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5CCBE7-DFDA-449D-A579-369E9F3D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40ac28d61b4ee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8AC4D-3923-405C-8A6B-F7702DB3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956C7-BFF0-46D1-ABF8-EF98EB82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EB15AA-12CF-432F-88DD-9AA8D15E7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60D90E-FFE4-4EF1-8AAD-97805205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0D0870-DB08-4F54-AD42-526E21669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7b88374ca14daf">
            <a:extLst>
              <a:ext uri="{96DAC541-7B7A-43D3-8B79-37D633B846F1}">
                <asvg:svgBlip xmlns:asvg="http://schemas.microsoft.com/office/drawing/2016/SVG/main" r:embed="Rd270c463ad0d40e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C08C27-6047-487C-B71E-731A644B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EC59E-5199-4E59-A85F-B7C043AE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58B6FA-472A-43E6-A1F4-D0096AC1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4094AB-571A-4B64-BB87-D8393754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D50633-15F5-4217-949E-D6C45AED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55E018-642D-40EE-B5BD-5E397EFC2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098CCD-E7E3-4AAB-AE24-E4FCB3EE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3C5094-8E38-430D-BB48-22E822FD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485DBE-0DD1-4C5D-98DE-828E03E9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2972CF-7A81-415B-B197-8E8C5F43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E70184-F755-4C57-A51D-FB7FAFDD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9BC2BE-6308-4A39-BE48-6A0A958A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DE628B-DF28-499F-8B7F-DA2F6CDCE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5DCC8A-E2BD-4034-90AA-8DF63C66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D73F71-D64F-4B59-8131-1D2A5F39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3B542D-AE86-441C-9D05-09A238C0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655B5D-3487-453C-BDE8-8E302A7B3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7504065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FB4423-446E-4AE5-8E52-E21ED11A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D0D878-DF11-46A7-AEF5-D4681523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B3F15B-8357-421E-8D35-25FA6E7D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F2AD6D-D035-48D1-9C3C-B00C0E7A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E30A6D-30CC-4A33-83F1-A0670A4C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dbf61cda384d2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238167-F93B-40C0-8CAE-827190B3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67801-A617-4D2E-B955-3779B6B0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DB80A9-8865-42DE-A54A-E1D23647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C8F3C4-0E17-4760-9E71-A60A0949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8D7D53-BBE2-4B05-B4FB-76E2FE0E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9675f9927e4d55">
            <a:extLst>
              <a:ext uri="{96DAC541-7B7A-43D3-8B79-37D633B846F1}">
                <asvg:svgBlip xmlns:asvg="http://schemas.microsoft.com/office/drawing/2016/SVG/main" r:embed="Reaa17685f1dc42e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C079D-B6C1-497A-B0A3-5812E938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D78A64-637A-4CCF-9F32-1FBBAC33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BE4C70-BA66-4F5E-A442-C193EF95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33F3E-1858-4A84-9B09-F7EA64A2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7E1DB6-9019-44C1-BD4E-89A5E2E4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48F709-EBDC-4DB8-A573-1AEB3ADB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347890-3D6B-4580-A114-5F160D51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E9450C-F8DB-45D5-83C0-00AD0BC2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437F3C-17B8-4AA5-9D48-589AB620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676B77-F5B7-4BD8-870B-F82540F7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B2BE58-9A92-4E5E-B832-2DF1B2C6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9FF381-354C-4639-9B0E-966C97AF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5311DF-E3AA-417D-9790-5E6A9F43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242F63-BC5D-4EE8-9AF5-0099B4061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63E327-566F-410C-B770-BF5C6482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77422C-FCDA-4E61-B35F-230AF714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702A1A-D85B-4246-9E93-65412980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051340-5B85-46B8-97A0-4C92193A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5AAC4E-6BA7-4E5F-8CF0-167F3458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A9CACA-D854-4AB4-B0F8-AF02DCE0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761182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3EE8C6-4A64-440A-8BA9-5DC47E31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5B540F-D434-49BA-A743-613AC165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8DF54E-AE7C-4782-BB89-BB6492CD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A9E113-EA0E-4DFE-A970-74DEF02C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DFA4E-2064-48CA-984E-4B50707A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80a33e2874b8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7F1665-2EBB-4B79-AE61-BF7FA96E9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265662-E9E9-4F5B-A7F6-30F01E93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5F2A3E-C30C-4E51-AE01-8F263434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EE9718-76A9-4E51-BD00-E992E52C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8742D3-2659-4582-8A18-4A88053EF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3facaf65fd4b16">
            <a:extLst>
              <a:ext uri="{96DAC541-7B7A-43D3-8B79-37D633B846F1}">
                <asvg:svgBlip xmlns:asvg="http://schemas.microsoft.com/office/drawing/2016/SVG/main" r:embed="Rab0a2fd58bcf4cd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BF8B8C-8063-4425-AAAF-810CEC55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AB47AD-A351-498D-81D4-28BAEFE1A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B309B2-AFDA-44DB-A8F8-42B8842A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F04ABD-9ADA-441A-9C26-DC111EB74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88DBD1-B0D9-45BC-8934-4BC1C273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5FF794-F833-4645-9894-A96D8624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21A6D2-B044-4E3D-85F4-2CA77BB4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5370D7-6201-4851-A4BC-30E4BE9D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77DFCA-B9F1-4759-A6B3-924DD357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F913ED-0216-4DAD-80D1-C1726DF1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1D6987-8645-44B0-A15D-963C8571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25A337-C31B-43B4-85AF-2C870662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BEE368-4A4A-4273-9673-066B7030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855414-66DE-4405-9E4D-AA10BCA5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2573526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D8778D-5616-43FB-8720-A58F5843A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553787-2887-48DD-A6D3-1EECBE1A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0A6F32-5161-46D9-9F28-64016C58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2CABB3-BA6A-4399-8CB0-66B630DF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D627C5-7AD0-48D5-BAF1-E557B78D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695228fae4fd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4B65D1-4B8F-4AC0-AD47-1D420D44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AE533B-DB37-4D23-9BD8-A940501E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F1591-25CF-42C3-9240-259B5E01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E613D9-F7CF-4617-B034-18E7CD58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533944-FAB6-4D99-BEF5-65569BBD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9161b7025b4f00">
            <a:extLst>
              <a:ext uri="{96DAC541-7B7A-43D3-8B79-37D633B846F1}">
                <asvg:svgBlip xmlns:asvg="http://schemas.microsoft.com/office/drawing/2016/SVG/main" r:embed="R54290daf9420457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63C149-8056-4084-83A6-81196FDF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D6DB84-CD4A-4C57-9BF4-67BC87DB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6F4998-12D7-4677-A914-5F9E27AB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8DD3EF-3A43-484A-8B6E-263BF9E7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137E7D-C05A-4A30-8787-32F30C0A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510F8C-A908-4E6B-9BF7-3A05C139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C2A7E1-E4F1-457A-97E0-52203D6D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E46C2A-E6E9-4527-A30B-1741A4C3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A924E6-962F-42D0-A76D-D66CB8A7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53360-3799-4645-BC2B-48290DCE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3AA3F8-7340-4E4E-A092-8BB5FBD4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70A188-FEEE-49F9-BBBE-C8D82475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FE7472-93CB-4E42-B4DC-C7E825CE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E4AC45-B76B-4C63-BA3D-2AA420962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9925550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EEE106-A0E9-4584-B9EE-41520722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59A7E5-EAE6-454B-82D3-2448323B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E8F9D5-D4BC-4ECC-A2B3-8614E32F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F2006D-5159-4AB8-BA66-993F42D6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24154C-DB29-4FF1-A493-3639D848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b1d94ea9814cc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87CA2D-6A44-45D5-8381-55F6C967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BBD265-7176-42E8-916E-B9FD21FB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4A9FF3-D47E-461E-8A63-33156A8D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65B333-FEF6-45D5-8157-14CEB76B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B17773-2620-415F-BAEF-98F24ED7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fdf701513c46b0">
            <a:extLst>
              <a:ext uri="{96DAC541-7B7A-43D3-8B79-37D633B846F1}">
                <asvg:svgBlip xmlns:asvg="http://schemas.microsoft.com/office/drawing/2016/SVG/main" r:embed="R48d283d6f5ce4ba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E88803-63D2-45E3-A82E-5C08DCCD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D58AEB-2AC6-466A-98AD-B73EBEC2C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60DB5D-040D-46B3-9A95-2E0826DEC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99EF83-2367-4B00-B9F8-A82CDF75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F0DD53-E39D-4E8A-ACBE-4F5EACB0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91EDC8-8639-4295-A00F-0F253BD0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32BB68-3EF9-4A2D-950D-93AF0046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0D90D6-6B98-427C-9720-E6D26A1C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ACE0E1-7F70-459F-8973-57316AFB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A5F731-6C2F-4DDC-B8FD-8D3DBC55A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E5EB81-C98F-4D45-BEC8-8B3F9617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A0D89D-AF01-4D91-8331-5F4ABF82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880B1C-368E-4ACD-8B35-EF2E2659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757167-448F-473C-8C0B-5406BE40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FD4EA9-2E1D-4374-BAAE-BAD4DEBD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F996CC-191E-4A85-A6C3-262A658A7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B6DC7E-CEF8-4BDE-8EFA-69781A6A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2BD4A7-05D0-4767-9347-E824F720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351703-EE68-45B4-952C-CA29EAFC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DCB568-5E58-4A4F-8F33-9DF9861C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B94533-F368-473C-BDB4-F5792394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2764B8-7D3C-4C35-96A0-B720F728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7001637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79B4FB8-3FE2-43A8-86C4-0E0A47C4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499AD7-468A-4AB7-AF2E-0ED23099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EC1163-4193-4791-9472-9FCED558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CD64C5-AE9F-4C88-A2EB-63E25E5E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B41523-C6EA-47D9-AF93-55C4CA529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5e385854ee43d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23B40D-37CF-45CC-9419-6B02C2D48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43D39-301F-45EE-9F18-0670B1BD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74F810-2CBD-4F51-867E-670A5790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56F7A-6B1D-43CC-9094-2BCD234C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207783-3381-45DD-AFF3-09A81AA3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22A6BD-3461-4472-9063-0D681748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BAFA3-CE14-4C3F-AEA8-3BC076EA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1E9D03-0249-4AD1-A133-0FDDA1E4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40F2D5-8505-4742-AEC9-292678B5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085852-014C-45F9-B483-072D04E1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F9F69-32FE-441E-A33E-6BB7AFD7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04B3F6-0FF7-4E73-A03B-43DC6558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A7D59E-16F6-4F0B-86A6-E40A0C58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886E95-1C0E-4C2B-8FBA-2EF2242E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F3E57A-F164-4E2F-AFE7-38A2EB74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5283BA-FEFB-4A85-AB58-DA13D7C4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76E4C8-9128-4794-AE63-04B4522D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FC8AB9-41F9-4397-A8E6-8B233840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F7E05E-0135-4A1A-80F3-ADCE3A12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79D354-C07C-4DA1-8EC1-309DDA62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8832E7-832B-48EE-B891-9FE7410D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6D4E10-DCF5-46E3-85D4-A26DFF27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C86286-8E45-49E3-8F7D-72215AE5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B305C90-9ECE-4AD6-82DE-5D46E708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E566D6-529D-44B8-9232-67A1B3E2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705A05-682D-4359-9F77-B8BDBC590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0C61D6-DB3B-4F29-8A88-BBC59C42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89A408-6840-41F0-8533-EC73215E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E10203-323B-4087-AC7C-61C1BB8B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AE6D1F-7141-4D88-A6BD-5CB3A389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70CC23F-16D4-4949-9CD5-7FB3BE11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EF5D8E-489E-4F92-AAEE-1168F094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B4901B-FB33-4980-9BFC-1C133DA2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76FACD7-58ED-4322-A795-3D106006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0F94EA8-68B7-4C2D-8299-57A129A3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0D3BAB7-9516-449D-9430-71D909FC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123E457-284A-4B10-84D4-813A2546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80E7B5-491E-4D52-90D7-B0DF1715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2094122-C6A1-4A8B-B669-1347CA3D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19DA44E-16BE-4398-B873-F16EB5D75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DEEEB71-C532-4A09-BB1A-7BA2FDE6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75F3672-73AF-40AB-AFB2-A2484831A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19ECC7C-3F53-4C2F-82EC-A3EF1316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45DC09-726E-42FB-A8FA-5328188A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CB673C1-78D0-40AE-B198-7E7C55A0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FFBB605-2BC9-4674-A03F-975020D8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6CFEFDB-30A6-47BF-A0D0-805AABBB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EE2D3B6-960A-494E-811C-8044E8FC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B041FD8-AC00-4256-8452-F7E30148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DAA6D2D-3FE2-4BDC-B5D0-5D3113F85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79A8919-0FDF-4246-841D-A187BFC2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A314144-ECA6-4A9A-9FC3-DA4B8A8F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BE59875-8CEB-4F63-9290-67E040F4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993DA3D-9832-48D3-9171-51FD9DD5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0317CCA-8CA4-49EF-A7CB-631B8655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4D546E-92BA-4641-A923-90CCA62E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5BD4A52-1618-4FA9-AB49-C9DFB15F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FA3E431-EA23-4194-BBC0-9AC1730E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BF4C730-00D1-48DB-B296-8BA2544D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0E0DA7F-FD8C-4EC4-9F4C-9E1C4CEB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C935FE5-DDBF-4CA4-923A-391AB54C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70C9CE9-6FD2-45B3-93E7-E11266D6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7AE15AB-CAF1-408E-9684-221D2FD0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91CA060-A9BB-44AA-A4E9-5C756C6F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C136091-8676-404D-95DF-07014920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E20001C-CCE8-42C5-B1E8-935E1734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4835BF4-FED8-48B5-903C-DBC4E474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EFF220D-F19F-4F46-AD8B-F227D9ED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6E9B3BB-EC1F-4625-9363-77C80DBC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CFDABB4-3D6C-4994-A47C-F095896E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FF0713F-16B3-4C4C-A480-D0CD90A96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BA1C909-9586-4CAF-B025-CBE2281F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64EA770-C789-4730-96F1-497126429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5692F4F-A281-40B8-9E54-4EC058E4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F52535E-629F-472C-97B8-20A71BF4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8E92331-87B8-4DBD-BC55-7801924A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936414C-9FF2-48DE-8A71-1A86793C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CE35984-999E-46D2-8CFC-DD895C87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9ECC8B7-77DE-4AE8-924C-807D6C27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8586A17-015E-4D1E-94B2-A4699B47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930F36E-E72F-41C8-97D8-63365D92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B055A79-608E-4CF5-9B33-50007796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8DBD698-DB36-4F24-ACEB-E761F8B0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44F50DC-52EE-4641-B2CE-F2D072F8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A0EFE20-6909-4747-855C-1068704D8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78684A5-0F5F-4E42-884C-A0993EFD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F7D1194-28A8-460B-A557-CB3E83C33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8A9FDC1-9CF3-4A03-84C7-E39CC86C1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FF9803E-7A6A-4EFA-A599-940C494A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6DDB5DB-0793-4931-B608-D6409161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30F16DE-D441-4558-A641-2A395D6F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754832E-8F2F-4FDA-9DEF-86CC6D8A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D8EC4D6-A293-48D8-91AF-6E97EBF3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C36D0B6-8D78-40A4-B8FA-99716BE1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0E6650D-23EB-46A1-BC6C-DC844DA9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9642923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34E486E-E77F-4FC1-8F9D-BC82623E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36C3DE-3B51-46C2-AEF0-E3F9408D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B1D8C-CCE1-4BA7-A0AE-5F2E9D10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CFC85D-3BF4-44D6-BA9C-2C337E65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3E0840-6AE4-4AB2-A70E-38640975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9b23a2cabf4f2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CD40C7-C3FB-404F-A7F0-537808C3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4126E9-8D16-4EE7-BF8C-F410A9C2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316352-6A0E-47C9-8BED-23F98F58D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9D3401-DBDE-4733-B8A1-59D6BAC1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18AB4E-ACB0-413F-AF94-1B44D0EA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CDE58C-C6A7-4C4A-97E7-EB94B41D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6030E-1E8C-4A9E-9BB0-8E78CF3F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35F5C6-9F0A-479E-B823-D684DC27D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E269CD-E217-4751-87F1-EE0EF97B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221058-E27E-4CB8-A5E9-6BC01C30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AE5092-6EDF-456B-AE87-39C056B0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E2DEF9-3750-40AF-A6F0-5CEECF80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5CD1CB-43C4-45C6-B4EA-2C10EBCC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02ECAD-9957-4566-A846-545707670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A5F02B-64EB-492B-A8E8-8DBA5BA5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98951F-3C7C-4683-A427-4481B6DA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BA01F9-7615-4D32-BA43-CAE67BB7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C9267F-F134-4D26-90C0-C7505903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27A19D-566D-4F15-B94C-84FDFCCD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3C5C1E-3C99-4FBB-9F2C-D19FE64D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8FBF81-AD2E-4441-9767-03E1F353B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8F104D-A448-459F-B09F-B2962814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C13D34-27EA-4FEA-AD1C-34B23B59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F7B397-E0B9-4B2B-A9E8-CDACD700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D9285C-875C-42A7-B7A8-D5BD897B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5F684C-27F9-4A5A-8D5F-4C1388EE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C93227-BD47-4EA6-A73B-83F09830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8CAD7B3-015D-434E-A2E8-227B19EC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317BE5-736F-4F6F-B024-289FF65D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A97C6E7-A6EC-42ED-98F7-3F253492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A253876-03A0-4DEE-8896-2E8A86C3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09649A4-2D61-43E1-A073-D3EAB149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8F539A9-4789-4F6E-B7E6-A5156711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6F30A40-8488-4AB7-B753-865593DF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4C86AC-4F78-4509-9579-946768DC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D520C8-94EE-4F1A-AA13-074BB6F8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A3A295-538F-403E-AF2B-70DD259E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E99F147-5782-4247-B46F-7F0471A9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70BD84F-2DA2-4F19-AF4E-EBEEDD0D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D993AF6-9C8B-41B8-8109-D8C7FA53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8DDF63B-9CF3-46F2-B4D9-131D8859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0A43D41-6930-4697-AD97-84C783DD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C6E0215-1E19-428C-A391-99BA7CB2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02A315-6E41-4E3E-AE6F-338C4772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B6921A-D565-4963-AA9F-8C81FC6A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13BF9D0-6850-4678-83D8-33D26C32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70683AE-35AB-4949-A350-2F825745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6AD1B74-1215-4AB9-8D5E-D485E9B9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A8BFAE4-7C61-439B-BF59-A6BF82B5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14B0BE-8DDB-407C-B5E9-1B0C2D83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79D585B-5BF8-4712-8DA4-FA53727D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0D0496E-1BAE-4AF6-9F1D-7B670E4E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8A709E6-B6CB-4BDF-9607-26ADD0D5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EAE880E-F1C1-453C-AD8C-D50B3914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85957B1-0126-42FE-9E73-555C94F6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55129FD-85D0-4A6B-8A95-8008FD2F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7A6C03B-D521-42D0-9C36-74C894FE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AE535E7-06E2-4801-AFEE-FFB094C55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021122A-D17F-499A-9733-D7552DEC1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667E3F0-CB0D-49E6-B705-323D66B2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6D75993-F586-4187-B855-FB6F1FC8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653AE21-AF24-4DE3-A5DA-45C24C65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062A5E4-FA8F-4938-B7CA-79E5721B9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4721A72-8C6B-4369-A86A-1BF72BCA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FB9B60D-EA9D-44E7-8FF0-088F83F7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377EFB6-51BD-486B-931F-3ED7B5391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8AB5A0-344F-4C04-94B2-104EEB5E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5A11162-AE6E-4A70-B0F1-67523E38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29287CC-7D6C-4904-B573-3FDDCAEE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28D6810-9DDD-4A47-8E5B-CF7ACA6D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8FF2C47-58FE-4B7B-9C2E-8EF581DC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7C6D3EA-0487-4851-963E-597CBC79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C4651F2-27BA-48ED-A616-9E850E10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563EBB0-23B7-4630-A418-24DEF4BE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F718042-DFB8-4312-9BCD-0AC48BEA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643DAB6-39F5-4F91-BD98-2CF017E8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E3D22C5-54A2-4D6C-AA17-03129AAD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A6EFDA3-16B4-4A85-A410-0CB88937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5710A57-13C0-4D1E-B8AB-CBD79B67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621F547-B028-46B5-B437-C65B5C76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EAE8429-28F2-4FEF-BF64-5D9D7690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844545A-AD90-47C3-ACD4-61D8D7CA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43EB273-F9FA-482B-89A6-DA705567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027E1BE-8275-44AE-91D1-BA0B568A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EB334FD-BA3F-43C5-B2F8-2FA2B9C9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4D21A08-6595-4F8F-9C2F-9EAE7AED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4541DE3-C9CC-4CB4-BFC0-D4A9F630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2A86BC4-4AAE-46C0-86C2-216FB3386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E39F40A-2E0C-4F3D-BFB8-66AA724C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2208618-37D7-4DEA-BC96-313CFD01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059DC87-1B8C-4317-9314-BC46FFC9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7B55413-F5C4-48BE-B125-CFB1A76E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E21808F-A8E3-4D72-9EDD-DA8B41A9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D90849E-C7E6-4FFA-AA10-2D88D826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1D1459E-7167-41FE-A035-44D95693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A499C54-9CFD-433C-85BB-E953810A7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0869522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A865E98-DFC6-4C96-BACD-98FF0140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2BB0C4-48FE-42FC-9395-7852251B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A6B8B5-1151-44BC-838E-58ABAE50B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3B7531-736D-4685-8696-65E0DF70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5F16B8-EACA-4A2F-8A7E-ADE88643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c28dccbb6463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D29A4A-8F77-48C5-A1D3-7A808AA9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3C4A8E-180B-4C04-81E9-C0B46D32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B26713-B6A3-4DFF-B74B-E391F2E4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EEC3E3-0DB5-420F-8046-F51101A9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1F692D-516C-4BE5-8CEF-0780294E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B7FA59-99E4-4B09-AFAB-6D40B4B65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94A51D-2998-41D9-B2D8-49E46858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FB1DB4-A18D-4AC8-9555-20BB3B37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29F3B-2F62-448E-B156-1907EE6C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23D762-A157-482D-A0EE-1AC26CE38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E90F75-C104-429C-ABE1-289243FF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7D81C-363D-450E-8B49-365B3C361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91B29C-7C5F-4D6D-86BF-2AD40EDA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299B8C-4259-4B30-8962-A7CD7DD4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C3BA5F-6069-4E4B-9AC3-4F008BB3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99E6C0-96ED-4F34-A3AD-8F28EEA3E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4C9959-7785-4821-9D8A-B8D8899C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D1B345-A886-4912-8C38-6D796173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F179D3-0DA7-4496-B36C-6AB1B4CCA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79C672-A6DA-4E75-A8D6-C77EBA9E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3E541F-22FC-40CA-81FA-C64A9501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1E092A-0AEA-4581-BF8C-503AE366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B03066-D13C-4534-963A-5F32A48F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AAE9CF-0E4C-4E6C-BC94-E14805E1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CDE77F-CCD0-4033-8311-E4F1D86E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945877-97F1-4261-A8A1-18A17904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9D4EA3-8C06-40AE-9CBF-E74790F51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F4388D-7DDC-4390-B7AF-7D3F1D42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C947EE-6558-4C31-AF62-F3B04730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1221CA2-0D56-4434-B183-9ABF6D64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023174-C9B9-40BF-AFDD-1F9D2243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BD4073-08B2-43A5-9182-56F4DCDE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5BCCFBC-06CD-47D3-95A9-2751276C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4579BE4-9A58-4D37-87CB-90DE47927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E344723-16EC-4089-B12D-2C294824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6CC6BB-FE62-4FA4-AC7E-96B5EE30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6DDFA16-3CB6-4703-9ACA-999E7E87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B37BC99-A265-4D37-8820-2E43CE8A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526905-7139-4DB8-842A-93FCCF53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194D88-BE93-496F-9007-C360480A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BAAC5C7-2C6C-472D-A68A-007694AA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BBF2048-174F-42A0-B72B-1C2B0865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4526D1D-0CC4-495D-8E68-C2FC339D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85AE4BA-D5C9-4762-B456-D3ACC5FBE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3CF39B0-1E9A-439B-BCE5-BA18D017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5FD8280-B938-44D7-8E74-D2BD4D1C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C8C4E8-3227-4500-8C43-FE1FFC32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BF819A3-72B9-48BF-AB17-8E2C662E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4C0A82C-D9A7-47EF-A612-D9BC1868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7CA886-03A9-443A-958E-7869DCB3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354290-7101-45AE-ABF4-F3C1CF34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D0F315C-2453-4D2F-A701-7BB3B4E6F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3282359-C5E6-4FA1-B733-DAC6E349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A9C6D4D-6B6B-40B9-9852-8CAA934F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ABD9149-ED05-42AD-80D5-A2991FA6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16B9147-0612-4636-BF47-6B13FE181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02BE0E6-247D-4F16-8970-025D875E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E059B26-2D04-4A95-A4CF-32D21D21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8E1D4F-A5F8-47A9-AA91-BD3BD8E0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7AA038A-CC3A-4739-9896-02318631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8A81DCE-8D28-4BDE-98FD-AA9B4D13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BA7DFD3-41C7-4C1C-B34B-15C04FD8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D68E85C-9A7B-42BE-BB19-2589DA2B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129FD3D-87E2-4C4F-91C0-FF0AC2D91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0DB1188-78F6-4E32-AE8D-439AE329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2B56170-78BA-4C05-A821-C1259DFF2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8C7AB71-22F8-4EEE-BFC5-DA97F457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D254E10-B538-44A6-AB95-536A3774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EBCA13D-4936-4BFA-A064-147F5C2FD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7F39E51-6089-490C-A835-FF832E1D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448A564-4367-4880-A5B4-4D9EBAEF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6814255-C416-4F8A-8532-BAE33CE8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7A63BF1-8642-428B-B4F1-24E0A435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999F34C-8A10-421F-A8F0-81F32023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0B08F7C-86F7-4E29-83A2-EAC17287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463B736-87CC-42C1-A7A0-9D9B7552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554D56E-B3A0-437C-B364-641ED99A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B07AC0F-7D8D-4124-9C01-3734A7B1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0D1E528-5A2C-4B26-B4D7-C61833F7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8CB5A12-2D68-4546-92E2-0D7D5F0F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A12B5CC-7ED3-4C04-A0F6-04D226A8A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006CB80-C121-4C14-9E6F-B20EFD0B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19B1215-D4D6-464A-9061-1F203E60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6C312E0-5EDD-427E-A77A-1FDBD2CD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0902733-CFC7-49D5-9C96-563CAAEE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70A789A-F341-4581-999F-0A01CA8F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7AC26A2-5586-4847-88B7-3C741C17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33D7943-E3C1-4C09-AF14-080B6689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1304319-D4FD-4C4C-ABEF-E3292AC7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9272958-0BE6-4565-9C9B-6E6361629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7C3CB0C-D297-4FEB-AF8E-38F87D6C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7660801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2E2C104-30E7-4A1A-8BE0-F93A8291B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C9B67-4CC4-45DA-B5C6-AAEF9256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DDBC6E-0F24-4031-BE16-8C2074BD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A6EBE0-D22D-4571-856C-3ED20A94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76CF23-C3C5-4C1F-8A7C-406B48F8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7e17d3b01403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3146A4-4A6F-4BE1-B9DE-A5B04505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367ECA-2DCF-45E9-85E0-2001915C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FDDAE0-DEFE-471C-B684-48706814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D13616-920D-4BAB-B0B3-4FD46AAE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FF2120-12DD-4093-A854-C349D3E3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7C152D-D303-43DF-BE29-85D3E234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500CA3-FD16-4C71-B1A5-00FE09E72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E5D5C0-F256-4C68-8AA8-F5910AF1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E3C39A-B932-4C9C-86CD-CA6383FB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6D5A0D-16B2-47E4-BDAF-6B610F2BD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09D6B-B200-4F7D-BE52-EDC5759A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5F2BD-5BC4-4A01-8F1C-CB2B03F5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EA3F1D-C342-41FA-894F-632B2A55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CEB314-8941-41EC-800A-7509C365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F84523-0DBB-4FC9-B383-BFC9A846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B90311-40B0-4C75-AC6F-98AC3668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EF291B-43BC-48B5-8995-03F7B15A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AD988F-CF0A-4891-8479-72622F07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4B5665-5774-4045-98C8-DE0CCAF3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27B8A0-1472-4634-AFCA-78B5B317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59745E-3C67-41C3-AB20-684E501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B89C55-ABAE-4D7E-B49E-C35A7A9F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5C1022-1FE7-4AED-B581-BB96F64D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44444A-82F3-4C5B-AA7E-C2365068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DEFE53-7E5A-4CE3-9762-01E6423E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09B8B5-2BBB-4E10-80D6-12C92B4C2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4001DB-93CA-4895-8823-412EF98FF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D313E2-7926-44A4-AA41-AA480C51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C5FC18-72FF-47F2-82B1-787CBCB0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DFBDEFB-BB3F-4A18-8FE4-63FCC10A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871B49-ABC5-4C71-89FC-6371894E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E04E0F1-CBE0-4792-B2EC-CD7CBCA1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6B5C05-4C7F-4DDC-8847-70C69A1E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29F352-D8E1-4A58-82D1-0ED417A4A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6F8F94E-9CA4-4B21-A854-283C2F22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FD972F5-A589-4CF4-BCED-64D64221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19B7CF5-14A9-4FCB-80BB-ECADB2717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D436F5C-B31A-40EF-862F-9FB5E520A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59F60BD-ED3D-40C9-B25D-664F7EC0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7E8BFF3-2371-4D69-8EC2-08F20B6F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6171EB1-5BCB-4FD5-91AC-A657116F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B21A9D1-B52D-4E34-9FB3-E7456004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6A8D590-AB4D-4646-AFCE-C6045C89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1089B8F-C6FF-48EC-ACBA-DC23E3BA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6D26E99-B427-4EA8-85AB-89A0880F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53286FE-CDE3-4697-B7D1-1F0A7327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EEE6B75-C3C6-4FDB-82F1-C28DE422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5480834-9A22-4390-BBEC-5AF25811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EAC123F-E0AD-471A-980A-4B736D9C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4B18D0-40D4-4DA6-BB31-73B42069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7CAD69E-31DA-434B-BDEC-65A2EE2F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E4C083B-F7B5-4849-913C-74332556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9BEF956-4BEE-4850-9DDB-2EA8417D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98CCA45-2E4F-4F38-940D-E03FA7F1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72DA6BB-8A95-4494-8CBC-B0EB427C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D17FED2-868F-40A9-873D-AD938C75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03C299D-DE16-4170-919A-7BB0AA0D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00A850B-D357-452B-A3E2-43EC74C0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FA28DD4-F4EA-492D-87B4-E560C0BC4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B1C11FC-8418-4991-B0AA-655EDEC8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1E216DF-5463-4EBA-962E-D7A8E462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398C299-8FA3-4D14-8F88-8FF50AA7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A88FF0C-96C9-47AB-815F-36B32C5E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24A9086-7E9E-400A-89D5-75C285CB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2191F15-D86F-432F-B594-33291D92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81152DC-2C6F-43E4-A332-14A4A777A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3F96780-1EFD-4A32-9E57-99FF5A39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7DB7E54-E279-4141-9B7C-1D9044D1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9A7A77E-02C8-4784-99F8-96D610ED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D2D5460-1E2B-4B39-ABBE-D1DAB273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BAB8FD5-E053-465C-8B6C-072F4ACD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BC7A61D-A95A-4BDC-83B6-7B0A6716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3EC2B80-646D-4F7C-B2D7-6C6FDE06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9799822-96D7-4860-AE94-9A5F59AF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E37B037-4ADA-411F-8109-CA487CBD4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0A5F5A3-F771-4FD4-9CD7-8A8C96AD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FB69CE0-E1E9-444D-83E4-EA0C073B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437DA7A-050F-4DFB-8178-CDE09055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D64F89A-4045-4C3F-829D-F3299147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5AF52AF-3278-47C9-8D7C-4B0CCB1E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CFC4A5E-417B-4B2E-8EEC-6A7E7399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323B948-219A-40A5-8D62-E048D5DF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A7E7FB1-C3C3-47A9-94C2-9F912DBF0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2DB8A09-4DAE-4823-A118-ED02838E6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D37452A-7341-462E-BAB0-479BD890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9970B98-56A7-412D-9799-8109CE8D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4828F6A-4AB8-41DE-919D-FF531B0A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434F1E3-88E4-46F6-9545-B4FD3D97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DDF3716-12D8-40A4-80E2-409BAF08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123E26A-EB98-4A9C-B74C-5C9715C39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7E23D81-E965-47DD-A9C1-895F794C0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1AA6692-98C0-4DE1-A928-233E90FA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EB05821-7FCC-44A5-BEAE-92EA1C7E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F53E9FC-7DA0-48DF-893A-2127B016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A76E9B4-AE6C-4EEE-BF8E-AA8668EA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98705360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BF3F51C-8504-4F3D-A398-B0C8CC7C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9F23A6-563B-4E2F-B677-19A537BA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E9657E-AAB8-43CB-B79B-8EC96976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C81515-0E70-4F55-A4C7-A87A6622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02D63-6038-4DD0-9066-018F61B5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398c963f0049f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CB766C-9A98-4A90-9FCF-342F78A9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92681F-AD9E-45CA-90A6-E3CA56858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4AB33C-7F81-4120-A824-9310691D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44E7A7-4A43-4B0C-AB6A-E73EF539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D4F2DD-356C-45A8-8B02-C3490223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4D8F93-F1AE-480B-B4CB-FD34330A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869989-DED2-49A5-9AF8-E7100755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652A17-284A-47DE-B568-570F119E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2AE6B6-4B16-4CBD-A90C-73A86AD8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BBF8BB-E7C6-41D8-8740-5B12046F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E73CF9-03B4-41F9-89D7-C542E8BF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A9BAE7-9FAC-4FCC-8A10-F34DB5C0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C87B47-7E85-447E-ADDF-31F7AB5C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158A05-D875-4319-98ED-701A0CD9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F816C6-CA7C-42B2-9A8B-7296C54C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1DDBF4-0449-4D8F-A108-472C1FF4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E4AAD5-AA12-4116-8783-958FDA1D0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C8F3AE-27C4-4D76-9F25-3B662A54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6C4A5E-5C8F-458B-A35A-F9519AAB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F04109-FA3C-4039-98B9-CCE9D8013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5ADAAC-909D-463A-A77E-1833AADA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72478D-97F8-490F-9736-0B29B6237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ED0913-2543-4B5C-BB90-18244B24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3DC647-AE0A-46C0-A4EC-F5C77143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89CCDD-88FC-4BF3-BB1D-B2ACCE51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A46871-883A-4028-A029-CB042375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CF5F49-F308-47F6-B344-0791BF6F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3FF2E7-26AB-405F-9397-EBFEE140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86EA1F-AB95-46C9-9A25-45F35182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A6DAB4-C32D-4B9B-BD5B-6EEB02E0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0A5B46B-DADF-45E1-8FD3-4BD5955E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FAAB96-0832-4AC7-8261-CD4BCE74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4F78F6B-E026-4992-9A87-640336B19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4E5556E-65BC-4DF3-AF67-28D92C40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D63E89-830B-46B3-8A18-ADF1B50D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135518-B905-45F1-9379-AACBEFE6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83BEF1F-AE13-4AEF-8268-330FED32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ACF392B-CB8B-4765-9C73-C5D4EB02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3F86D73-8DEC-4016-B682-2EC8FE01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CA4F3EE-F757-4414-8D71-4E6144C2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B2E340-83F7-4B33-9DB7-D94331DF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D21C36-BF7E-4767-8876-FDFAFCF0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AC2EBFA-C9FE-4309-874E-2A383399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DD5F231-7FAE-402A-B79B-35F9202C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56F947B-7FBC-4462-90D9-D852D1B9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418C81-BA80-4DF8-8EF8-D38DE2B3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F2D6C69-6E0B-4F40-BA32-7819E238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472655D-4620-4CF1-892C-D7126E71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12AA0B1-24A4-4826-A86C-CD47437A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D884FAF-B314-4B79-BC87-B9101F08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9451466-C155-4681-838B-8E1613AB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F4E135A-2AB0-40A9-B658-6DCB0132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BD06BD6-A40A-4D6C-B198-196E738E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F356BD1-A7EC-4795-BB8C-58D880EF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7CD562D-122A-4AC7-BC83-B123BFC4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3C40836-2768-433D-8201-9D8673B92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99AF9AB-4E0D-4269-A866-E1464D08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5A8FC67-E671-4D24-B218-A44111429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3721D51-230D-4B8C-BFD2-8819C64B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A7923BB-453A-4A99-8DC0-555267A4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2866A91-082F-4E1E-B77D-7C7B7EE6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156AAFD-F644-4FAF-BF95-1FC2441DA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2B303B9-3D46-4507-B15A-E083F4BE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24BF1A0-4AC1-4D92-BDA3-B6164F925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5B381A6-EA61-4074-912F-CF3D18E3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14B089A-31C0-48DB-AB05-7E04E80B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D86AF7E-48A2-4AD3-80DB-AF7DE903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F22A2AD-6E9A-45FE-8680-60DD714E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E86EEEF-B1E9-4CE2-B336-551942C9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B9B591E-41D3-43D0-BE25-0B84B113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433FE8A-A033-499C-AF21-37D95AC82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961CDCB-70EE-415B-AB15-CFDD4F5A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27F7FC0-8EEC-4305-AECC-90A9160B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956D7E6-DFA8-427F-8A16-BC0D262DB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43C1471-3A06-4865-B104-0977F0C0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8358CEA-7D7C-4DEC-AFE7-4AF281744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54A6004-6C37-484D-B7EB-902FCFA7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1273BE4-395A-41FD-8D58-637E2BE1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1E10172-D774-4816-B6F8-7EB7DFC5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027EFCD-DBF3-4DF3-99E9-04B6A105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2E01E3E-A774-43FD-ABDE-53A6E0A1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6186A65-F1B3-46DA-8AF8-B2D3699E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BCDB63F-B756-4A7C-BE43-BE9A950B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2005698-1E3F-4832-A47E-85301D37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5F7A225-A546-4D0D-B336-5484EFAF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65E6179-7639-43B1-A6A0-390A8ABC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C3F73E7-A23B-4F2F-94D6-15DDE7B9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10BA5AB-6FFA-4CD1-918C-4187EE46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C602751-BA6A-4D9B-9895-379D9496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55221391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057E91F6-E427-44E5-AFC1-327F619E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E670DD-EE54-46E9-9ADB-B03D1711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E8D1B-14E0-4124-B3D1-B4A903FD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DE5375-627D-4C19-A4AF-81D9DFEB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771C7D-F2BA-421E-B599-B68A3092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d701ef974b4b0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0B84A9-AAB6-4C52-ACB6-CA250625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2DB70B-D7C1-4EA3-B5CE-01396588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20E107-13CA-4EE7-8094-CB01BB5A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61E5A-5DFF-4F2F-98DD-153C9B47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76F38E-E5F5-403C-A597-8590372C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DCB0BD-C363-4F84-9DB4-859B4F60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6570C5-1531-4551-9A4A-E159FF24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92392E-4162-4456-8EDC-C4E000BC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2082AC-A2FF-458B-8020-820692B4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8735CA-D651-406C-9765-B7DCF632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22526F-048A-48F1-B01A-22E85D71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170A33-5070-4DD0-94A7-660DB02E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60FBD9-9B48-4461-8806-00BF9FAD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3AE6B4-03AE-4C60-9E4A-96E6E755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0AD4E5-0C23-40C6-88FD-1B863574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CBDE92-DF7C-4174-A75F-7EE66C37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D7994E-03B7-49E2-83B6-E8DDBDE4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C7ED18-9D2C-4B2D-AFD8-8DF596CD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92F9CD-0151-4202-A791-D101D812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CCF41D-59DC-4DC1-B1A5-44220FED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B0F4A6-6F89-48C5-AC88-ED467AFD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164A34-A2DB-453A-BA8B-B9143153F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58953-F3DF-4B9A-9067-4886A123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49A170-B5C9-4B4D-BCB6-EC4E8A16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49F625-7DE9-4207-8774-2D933EFC3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188BE9-BD84-4846-9C28-1BDE5D75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61EC19-9773-45E6-A524-95CCEB93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BB95188-2F47-446B-9902-CBE078A3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1E3171-5C67-446C-A26C-4BA3C2B7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F5AF0D-AC5D-4017-AFD2-70C5C1B9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526461-A8D2-451E-B99F-E662DB05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86AC9DD-511D-4FDE-BA72-6023DB93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893F5A-ED9C-4FA6-81FD-83B50EED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6D310C-D895-41D9-80AB-60F454F8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7925133-6841-4F93-9D17-C99507D7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F9C2B42-8FA9-48B6-AB0F-06ABFC05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9CD7995-42CA-4FEC-9CC2-5EE68260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FC1BB7-E918-4FF3-B3C9-8C967781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CB240E2-A43F-45B4-835A-96AFE6DD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700FFF-8FCF-47C9-83EC-1AE29132A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E044F91-BE51-481D-941E-D53F1568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5DB4B71-9EAC-4112-97FC-A626DE73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1FA3819-5723-4D0B-8D9A-20AF3E18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B9446A4-717E-467A-AA1C-F61E319D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BAEBE5B-7EA7-4EF5-9041-EA4AD930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37DE771-9F4A-4C7A-9B99-D8F65ABF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C8DB314-0271-4390-A543-549828AC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DF1E8AE-79D4-44BC-A247-3329931E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635F892-705E-401E-8194-024E8E8F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44AB15B-13AF-4084-AD95-20CED58A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76B2873-E82D-43AE-8C2D-9EAB8679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1D31DDB-7CF2-44D8-B8E6-42E3423A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25A6CB9-42B1-4BA0-AFD0-E9F3DF76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79418B0-B18A-47D3-8B0C-9744505D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AADD36B-63A3-47CF-B03C-1B510179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7F5A2CA-91C7-4863-A92D-4DC8CB45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9608549-E5AA-43AD-8939-F70E93D1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7BDAEBC-E60C-461D-9A35-594C33A7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1ED6EF2-F5B8-459E-8568-6A1BB4EF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F475C7A-9545-43A0-B793-B3C99281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8BF7B8D-A1D8-4B2F-9962-D8BFCBE42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73CD168-D3CD-4F89-A11F-1B9D145D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0033AF7-7032-46E3-B194-1F4739F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31FD640-7A82-432B-B91E-357DB6C9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B0E7371-B290-4362-8F87-FC19ADAEB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77CD6D3-30E8-4C56-9745-FF116A2C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0B345B7-E95D-401E-A2E2-54EE3EEF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2E0234F-CE89-44C7-9A80-B005841DE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07F2921-E105-47FE-928A-C2DD2FBC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82C7C35-A1E1-477E-AB92-EA606239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4BC733F-F624-4BBA-BC16-59CAC2FE9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0EE4D6A-77C7-4720-B63D-9DFA1544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5E2DFA1-5C17-4EA2-9CE7-32CACB6B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7CC8936-F619-4A8D-8CDB-B43B30C9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460A8F7-EB62-4A97-99CF-E06AED04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7F8D26F-766D-4407-B032-42956354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275C5C2-30DA-484D-901F-944FBACB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712B907-635B-41BF-8C46-94E5CA7F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77646E2-2EAF-4860-BAB8-877AAD56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FAD9BAB-7A7A-4DCB-834C-4C2EDDE2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414F966-5EE6-4EE3-AC18-72AC8FCB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28D0A13-B7C8-4562-9B3A-4AE23AFA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7E5C6F8-1AB8-4D50-9005-9BD9FB55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76DA2CA-C431-4D4C-AEF7-BA18BAF3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5BCD247-E130-4F83-9325-41D0D1B8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BAA59D9-78C5-40E2-8D1F-2C414E9F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0E769E6-0D89-48F3-91FD-E6B055E4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F16A2EE-74E5-46F3-BBA9-40EC34E6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FB531CD-BBBE-4EB1-B44A-03AD0F44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C270740-A0C2-479E-A17B-EB436FEC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EEFBBAD-287E-429D-8207-B492734C6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A8DDD55-DEF7-4839-9CCB-04567333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2B1CB2F-BB73-471B-BBD2-397F1FC3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4B87557-C869-4C6F-8EB6-EC86D146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2DC0FE7-D3B8-4BF2-901B-1CE50235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89F3CF4-C3B4-4732-9368-8351A847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0D4A40E-C0C9-4DA9-A2E2-B9A0A649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E7B9BE12-FC32-4B0F-AA71-4407CED2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14E375A7-A86F-40A3-AE46-AD220AC8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0AB7944-AB6A-4E81-9AC1-D064CFBD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2A24BE4-3501-479F-A31C-6C1CA050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8CDC2FD8-A058-4734-9810-37E04888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06470DF2-4EE9-4949-BE5B-AA01DCA7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68824BC-629E-4298-8FCB-045E3D62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79B3C4E-49A6-4623-BF34-4054332A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F1C5DBBB-A22F-4FC3-909A-7F2A45E6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8CB395F-B384-46F0-98CE-151D358A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A04BFCF-8A2B-4681-8C3B-ECFA630A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1D5B8C51-69FD-49F1-8751-A36D68915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AC12E344-D38B-4FEF-BD49-D87273B5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CB1F0FA-5D77-43B0-8D3E-8ACFA4C9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3C423530-EBD3-4ECB-965B-418B3335E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0492BED-3AE8-4C04-B1CA-B0F27A93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83ED95F-2A3B-46D7-B5C0-A5230BC95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263461F-5D1E-4942-9D9C-11ADB128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65442701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4889C8-DB0B-490B-9990-5AE8C671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29BAE-B75F-4620-8F68-F0963381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5DAA5C-F500-44B8-80A6-11500634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0D4105-2C5A-4B9C-A26E-8460663C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cedf80c4140a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625FD3-2383-46D8-A99A-FD873C08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3CEDF7-4E40-4734-83EC-8A08E203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2dcab7d10240ad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2601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2026-09-18T01:35:10.6300000Z</dcterms:created>
  <dcterms:modified xsi:type="dcterms:W3CDTF">2026-09-18T01:35:10.6300000Z</dcterms:modified>
</coreProperties>
</file>