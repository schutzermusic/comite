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e687ae725944d4" /><Relationship Type="http://schemas.openxmlformats.org/officeDocument/2006/relationships/extended-properties" Target="/docProps/app.xml" Id="R2a52546387014425" /><Relationship Type="http://schemas.openxmlformats.org/officeDocument/2006/relationships/officeDocument" Target="/ppt/presentation.xml" Id="Rd7679506a08e48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750aeecf3640b3"/>
  </p:sldMasterIdLst>
  <p:notesMasterIdLst>
    <p:notesMasterId xmlns:r="http://schemas.openxmlformats.org/officeDocument/2006/relationships" r:id="Rb38e4b83060746ce"/>
  </p:notesMasterIdLst>
  <p:sldIdLst>
    <p:sldId xmlns:r="http://schemas.openxmlformats.org/officeDocument/2006/relationships" id="256" r:id="R84218ca74f104a3f"/>
    <p:sldId xmlns:r="http://schemas.openxmlformats.org/officeDocument/2006/relationships" id="257" r:id="Reea372e4ef134035"/>
    <p:sldId xmlns:r="http://schemas.openxmlformats.org/officeDocument/2006/relationships" id="258" r:id="Rade8c9e7cae74128"/>
    <p:sldId xmlns:r="http://schemas.openxmlformats.org/officeDocument/2006/relationships" id="259" r:id="R8764b359e6e8414e"/>
    <p:sldId xmlns:r="http://schemas.openxmlformats.org/officeDocument/2006/relationships" id="260" r:id="R08f23221334b4fc5"/>
    <p:sldId xmlns:r="http://schemas.openxmlformats.org/officeDocument/2006/relationships" id="261" r:id="R0473c12f1f994608"/>
    <p:sldId xmlns:r="http://schemas.openxmlformats.org/officeDocument/2006/relationships" id="262" r:id="R8e0ac56cefc84d62"/>
    <p:sldId xmlns:r="http://schemas.openxmlformats.org/officeDocument/2006/relationships" id="263" r:id="R2eaf92694ddd4d40"/>
    <p:sldId xmlns:r="http://schemas.openxmlformats.org/officeDocument/2006/relationships" id="264" r:id="R9e1ec38579ad4de5"/>
    <p:sldId xmlns:r="http://schemas.openxmlformats.org/officeDocument/2006/relationships" id="265" r:id="Reb74a16236b84668"/>
    <p:sldId xmlns:r="http://schemas.openxmlformats.org/officeDocument/2006/relationships" id="266" r:id="R7265832bb24a4068"/>
    <p:sldId xmlns:r="http://schemas.openxmlformats.org/officeDocument/2006/relationships" id="267" r:id="R5fe799de009f4513"/>
    <p:sldId xmlns:r="http://schemas.openxmlformats.org/officeDocument/2006/relationships" id="268" r:id="R0abb629733024234"/>
    <p:sldId xmlns:r="http://schemas.openxmlformats.org/officeDocument/2006/relationships" id="269" r:id="Re04c1baac0414102"/>
    <p:sldId xmlns:r="http://schemas.openxmlformats.org/officeDocument/2006/relationships" id="270" r:id="R0ae7e89b43c1492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9f1a315b31d4f6d" /><Relationship Type="http://schemas.openxmlformats.org/officeDocument/2006/relationships/slideMaster" Target="/ppt/slideMasters/slideMaster1.xml" Id="R84750aeecf3640b3" /><Relationship Type="http://schemas.openxmlformats.org/officeDocument/2006/relationships/notesMaster" Target="/ppt/notesMasters/notesMaster1.xml" Id="Rb38e4b83060746ce" /><Relationship Type="http://schemas.openxmlformats.org/officeDocument/2006/relationships/presProps" Target="/ppt/presProps.xml" Id="R5caecc6b5f3944a4" /><Relationship Type="http://schemas.openxmlformats.org/officeDocument/2006/relationships/tableStyles" Target="/ppt/tableStyles.xml" Id="Re64e4fb39149499f" /><Relationship Type="http://schemas.openxmlformats.org/officeDocument/2006/relationships/slide" Target="/ppt/slides/slide1.xml" Id="R84218ca74f104a3f" /><Relationship Type="http://schemas.openxmlformats.org/officeDocument/2006/relationships/slide" Target="/ppt/slides/slide2.xml" Id="Reea372e4ef134035" /><Relationship Type="http://schemas.openxmlformats.org/officeDocument/2006/relationships/slide" Target="/ppt/slides/slide3.xml" Id="Rade8c9e7cae74128" /><Relationship Type="http://schemas.openxmlformats.org/officeDocument/2006/relationships/slide" Target="/ppt/slides/slide4.xml" Id="R8764b359e6e8414e" /><Relationship Type="http://schemas.openxmlformats.org/officeDocument/2006/relationships/slide" Target="/ppt/slides/slide5.xml" Id="R08f23221334b4fc5" /><Relationship Type="http://schemas.openxmlformats.org/officeDocument/2006/relationships/slide" Target="/ppt/slides/slide6.xml" Id="R0473c12f1f994608" /><Relationship Type="http://schemas.openxmlformats.org/officeDocument/2006/relationships/slide" Target="/ppt/slides/slide7.xml" Id="R8e0ac56cefc84d62" /><Relationship Type="http://schemas.openxmlformats.org/officeDocument/2006/relationships/slide" Target="/ppt/slides/slide8.xml" Id="R2eaf92694ddd4d40" /><Relationship Type="http://schemas.openxmlformats.org/officeDocument/2006/relationships/slide" Target="/ppt/slides/slide9.xml" Id="R9e1ec38579ad4de5" /><Relationship Type="http://schemas.openxmlformats.org/officeDocument/2006/relationships/slide" Target="/ppt/slides/slide10.xml" Id="Reb74a16236b84668" /><Relationship Type="http://schemas.openxmlformats.org/officeDocument/2006/relationships/slide" Target="/ppt/slides/slide11.xml" Id="R7265832bb24a4068" /><Relationship Type="http://schemas.openxmlformats.org/officeDocument/2006/relationships/slide" Target="/ppt/slides/slide12.xml" Id="R5fe799de009f4513" /><Relationship Type="http://schemas.openxmlformats.org/officeDocument/2006/relationships/slide" Target="/ppt/slides/slide13.xml" Id="R0abb629733024234" /><Relationship Type="http://schemas.openxmlformats.org/officeDocument/2006/relationships/slide" Target="/ppt/slides/slide14.xml" Id="Re04c1baac0414102" /><Relationship Type="http://schemas.openxmlformats.org/officeDocument/2006/relationships/slide" Target="/ppt/slides/slide15.xml" Id="R0ae7e89b43c1492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b0b36ab7ee47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c9b14ef3924d04" /><Relationship Type="http://schemas.openxmlformats.org/officeDocument/2006/relationships/notesMaster" Target="/ppt/notesMasters/notesMaster1.xml" Id="R0a18ff0595bb44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0b6909bad44dc4" /><Relationship Type="http://schemas.openxmlformats.org/officeDocument/2006/relationships/notesMaster" Target="/ppt/notesMasters/notesMaster1.xml" Id="R59846bb7b24a48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258b049f3c4a81" /><Relationship Type="http://schemas.openxmlformats.org/officeDocument/2006/relationships/notesMaster" Target="/ppt/notesMasters/notesMaster1.xml" Id="R36a6843f540043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dc86dd0fc1847e1" /><Relationship Type="http://schemas.openxmlformats.org/officeDocument/2006/relationships/notesMaster" Target="/ppt/notesMasters/notesMaster1.xml" Id="R07aafa959d5742b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48f518b03d4885" /><Relationship Type="http://schemas.openxmlformats.org/officeDocument/2006/relationships/notesMaster" Target="/ppt/notesMasters/notesMaster1.xml" Id="Rec6253affbff43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0aaaabd97d4842" /><Relationship Type="http://schemas.openxmlformats.org/officeDocument/2006/relationships/notesMaster" Target="/ppt/notesMasters/notesMaster1.xml" Id="Rbc8889f05c3e4f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8d5e1739004208" /><Relationship Type="http://schemas.openxmlformats.org/officeDocument/2006/relationships/notesMaster" Target="/ppt/notesMasters/notesMaster1.xml" Id="R0b7361ecc34846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d0a14487a9a4eca" /><Relationship Type="http://schemas.openxmlformats.org/officeDocument/2006/relationships/notesMaster" Target="/ppt/notesMasters/notesMaster1.xml" Id="R2e713c02946c46e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665c62204b4039" /><Relationship Type="http://schemas.openxmlformats.org/officeDocument/2006/relationships/notesMaster" Target="/ppt/notesMasters/notesMaster1.xml" Id="R56f38c7b038d4fe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3ae87bffb384047" /><Relationship Type="http://schemas.openxmlformats.org/officeDocument/2006/relationships/notesMaster" Target="/ppt/notesMasters/notesMaster1.xml" Id="Rfb9b01acb3f44ce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39b6ca352484d6e" /><Relationship Type="http://schemas.openxmlformats.org/officeDocument/2006/relationships/notesMaster" Target="/ppt/notesMasters/notesMaster1.xml" Id="Rb91a8230fec04f9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ac01068ddf440be" /><Relationship Type="http://schemas.openxmlformats.org/officeDocument/2006/relationships/notesMaster" Target="/ppt/notesMasters/notesMaster1.xml" Id="R671d1ca34f5743a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49da592163e4389" /><Relationship Type="http://schemas.openxmlformats.org/officeDocument/2006/relationships/notesMaster" Target="/ppt/notesMasters/notesMaster1.xml" Id="R3a915ad0f19e4fc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30fabb591434ac5" /><Relationship Type="http://schemas.openxmlformats.org/officeDocument/2006/relationships/notesMaster" Target="/ppt/notesMasters/notesMaster1.xml" Id="R4bb30e1087024d8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05f46d2277d4c5f" /><Relationship Type="http://schemas.openxmlformats.org/officeDocument/2006/relationships/notesMaster" Target="/ppt/notesMasters/notesMaster1.xml" Id="R0b59380cd93c46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436e4f20cf42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866c3ca57a4773" /><Relationship Type="http://schemas.openxmlformats.org/officeDocument/2006/relationships/slideLayout" Target="/ppt/slideLayouts/slideLayout1.xml" Id="R3a9adfa6afe148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9adfa6afe148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32052934249d0" /><Relationship Type="http://schemas.openxmlformats.org/officeDocument/2006/relationships/image" Target="/ppt/media/image.png" Id="R197981d48de64c9f" /><Relationship Type="http://schemas.openxmlformats.org/officeDocument/2006/relationships/image" Target="/ppt/media/image2.png" Id="Rc0a382093dfd4274" /><Relationship Type="http://schemas.openxmlformats.org/officeDocument/2006/relationships/notesSlide" Target="/ppt/notesSlides/notesSlide1.xml" Id="Rf3ee6f11fb6a4c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18850b34c4570" /><Relationship Type="http://schemas.openxmlformats.org/officeDocument/2006/relationships/image" Target="/ppt/media/image3.png" Id="Rf8dce303373a4928" /><Relationship Type="http://schemas.openxmlformats.org/officeDocument/2006/relationships/notesSlide" Target="/ppt/notesSlides/notesSlide2.xml" Id="Ra972c5fc26874e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c8eecc5b64d10" /><Relationship Type="http://schemas.openxmlformats.org/officeDocument/2006/relationships/image" Target="/ppt/media/image4.png" Id="R1cd9b3008a274b31" /><Relationship Type="http://schemas.openxmlformats.org/officeDocument/2006/relationships/image" Target="/ppt/media/image5.png" Id="R713f82cb8b3a43b9" /><Relationship Type="http://schemas.openxmlformats.org/officeDocument/2006/relationships/image" Target="/ppt/media/image.svg" Id="Rbfe182a27c0c4416" /><Relationship Type="http://schemas.openxmlformats.org/officeDocument/2006/relationships/notesSlide" Target="/ppt/notesSlides/notesSlide3.xml" Id="R7b2ad1fcca524c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051a844c3f4e50" /><Relationship Type="http://schemas.openxmlformats.org/officeDocument/2006/relationships/image" Target="/ppt/media/image6.png" Id="Rf5f4bc448f254a7f" /><Relationship Type="http://schemas.openxmlformats.org/officeDocument/2006/relationships/image" Target="/ppt/media/image7.png" Id="R992e65de31c74152" /><Relationship Type="http://schemas.openxmlformats.org/officeDocument/2006/relationships/image" Target="/ppt/media/image2.svg" Id="R73f23882afbe436e" /><Relationship Type="http://schemas.openxmlformats.org/officeDocument/2006/relationships/notesSlide" Target="/ppt/notesSlides/notesSlide4.xml" Id="R82918026c7fa43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0f998e0cda4ec4" /><Relationship Type="http://schemas.openxmlformats.org/officeDocument/2006/relationships/image" Target="/ppt/media/image8.png" Id="Rcdddd871ae844271" /><Relationship Type="http://schemas.openxmlformats.org/officeDocument/2006/relationships/image" Target="/ppt/media/image9.png" Id="R692d3ec33c424404" /><Relationship Type="http://schemas.openxmlformats.org/officeDocument/2006/relationships/image" Target="/ppt/media/image3.svg" Id="R3cb002f4a90b4496" /><Relationship Type="http://schemas.openxmlformats.org/officeDocument/2006/relationships/notesSlide" Target="/ppt/notesSlides/notesSlide5.xml" Id="R19b99404dd0046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120430d67c43d6" /><Relationship Type="http://schemas.openxmlformats.org/officeDocument/2006/relationships/image" Target="/ppt/media/image10.png" Id="R77f7b1c9500f4cef" /><Relationship Type="http://schemas.openxmlformats.org/officeDocument/2006/relationships/image" Target="/ppt/media/image11.png" Id="R8ea07740f51b41d4" /><Relationship Type="http://schemas.openxmlformats.org/officeDocument/2006/relationships/image" Target="/ppt/media/image4.svg" Id="R16d29c3569894436" /><Relationship Type="http://schemas.openxmlformats.org/officeDocument/2006/relationships/notesSlide" Target="/ppt/notesSlides/notesSlide6.xml" Id="R0404b95e9bcc4b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78b97f64f645ba" /><Relationship Type="http://schemas.openxmlformats.org/officeDocument/2006/relationships/image" Target="/ppt/media/image12.png" Id="R3a1c6f3427a44921" /><Relationship Type="http://schemas.openxmlformats.org/officeDocument/2006/relationships/image" Target="/ppt/media/image13.png" Id="Rcf0efb46f90046c4" /><Relationship Type="http://schemas.openxmlformats.org/officeDocument/2006/relationships/image" Target="/ppt/media/image5.svg" Id="Ra77e9726d5854e02" /><Relationship Type="http://schemas.openxmlformats.org/officeDocument/2006/relationships/notesSlide" Target="/ppt/notesSlides/notesSlide7.xml" Id="R7802faa7ae5c4a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bcfdf847d4f2e" /><Relationship Type="http://schemas.openxmlformats.org/officeDocument/2006/relationships/image" Target="/ppt/media/image14.png" Id="R66926f8350744771" /><Relationship Type="http://schemas.openxmlformats.org/officeDocument/2006/relationships/image" Target="/ppt/media/image15.png" Id="R450a9798d14746af" /><Relationship Type="http://schemas.openxmlformats.org/officeDocument/2006/relationships/image" Target="/ppt/media/image6.svg" Id="R4c4d9ad011d34710" /><Relationship Type="http://schemas.openxmlformats.org/officeDocument/2006/relationships/notesSlide" Target="/ppt/notesSlides/notesSlide8.xml" Id="Rc7ceb9e5741949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3f2dab54f04487" /><Relationship Type="http://schemas.openxmlformats.org/officeDocument/2006/relationships/image" Target="/ppt/media/image16.png" Id="Rcdfbf1b53d7b4c0c" /><Relationship Type="http://schemas.openxmlformats.org/officeDocument/2006/relationships/notesSlide" Target="/ppt/notesSlides/notesSlide9.xml" Id="R1a3cf49734e34d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75b38434b74b08" /><Relationship Type="http://schemas.openxmlformats.org/officeDocument/2006/relationships/image" Target="/ppt/media/image17.png" Id="R2bf5e83ad1af488a" /><Relationship Type="http://schemas.openxmlformats.org/officeDocument/2006/relationships/notesSlide" Target="/ppt/notesSlides/notesSlide10.xml" Id="Re26f0b22dc594a8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4a7268b9d4264" /><Relationship Type="http://schemas.openxmlformats.org/officeDocument/2006/relationships/image" Target="/ppt/media/image18.png" Id="R0227ab2d77a74ac3" /><Relationship Type="http://schemas.openxmlformats.org/officeDocument/2006/relationships/notesSlide" Target="/ppt/notesSlides/notesSlide11.xml" Id="R51b2f9c3cea7428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f73daeb88d4648" /><Relationship Type="http://schemas.openxmlformats.org/officeDocument/2006/relationships/image" Target="/ppt/media/image19.png" Id="Rfac763c0db164090" /><Relationship Type="http://schemas.openxmlformats.org/officeDocument/2006/relationships/notesSlide" Target="/ppt/notesSlides/notesSlide12.xml" Id="R761885e4d905405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ef472401284ad1" /><Relationship Type="http://schemas.openxmlformats.org/officeDocument/2006/relationships/image" Target="/ppt/media/image20.png" Id="R7e1cde1767d94946" /><Relationship Type="http://schemas.openxmlformats.org/officeDocument/2006/relationships/notesSlide" Target="/ppt/notesSlides/notesSlide13.xml" Id="Rb30eab378e77433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94d9e5eb544182" /><Relationship Type="http://schemas.openxmlformats.org/officeDocument/2006/relationships/image" Target="/ppt/media/image21.png" Id="Rf872e9c9c7de4867" /><Relationship Type="http://schemas.openxmlformats.org/officeDocument/2006/relationships/notesSlide" Target="/ppt/notesSlides/notesSlide14.xml" Id="Re62972fde8734be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4f118972f4656" /><Relationship Type="http://schemas.openxmlformats.org/officeDocument/2006/relationships/image" Target="/ppt/media/image22.png" Id="Rb291faa71688434f" /><Relationship Type="http://schemas.openxmlformats.org/officeDocument/2006/relationships/image" Target="/ppt/media/image23.png" Id="Re47fff6e54ba49d4" /><Relationship Type="http://schemas.openxmlformats.org/officeDocument/2006/relationships/notesSlide" Target="/ppt/notesSlides/notesSlide15.xml" Id="Red5cb6b3f68145c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72A174-B97A-4309-971B-F41E245B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773B5-31C4-4179-839B-78696FBA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8BECDE-E63D-4074-B085-4C233E8E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981d48de64c9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FBCE39-9CBF-4EF7-A9C0-FC4DE44C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EC6C17-E71D-4BFB-88CF-DD010857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a382093dfd4274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0A916A-45F8-41C3-9097-E22B51C2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F97153-E6EF-4EDE-B4CB-C24963B3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D6A39B-971D-4EFB-975C-113E8EFF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F80468-7AEE-4FE5-8C09-167F1695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4B41C7-58F8-44A1-947A-BCF72844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53E143-B081-433C-8440-804B039C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E643CD-F192-411C-930A-7E96E040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227666-FA89-4AF4-8073-CB30E00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A5080-028D-4131-9C9E-48996645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9253238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B724070-E976-45B0-A51F-323A8161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44179B-CA35-414D-9A57-8DD7642D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59CB9E-FAE7-4938-A7D0-CAC839A8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B509EC-EB26-4CD6-8B73-60FEED26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9C17BF-01EA-48F9-A086-DC1D30FA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dce303373a492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266DCB-31AA-49A8-86AA-28719C8EA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D10365-8058-4246-9112-EEF3CADA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A05EBC-228F-4CC6-AD96-3FBE9C18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34D19E-4611-4E53-832D-0C3B61A9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A76B19-F97A-4480-8ECD-4FED6728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10F085-4270-41DD-AEDD-1088C91E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FC9326-89C9-466A-9CCE-681386B8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DE0297-DF76-4A84-AF27-50D6E049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C98AA4-7DAC-4142-A141-10565A13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4770F9-AC9B-4884-BBC2-99658954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02C6FC-6B9C-496A-BEC1-14010604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7408F9-F2DE-41DC-B017-E92356AC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814243-91D0-4E6A-9454-8682D827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F2E80B-59E1-4C77-ABC3-A3DEDE92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C3FD8A-6EF2-427B-B035-813A294D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A5B16F-C879-48BB-95B0-79ED3F0E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9A65D9-B6E6-4DE8-9642-F7E5A4327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C8F2B9-A9B5-4B09-880F-76A73658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21101D-3269-47B1-9951-D213D3CD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B79ADA-5B9A-442E-A133-64A3882F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D990E9-417D-428D-9E4C-D6E9DEB95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FDC53D-6819-4A96-859E-542B1F4C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C5B8D7-37D1-4136-AEDB-D77B4677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6514FA-8603-4517-B7E2-D45CE6D33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CDEFF6-455B-4BB6-9FFF-C40A933B0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1387C2-8B4A-4810-8E74-B41DD5777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ADEC45-A2F7-4F6B-960D-E46239EA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32C1B72-A47D-483D-8AD0-8714A7CC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1C3E66-498B-40C3-B8E3-6FEA9417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C71C01-4350-4114-A22E-514DA190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AE0A7D-56A1-42E6-9153-44472EE8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E52CC4-63BC-4D85-AAAB-A3FD2AD3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62B81B7-32B7-4D28-89B4-C02D7247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4FEBDA7-7D77-4384-A58C-50389C0F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6ADA6B4-E70B-486C-BB8D-666E2027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20004808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0F86264-095E-43D4-8212-2B42A5D4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64C3F-46D4-4AB7-AB56-3EA6D177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449508-38E3-4E77-983C-B8196092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488FE8-7D4B-4EE3-90B5-AAB9D473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38F3B0-2BF3-433B-9B22-24321AE0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d9b3008a274b3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1EB0D5-9525-43AD-ADF2-2A1C452B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C30D71-6093-4283-B407-E5FBCEDA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144256-3862-491D-95DF-A4EB31A5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616ACC-FA79-4674-BCCF-7E1E92B0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768EB5-ADDF-4E2F-A78D-70F31A19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34402F-FCE6-402A-A186-1735868EF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8D3E20-4EA4-498C-AC40-11695E5E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01CE82-8CF8-471E-8998-80E15093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67A04F-77CA-402D-B7D4-B0E8BD9E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710730-0D34-498D-879E-07FB6087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4A03CF-C136-4BAA-8A9E-F1B8A6A1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6A9206-DEB3-4BAE-A991-6BF49A5C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8EA0B3-878A-47A6-84A1-94D43AF0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F97330-DDF3-4083-B399-F8A6D6CC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6C1EF1-CBBC-4676-AB6D-E6127287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F82551-712D-4C5C-8175-3658A353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4564C1-D081-4103-87CB-8B1B1971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4DA660-6F04-45D6-A969-634DAFAB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EA11B3-1216-4980-BFB6-E1CB7F4E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E2748C-6B27-442D-B7DE-F865F956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964384-C43E-4879-A833-E6B0345E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EC2AF3-F272-47F0-BBC4-2B88FD08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8F51B4-C0FC-434D-A1FF-7CF51C24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E9BC9E-6A9C-47EC-BC56-7F059DBFA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5F9AB0-6707-4BD4-B86F-74CBE893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713C36-1EBC-479E-84BB-861465A8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28E042-1F7C-41C4-A549-189768CD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B2AA32-75B7-4AA3-9B31-9790477B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7BB02C-6E8F-433F-869F-9BC7437B6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701282-D4B4-46E6-8342-EA9EEF69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49EB1C-FCA8-4F97-B88F-B01EC1EA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3f82cb8b3a43b9">
            <a:extLst>
              <a:ext uri="{96DAC541-7B7A-43D3-8B79-37D633B846F1}">
                <asvg:svgBlip xmlns:asvg="http://schemas.microsoft.com/office/drawing/2016/SVG/main" r:embed="Rbfe182a27c0c441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FF5E1A-C74C-4CA6-916E-D2086414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6503607-B2B9-47C5-B8A7-14917AD5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50BB3D-765F-48F7-8957-4E43D5A3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D6B660-99CE-4296-B82C-50AF6945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2080047-A06F-4A8B-9772-9251FA9C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E0CA7EB-1F14-47C4-98A4-FD9A9BB8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90A409-38B3-47A6-A57D-EF2E931D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D541D9A-8DAB-4B7A-82DA-2222F4B2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2B59657-ED43-43B7-B661-2DFC5CF8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067F3FA-76E5-4F30-BB7E-BAB2FACD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D377F05-71C3-4D3E-B499-01308155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6D581C4-5E79-493D-BC5C-4618B29C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AF8AC36-C647-4437-9893-C0443E3A3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C34E331-1AF7-48C9-A4D3-5A156AAE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6D33C78-A25D-4266-A416-D8AA2E4F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E910C10-0971-426D-B59C-7009DE54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894320C-F7B3-4971-8313-F5ED5A77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FEB4463-01E2-4F1C-925F-12A07C17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3E17DB4-0760-4D3A-835B-C03B91F9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671C13A-48F5-4922-A805-E53A867E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0FAD623-58D5-4A31-9E3F-5119344A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A73E347-5D6F-456C-B698-C7A0BA5F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25E904E-DF64-4483-804C-8B70202D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6A892BB-D4A3-420E-AF3A-8D90B222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C949579-A800-4502-926E-B1AA2F67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C45FFBA-C9B3-4E54-8646-F516FE80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228B36B-05D6-4EED-80F7-CD0BF9A4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838F40A-02E5-42DA-9B32-D6ED057F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28052FE-F7B5-42CF-98F0-187693CE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16EB373-19E6-43BC-BA0C-C42D2239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30414ED-76A7-4F49-BD65-A9BCC752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3702C94-7420-4CB7-BAB1-397B093F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B2B6640-48F6-48C5-BE05-6ADA8DF6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DC17353-EAEC-4F87-95FE-C6186CF6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310EC5-BD72-459E-A610-4FFCC770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435D935-36A9-410D-9FFC-F2FEE3E0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4E549D5-071A-4437-8C7D-7A109ACC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21354092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A3AB62-0705-4E99-8072-72F2BC2A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0D742-1AF0-44C6-A8B4-81DBDE7B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0BBC38-3641-4853-8FD2-A9ECA39D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9E8061-AF4C-48D5-BFA5-84FAF113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35CA8A-E8A9-49B1-84CC-F5E55161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f4bc448f254a7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889DB0-4DFB-46BF-AD87-2FFE8201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D49C4C-7C7D-4621-9BBD-CEAE7C84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A62822-536B-46F9-B60B-63430A5C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020E9-A1C1-4AAC-88EC-02BD966D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DC6586-B471-477C-B6C0-AE97712B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2e65de31c74152">
            <a:extLst>
              <a:ext uri="{96DAC541-7B7A-43D3-8B79-37D633B846F1}">
                <asvg:svgBlip xmlns:asvg="http://schemas.microsoft.com/office/drawing/2016/SVG/main" r:embed="R73f23882afbe436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B743DD-1628-48FF-A476-398F3E4F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2C6AAA-A675-4057-A8F5-FE066B99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8D73DE-DB49-4255-BBBD-C5A307A8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48FCAD-B25D-4BA0-983D-6E868DFE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2A3495-8E4A-4E63-8A89-A95B8AE13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CA8AFB-74B5-4296-8267-1B282CF7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62F924-0CBC-44F1-B736-5FC42EBC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C17B3B-3169-4D0B-BDA0-BBF7DFEF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49D086-E8DB-4620-A082-AE64949C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16DE7E-9AFD-4D48-B334-037991E27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7AC74B-D107-4339-9FDF-2F9CC30F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6520D9-2210-46FF-8C04-515C282B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3184F6-8766-4890-AA7F-6C05CC8D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7D464A-F0AA-4019-AF73-81444115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A737C0-8361-45FD-9AEE-1DF4EEF6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4DB8CE-D2DD-4EF4-8BD1-FC584221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012032-B73D-4543-ABA9-2F9A2816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4066690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717534-49C1-4026-9349-C377437C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C977B7-0B59-42C6-B31F-BC801864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26845C-965A-475E-96EB-386E649A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9469F0-24A4-46BF-B9A5-402676EE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9C7BA2-C272-4CCF-B826-E036D7DB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ddd871ae84427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9EBD1A-2D46-45C6-9A66-95EFC06D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2D2E9A-523F-4460-98CF-A4808453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2BFC49-E6C7-4BCE-9CDC-4F718BAF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7A7E28-0436-405D-9311-85C0A255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EB496F-BC0E-4EFE-B7CC-5D8F4DD2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2d3ec33c424404">
            <a:extLst>
              <a:ext uri="{96DAC541-7B7A-43D3-8B79-37D633B846F1}">
                <asvg:svgBlip xmlns:asvg="http://schemas.microsoft.com/office/drawing/2016/SVG/main" r:embed="R3cb002f4a90b449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1E461-3F33-4DAC-BF0F-D3022C74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E17AD-0E40-4365-9408-3B709DCD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EE39C5-7A58-4C15-9F58-B238EF10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956926-5588-4645-9E1F-EC919E99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B402A3-149B-4716-967D-0D58A1BD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223A85-F350-4763-A5BC-BA01ADFE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80CA6F-6B0E-4A72-AB75-D0FC92CE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48E860-32EB-473A-AACF-75CA65BA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683F51-89AD-4C91-A5E8-29E9FD44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CD37FB-E888-4C33-AFC8-8E04A70A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A5B6FD-D0E3-4BE7-9F95-5BF22272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3995DA-D769-4661-8A00-043DABED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C6F661-92D6-4348-BF48-B57DFBD7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68C57F-458B-4963-ABA1-095ECA66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0B6809-6CAF-4C79-A8EA-235874D1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2E27DC-D6E0-43B5-BCBC-8AA5197F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4BF10F-5438-4780-BD12-C4779395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F6C43C-50D0-463E-901A-E2B9B3B0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B84E8C-F202-4BA2-8C44-75690091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A56A70-E3A0-460A-B399-8FC77F18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6242662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977CB9-9AFC-4BF9-8D20-760B5A31F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DC3EB8-A3E1-4278-B948-3BC8646F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115C8E-E5D9-4043-91A1-BE1CC148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B4996-0C08-43E2-B0BD-24CE4F2B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6B15B8-385B-4C29-83FA-B484CF9F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f7b1c9500f4ce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142FE4-2D1A-4EA9-92D2-290C521E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6308C4-D315-46C8-B109-8C8C2765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F9EF59-C989-4875-97BD-94DBEE0E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C92F2D-D52C-41D4-93F8-827A6637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E40CA5-5D58-4CEA-AA8D-D994E0B2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07740f51b41d4">
            <a:extLst>
              <a:ext uri="{96DAC541-7B7A-43D3-8B79-37D633B846F1}">
                <asvg:svgBlip xmlns:asvg="http://schemas.microsoft.com/office/drawing/2016/SVG/main" r:embed="R16d29c356989443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838FC6-8DAC-4A1A-A796-4E58AE98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0D6684-588B-40FE-AFB4-6EA96F21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7E3402-B230-478E-90F0-02CB3673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686290-22E0-40AA-9F75-9EE427A3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109375-F519-4337-95AE-349433E2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BCBF9C-883B-4BD0-86EC-9E635EA4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CD97C6-29F3-4916-AF3F-59FCDF05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FC657A-D082-4647-962B-993A3A48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4B2CA6-54B6-4839-85B7-34B07E6D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B18E5C-481D-42A0-8285-1F26E78E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619531-5690-42F2-93F4-586EE77E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870E97-F4F4-4707-B0D8-280B1CA4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2DAAE5-B1E1-4BFB-A8EA-4DB01C17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77979B-C4AF-4DB4-8C4E-F58F448F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2795075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9EB339-48F9-4592-B087-30E8467A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18029-ADE3-430E-9B37-78E3A630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8BF408-EC82-465A-AC27-BD8DDA20B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D11F9-A17A-4796-B4DE-658AAB1F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D719E-07D9-4C1D-BAEF-E264047F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1c6f3427a4492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1343EF-7352-427E-B353-F14D6E3D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6412BE-C2DE-4172-B41E-DFFF6B7A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5F89AA-E900-4727-A623-E5A137094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C166A3-F87E-4FFE-AD21-84ED13A2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CA8BC1-0B92-4FC6-8D93-4C31858A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0efb46f90046c4">
            <a:extLst>
              <a:ext uri="{96DAC541-7B7A-43D3-8B79-37D633B846F1}">
                <asvg:svgBlip xmlns:asvg="http://schemas.microsoft.com/office/drawing/2016/SVG/main" r:embed="Ra77e9726d5854e0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FFB9B4-EA01-4862-841F-34B08C9F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AF675C-AB0E-47D8-9C21-5995DF6E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F88594-966D-4F45-A658-D7A69B7D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3D1784-1A9C-4DDD-9693-F072EBDA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88CD11-9C09-4C31-8A5E-AEBFC548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5E7D47-09D8-44F5-A709-C33FEB3CA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C10F9E-A75E-45C3-A62D-AD4D6714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136426-838D-4978-A5E7-8DEEA5E8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0FE048-4B24-4C0D-BD13-C5E3CB4C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D60D63-3DAC-4367-A71A-19962410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823079-1C19-43D2-BC60-934ABD3E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5706C7-BDD7-4DBA-AF1B-80EA6048F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E5D36D-C497-4009-8C97-17A34CA9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446268-B239-4F94-AE34-D46B5F4F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2536013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B8EDE2-CDB1-4485-AAF7-EDB0A805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E53379-C3AB-4ABC-A914-67DA2856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DD8FA2-B8E6-448F-B595-D7759178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E581EC-F260-4260-A080-DCB95E1C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21849B-F484-4AD4-A1AE-88C21FB2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926f835074477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47944F-BAA6-4C20-A282-D6EB020A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494BF9-72B1-49E9-AFF2-C3EA33E3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5F1B7B-7AB6-4102-AB3D-BA08A34C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612E08-D007-409F-B38F-E6B0B6C9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6A659C-DA28-4E02-B63D-48BF5799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0a9798d14746af">
            <a:extLst>
              <a:ext uri="{96DAC541-7B7A-43D3-8B79-37D633B846F1}">
                <asvg:svgBlip xmlns:asvg="http://schemas.microsoft.com/office/drawing/2016/SVG/main" r:embed="R4c4d9ad011d3471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8D6485-C35B-4C3C-85CF-85F64ADC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9CA7B9-AE75-44F5-B98E-065E26BC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19A8D5-57AE-473A-91FE-7DC11EA8B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C7A5B2-E71F-409C-8A63-721CD029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785A5F-7372-47D2-90BC-F4B95BCD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E6CCC7-43DE-495D-8A2C-576D1058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B7E3EB-2A26-48C7-BC77-87DBB8AA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0E972C-E8B5-4E9C-B2ED-37C20BD1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BA8FC3-6A11-48ED-8E34-0A8E50F2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A370F5-BB67-4E01-BC31-A9757A62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6B08A6-45F9-4207-9A89-E5D77C8A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E3FDF0-F81A-49B8-852B-02327B507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FD7FA9-9BA8-48F0-9A46-CF2A828A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EA7BDF-1F0A-4F4A-B88C-BC74051B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C56051-8AC1-4828-98FB-A9584DE4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B8A599-BAA3-4046-808D-C065C8646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3BB110-EBC3-44F9-9274-7925DE8E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0BBF88-1CAC-4D46-A686-E70DB62B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750705-5BA4-478A-A414-DF8C0E86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AABA8A8-9BCE-4FE6-BEBA-D9B97338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9954D14-83A6-45AA-8CE1-34B254F3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520ACBD-444B-4B71-927E-F4981A9D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7579309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DE8CAD9-FE66-4138-8AED-2EB39823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A8F41-343F-4C88-9533-489F7818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C3D43C-F0D5-42C0-9A56-FFAF8A94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5EEA64-82C4-4266-8335-400642F5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2B4AC6-6B95-4E21-991A-9C05F4AA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bf1b53d7b4c0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E5D0E5-E98C-42A5-ABE0-DF712E21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F5851-0B2E-4BA5-9BD8-86B3435B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A201B7-97ED-4422-8C0B-EC35CAEC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5559AE-4B54-4E22-84A7-2D9598B7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9332EC-82CD-4BCC-9B8C-906A7B07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D49CC0-EEAF-4A1E-8EB8-24765A92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5724D5-2A83-4449-A4DF-90C316DE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795CE0-0DD2-472A-923E-289B2EE0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8A10EC-853F-4091-BD08-D5DF4F90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AD158D-DFDD-4A5D-90AE-3D98704E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F883AF-D960-4D99-BE82-EE6296F8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5EB07B-7320-4F93-AB34-15A733FBD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4DDEB9-C812-4ECA-A3B9-08582891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5093CA-3D84-46BB-835D-8BF3EE1C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60C404-038F-44DB-9539-96CC04DD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F5020B-D901-49BF-BED0-4CF9B842E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EF74C3-8C0A-46E6-BC1D-9C662A11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486726-EF30-43B0-B865-E7E910F2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0CE662-C277-412C-8D8A-4987DA4C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3E6432-E822-475B-8B7C-C4DD0D6D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237EF1-FC71-47FE-AB96-88C6F081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40F8F0-5245-4B1B-BCFB-8EDF8F31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3D912F-4336-403F-BAAD-0F25751E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B6B425-FF31-42ED-8BFB-71C53A09B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AB30E1-1706-4440-8908-36E7028E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7A81C6-8EFF-4EB5-9C99-020359E2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0CB185-6F8A-4120-B408-E35DBEFF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5CCC0D-05D1-4DBC-8095-14F97289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CB60D4-AA66-46B0-8116-3F531426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5613872-4820-4DA2-AD57-6575AF72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BA15F5-0294-4AD9-AE9B-2F10E2E8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3DA48B-F291-4728-A181-B344002D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F0B305-291E-41BE-BCE6-23CC521D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B132B17-7467-4CBE-951C-4FFF47A2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8E1052F-C168-4622-9374-1D6E1CD5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AE2F6B-4CB7-4BC0-8268-3B96D1DC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F7E7A9-73BF-44D8-A8FD-C3A473CB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DDC264-AA57-4C37-9102-773EBF431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ADA1C5B-4261-4442-B9A1-4952D86C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AC7DEBC-796C-4038-89E9-A6459E51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B856791-2D9F-4C59-9D94-E13922AD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CDB2BAF-9D02-474A-97D1-BC08080E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614F830-4210-44B4-9B89-F4283AF8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B5EC246-50B6-4850-9095-02AF0CB8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40BAA9A-582D-42A8-ACA9-07539368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2E8BD0F-05C9-4286-991F-33E536CF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CCDDDE2-FE5A-4425-BA94-A75049D1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EAF01C6-1F3F-47C5-BF68-017D0442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A31247C-DC28-4FAE-B0A8-747AC0E0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FF8F996-0404-4D94-94AE-444E2E8C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3273F5E-13DE-4860-9F6F-1EDE3E84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C1D4D9D-48E1-41F7-8FEA-6A518A04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1CE701A-C9CB-4F0F-8535-6AAF77A5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0FE3085-EBF8-4D62-BE3C-A585AA15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A73D506-CF30-4D6B-9D16-85117D80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16869E-C48A-4C2C-A392-90DD8D27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A3D781D-06A5-4559-8D64-2F92F473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2379824-C76F-4C53-98E8-0EC0D705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0A0C138-516C-4BC5-BCE8-A9A200CB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0B57228-FCDC-4BF2-A062-153693ED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5D6AF8B-CDA0-425B-97E5-C5A8447F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02BAAB2-DD24-4EFD-B56D-1DF73494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002E235-7A9B-4266-9787-1C8FDB66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BEC2D7B-A9BE-4248-84B4-8AE84BC3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ADEC25C-8ED3-4894-B1E6-DA847DAE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FFE8F33-0D06-4A45-85F3-762E37EE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E80E517-B4F7-4664-87BD-0B93853F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767E513-622A-47FA-8698-8EA93A85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EC9344F-B385-45BA-A8DF-4694908C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8055865-0308-43EC-8D26-C7306EAB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3EB767C-035A-4C47-9665-F5EAEBB4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5D4D649-999E-4345-BC3B-323F07AE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95C6385-67D6-4941-BB11-A90506C4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B25DB59-D6BA-43E0-ACB3-714AC07C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F7517D3-0C4A-488E-AF17-EFFB560C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E74DDDB-9EE6-44FA-98F4-EB185DBD1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99EDEB4-DF03-41F8-88C2-828C4734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5D3F898-2A49-4D19-A3F4-2A9CE704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9A76A45-A921-443E-BFFF-5061D1FD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B2ADFDA-3EC6-44BC-98FD-6F040B11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5EEA5CA-0F5A-4968-8D98-1F932A1C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70072A3-908C-499A-A6AC-00D737AF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0FA8845-87E7-4B1A-A153-FFD8D030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79C37DB-2B4F-4256-9590-ACA1F1729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8CB3F8F-1CC2-4590-8F2C-2DAD0F20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BB1BA86-EB2A-4720-BE3C-C6060E20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22017A5-925F-448F-9349-8866821E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AB1B976-570F-499E-ACFD-05E763BA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2503278-6F44-49A1-92A0-CB9D2A86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D119DAF-D3C7-4B2C-BB13-38A92F8B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042341D-7E13-4ABA-84F0-4AD8C5AB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71EA09E-56BF-4996-BD31-0970D52D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C9C4E7F-C4CE-4C43-8EED-6581FA88D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72BDECD-5200-4799-A3AA-1763C780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9AF8B12-6EA1-4E5C-91DA-288E47F9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4127137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8F35B3F3-FF49-4B20-81B7-75F11DDC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3292BF-1F87-4558-92FB-87FCE7A2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F220E-F9D8-43BF-8B80-4D0BC71D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7F0550-B2B9-486A-BBBA-4741209C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D19140-4023-40FC-85E8-7082B4A9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f5e83ad1af488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4DF0B-638B-4008-A3BF-C863FDC5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51A704-3903-4F1F-861B-143F67BF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0DD5BC-D73D-4EFB-BF1C-A0A7A87E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9CD739-DDDA-4AFB-8713-25BA0239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07A835-C425-4C09-8D18-1EF6272B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9880CF-0DD1-438E-8CE2-2DE7B2FC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66868-E1A8-4629-B812-F94AED96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C77126-FBEB-4160-BE6F-D1CE662CA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9F10E8-0AF5-43C0-AC11-147FC40B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D228C3-9911-40DD-9275-8D732819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4C79CC-98E6-49F4-A20E-0C3A867E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6A62AC-72AF-4A1B-B8ED-3B00201A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B9BF15-9C62-4BD4-9E5A-3AE17247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6A3896-4630-422E-9987-B28EB66B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6A1952-01D6-4549-96D4-AB98F7A3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C17ADD-C787-403C-96C9-DA0DF8A6D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820640-5499-4765-A372-5B78ED79A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0B1BC8-27B0-406F-BA8D-99C5074E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92CDF6-535C-44FF-AADF-F63FD6720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3FEB35-282D-4D2A-990B-B02D6CBF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15C588-8B37-4E66-BFBE-D7C475B0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81D35E-346C-42F4-A5EE-9EADEF3B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8FCDB6-75D7-4A34-B2B8-0021D2EA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A84F9B-C1F0-4721-99DA-19BB2DE9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988955-8EFE-4B96-8ECB-1A21F882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7571D8-1A5E-4230-8405-660BE795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95A491-041B-486C-B09F-B39605AB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4A5202-52D5-4985-8243-A532864C0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6DB3C0-A91A-462A-B735-06F1B27E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9AA116-DB24-4052-ABC7-F027382D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6B3243-C259-4D9B-A3E5-976C0940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C8A50B-833C-43F7-96C0-5DB53DC5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4086B1-B196-4A6F-AC1B-89386E75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164F18-D455-4383-BC1B-3379CDBF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B5E1856-2BCB-461F-B68D-AD0AA7B4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66A4897-F836-41AF-AEDA-E1611C55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1AB16D7-F3DD-4F7D-9FF9-3C28CA7B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7E56FFE-EE13-49F4-9ED9-1D7400D3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BD4518-9E77-4A53-B770-AD9ECAF1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DBB2C0B-ECB3-4EBF-B9CE-E72A912F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3710CAB-CA23-4F65-B064-FDE18C2B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02C70F7-EDB6-43E8-8C8B-90AA506F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46EF3B2-B176-4258-922B-A0514EF3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F19B711-12EF-4366-93F9-914EB4D5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5C8E02D-83C3-4BA9-ABCA-E1A69DC8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A9EBF02-1352-4925-8C6C-11D983B5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6F1D0DD-966C-4958-9011-50014C86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32BA724-3D3A-4B55-B8ED-F3A8E0CE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A3795D7-EC93-4FB8-9EC8-2AB55DF3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D13308D-2A47-493B-A114-43D76205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19D775A-DCAA-4891-B41B-5B0AF3D3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6E180D5-13A7-42B3-A9C4-23C46AFB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3CF9D08-EB39-4379-BE12-6D19FD89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558F446-D475-4E4B-9C8E-F2B650CE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8EBC543-49A1-474B-92D2-9AE568D6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F7244C8-1B21-4EFC-BF85-A430D9AD0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014E173-390D-4A6B-B366-63DC3A93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5086FAD-4A2B-4EC3-9F71-FCE21E936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04B0541-163F-4E72-8A01-BC575983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1B79429-6F69-4531-B2E7-3A155B91D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142B68E-9E51-48DA-9355-65486FB5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235087C-D7EF-4068-AF8B-46EBDDB2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5680F09-C7EB-4926-BCD9-BBC29709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11C9CD3-E5A9-429F-AA96-01009545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D86B3DB-6402-41D3-8593-E2923366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578A5ED-C972-4A88-9C3D-2BD526E5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461C8A9-8DF7-46B0-A825-84DFC078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335E68F-3236-4E17-A84D-FF74DAD9E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E616F7D-7F2B-4383-B3CA-024C056A6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9748436-3FA0-4240-B1A2-3D1F033A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4057B36-3CF3-4904-8CA3-37210553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04EA2D3-B948-438B-A0DF-AF5C608F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2048530-17B8-4894-84FB-FF45CA42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0CB4990-ABF0-49EB-9631-32AD9A34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6497F82-8576-4278-B80D-48C8FEB8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F8903A2-2BA3-429B-B947-7870818F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F1EF742-3C11-4FBC-9F91-D0985CB9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6EA2E12-CC57-499F-81AE-C3DB40FCF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4B60AD6-5F4E-448E-9F8C-B8981903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F802ACA-1946-4A18-B920-977F1AA1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01BBBB3-F3E1-4C6C-A565-B5DA93F1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97DEAA6-1725-466A-B663-46C16148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24D7FED-738E-4F95-8F42-C5BEFECA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C905F3F-B140-4411-B26C-18264D44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54C648E-25A5-45C6-8E5D-FAD4F0AED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E2DA0FD-16B5-403C-99D4-32BD8F0F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4976D6B-F4B0-4BD1-9693-8C9A4463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476FE0D-6459-41C2-87E2-7131FF04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D769038-5C4B-4098-ABF4-A6B011D6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CDDF303-99EC-4508-86DA-B3B2FDA6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4DA2DCC-E6BA-4152-88D4-4B94D804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6809615-7266-4132-881D-FAD5A33A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07B30A2-C95D-4BF3-B0EA-FA3DACE6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7E75033-F189-4902-9DAE-DE980278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5FC5606-7496-4BF6-A538-2537F6DC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55B90E8-10E1-4543-8D2B-5586DA1B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7109947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705CC11-9998-4A82-906F-E6CB1233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1D3CB-17ED-4FFD-9744-C2605F67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B70489-4B2A-4CE5-92B6-7A367F22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5B00DC-29E8-471B-8594-C7D88E9D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BCE36-D3D2-4CA0-BFB0-B6A33354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27ab2d77a74ac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B442E7-514A-4623-AE56-6D111E41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A77E0-2E95-4255-86F0-F75FA2B6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8A72DC-BFD9-4B55-BB1C-46049E3F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17548D-798F-46EA-A44B-CED41FD7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8BD4A1-9F25-424B-A4F0-71F4DECD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96FB0C-51F1-4AA0-A180-45E455A2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E01B18-C7AD-4A76-9186-91A356FF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E444A1-1ABF-4D4F-8801-3EE29738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C87924-16BD-4EBD-A952-760635F8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FF6BB6-88C1-4BE8-B8F5-65129F05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81EA64-7C00-469D-9112-6657AF9C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1E1B9A-A398-44C8-BFCB-2267CF5B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2CA983-8F2F-4703-B75B-8CEA2C77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B5F628-0DEC-456D-8E95-EE6A4B3C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27F426-A942-4611-ABEF-C8F8A917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92DD55-85B7-4ADE-86C2-4E22657E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F7DAF2-A35E-4156-B2FE-4D2C6D96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10148C-A05B-4470-8257-E4FFEA3E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78BC8C-FB8D-4BE9-A745-670ECACF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E28205-2D89-4E94-97B6-3C879580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47C286-22A3-4ADC-9E33-625F5FF5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D44433-6429-4CC4-B8D5-640149D5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C59681-D4FF-4237-B956-8BC4D77D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6708D0-CB7D-4DEB-BF6A-C7F8B7E62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5AE6EB-4A99-4907-BC23-8975079F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568C70-1148-4DEA-871A-D9F80D86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96B374-7505-4A72-889C-45C9F6ED4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4F084D-86C5-4AFE-A0BF-61606F5B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0A728D-6D16-4D29-82FF-B31BE856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59AF84-F7ED-4D6D-97E5-4B900843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B34C54-01E9-4F6F-BEB0-302F9AC6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40226E-A599-43CE-82A0-55BD91F2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7553CF-C902-4B7A-B285-2162A4AE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7D9C8BF-B0D3-4A26-9CC8-B35D4859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79010B-0B4E-40AF-82CD-13FD51DE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676E29D-1482-42F9-823C-F1F9CD5A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8F8BB19-B231-4D58-8759-2112D1C4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6C5A2C4-B22C-4A42-BA49-40861776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E265781-EB39-4CB5-8368-11CDCCD4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69C218-3F1F-4F83-BACF-2350A89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43ECD1B-761D-4507-B911-ECEE48C6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87F81C7-D02C-445B-8FBF-C595636A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FEFACA4-A2B8-4B24-8765-0FCC842B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2EE1203-3C25-490D-965B-B7F1D124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B74621B-6E26-411B-AD76-1BF8128C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4F8725B-9C5A-48C0-974D-DC7262FF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748BD2C-E5A0-4939-962C-B31AE89A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4B0B84C-392D-4D1E-B930-48EDD13C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43C26CD-62BA-4103-AF9B-262AC719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F1D856-981D-4F4B-9BA0-574C7A75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AB14FD2-E041-4426-86C5-47CEDC6A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D082493-6A33-4B3B-B3E4-A5A1327E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DFBDDA6-E839-4641-8346-47FB7DA8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83A4948-9093-4D21-9DBD-A02A7096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DE96F30-E218-4712-8ABD-66E7D5E0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8C5430D-57A6-4B61-8274-BFC84A3C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17C9B5B-A5F6-4ED7-BEFE-107C67DE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0D62ABD-2820-4578-A54E-145BDD60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AD7351F-AD56-4D5D-AD65-3EE2483D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E7FDC19-BAB9-40F6-8615-F6A5F9C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4E848A2-1891-45FC-A7C1-751F4949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DEA7EFC-1EDA-4A3D-93E3-5CB92D7D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EED4DA9-DA22-43C7-AE3D-C74EDB10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98230CA-CEC7-44F7-AE75-8AE601DA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B500A55-3561-42B2-B3E2-84BA22A3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94A9BB8-8A61-4DA3-ACE1-7A278053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E090CE9-5B21-4E7F-8B57-774AAC00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3F10DA0-7F4C-40D1-856C-1A8C8E9B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A13B0AC-FD2C-45C6-9153-5A6DAF31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CFC9FF7-7939-4722-AC9D-0FF1B1E9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42B6B71-A9C3-4EE2-90A4-99078CB2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AEF2579-BA09-4DE0-B5BA-FB1E760F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B6F1E6B-82A9-4D52-A73B-383CF428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184CB11-1839-4739-A2A8-65D8B3BE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6FD1611-F8C6-4F30-A404-E13806DB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0DC7B3B-7711-4841-AA15-0BD65E05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C8AB7CD-5EF3-412C-A533-D727270E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10F3597-6DF4-4F32-B09C-F2511119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51EBF57-1D25-4013-B309-CB9D178F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E23764E-71B1-42E9-A215-0E448F77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9B146F7-B62A-4C3E-974D-BA9A5977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47FC217-68BB-4C53-A93F-3C7D7FE1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B00E0E7-C6D1-4FB3-8EAC-AFB21553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4C5407A-284A-4C2A-B4EB-80A25C0E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4429115-037A-4541-AFB5-2E345DB5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D9399E1-9F3C-45B3-B31B-10645D34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8535E7C-4D8C-4007-B58B-E38E1175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15E0E7A-187A-421E-8F36-D84E2824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913902C-6654-494F-BC46-9E28440B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12C2F21-4CAD-418A-B91F-3AA5E250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4452E0D-5CA8-4E93-8666-3534E651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84191283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0B22266-5BCF-419F-8F39-ECB845E8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CA1064-941F-439A-8005-B09B7C29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483271-0DC9-4440-AE81-ED23BCE8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729E28-5759-45FE-A312-F7C3A1C8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C5B1AA-4709-46ED-8DAA-6801640FE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763c0db16409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9CDFDE-BC92-473E-8179-5D39C075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5C380E-4619-47D5-A50B-8DB21F60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E5241D-33F5-4827-9E60-CED70444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FB5129-FB78-40BF-B117-8F73930C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C43A1A-123D-4AB3-A7DF-E75FBBA5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FF4F2F-AE33-4BBE-B8B2-35AE240B2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4BFEDC-7AE6-4C1C-9EB4-A75A4FBB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820AD4-5B8F-426C-934D-15437083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5F29F6-9221-43B5-A08A-FF823248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CB4C0F-854C-49EA-96D4-83394AF4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ACB710-13BC-42C6-93BF-12B01E8F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57F499-DAB7-46F4-A9F0-BFA7E0A1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E5F53F-8F73-4FDC-803C-3A16E407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A57E21-F7C7-4994-8D2A-8664B38B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62C414-A2F3-4617-8B85-EEFAA452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8AE90C-CEDC-4DB4-B0C5-B1DAB0C7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867D7D-8362-4FF9-81AC-3D80946C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1F9AB7-946E-49AA-B9F3-5E6065D5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E62FDB-F694-4C70-AA84-BB67EA97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B7989E-FCAF-4AA7-94D2-531D5927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360A45-FB29-48F2-BFD0-89E6C9ED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9FEA93-6AFA-4796-BEEE-93BB627AE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40A85B-7443-44C3-8EA0-B8E98EC1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B666E6-EC60-4375-B0C1-5A377349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D1AEBF-4E73-4545-AE53-B3C2EF93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F355A8-10B0-4E65-9925-1BD1D8CB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022611-F1EF-48A2-A974-B1CC0539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28E4AD1-5C64-4024-A9E7-23A82813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F1FE341-23DB-46CD-B0D8-71550807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1EC409-2AF6-484A-B69F-AC92E36F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E2F23A9-B368-444C-8C67-96730CB6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02B560-6389-4324-9FDC-5ABEB734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0986048-A920-480D-9E41-B466D2D9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AC5A46-F572-4530-900B-01E61BFD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16D226-73E2-4928-9F07-84F57D4E0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F5E3EA-513A-4887-9695-2641F32F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EC6626E-5B2C-4534-A0A0-BA6A5DBD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8C99300-26AA-41FC-814E-728AFBE8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789D18-2B4A-416C-92F1-D9BC7386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3B9E53-F584-4C38-A339-BEB69463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2599D18-28CC-4F36-8683-BC9BE9F4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063B745-E98F-4AD2-AEF2-A6600A1FE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6C3997-6F2E-40EC-B6E0-13D1A9B8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6AF3658-F1B5-4DE5-8CD7-6FA8C26D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A3F6F5-68CA-462E-BB5F-82DDA41B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972899A-29CD-4563-8BDB-43C48CEA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DEF1B9-470E-44A8-9C99-21A0C47FC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FD539D7-CA7F-4FD7-8F8F-BD4078A6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E3DFAD0-0CF6-4441-BB83-684EC273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3B12655-9A80-4427-91D0-9208C9D6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4023652-9F42-46C7-A374-C357A7FB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96C5794-42AE-4191-8BB6-53CFCD80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8889544-D9B1-4190-A459-2F6F039F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2DCD55B-7A8D-4AA8-A4A5-60D8D518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B5E11FD-2D39-4AC4-9C35-A1DE3F6D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DE3B686-DD57-4EE5-9C30-A3229426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EB5AB7C-3252-4C23-A24C-A61A0F12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3002CE6-51BA-4DAD-94E5-97DFFBB5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94E020A-4DD7-4876-AF03-D3668054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E717CBD-5516-4F29-A096-257BD4D6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04E6413-69AF-4682-AEB3-19344EFC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C715595-1186-47CF-BD63-DE53ADD0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1812E32-5607-4ED8-984E-3D02DEA1F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061C9E3-EA22-4093-BC3E-DDB30AD2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91367C4-86CC-4608-AE74-9D5A886C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3B3421F-F9A5-4ABD-A39F-2392C5EE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BABB991-0602-4473-B35B-CB4178C3F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DF2B36D-492A-46CA-A84D-32F22C05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AEF9497-BCDB-44DE-984C-F95D9EC1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FBE8AAE-60DF-4A6D-96E1-4E5FF81C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F9352F2-8194-4F6B-BE80-E11D00F0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7F4F189-41EA-4F58-8D4D-24624FEB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C40FE67-361E-4199-82E3-E93988DA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9A684F4-BBC3-4038-AB8D-FF72C99B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D1F6FDF-FEA1-426E-A8C9-493CA726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3A0C1E5-039C-46E8-B95D-E592228E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5F94B78-A91A-4F1C-B5BC-EDFB869F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DDC767D-19DA-4E13-8701-4E8993E5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F485F76-2FEA-44C0-8BCC-4C3A4B6A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70336B9-A885-4239-934F-2DDFAA2E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C7A0ABE-B520-4038-838B-D7E4F0AD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548CC59-606F-47F7-A3C3-FB0EC9DE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B038747-21C7-4317-AD10-DF507F93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B4E67D6-477F-41BE-9E52-3764DFD0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4504871-3FE6-4053-A881-CB6D2F48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506F26F-6AD8-4EBF-9518-AD7D9885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4029A36-31AD-40C9-B23D-E6907AEF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1E491C4-524A-44A7-B994-911CE6F6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B231900-35DF-48E1-ACF9-CCF2B4E3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7FB6BB3-4437-4E8A-84BD-A761FBD5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F4CFCBC-9256-427C-AB52-BE4E299B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FE008F3-243F-4A4D-8B27-489A2C98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D390D0F-0AC6-4FEA-B34C-51B9C04B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A03FA14-F7D5-4B96-AFDE-00EFFB24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91F6C6F-B166-4668-ADF4-00A463E9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115771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3D0CE2D-96F4-4D57-97B4-9797DE1D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7D581-DFEF-4910-82C9-1FE70FD8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BE3D7-8D07-4466-9F5D-56239F49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D0B885-A464-4AD6-BABA-DC07F215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6AC35F-E0F0-4CF6-8579-594FF3980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1cde1767d9494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DB9317-492F-45DF-B969-4DDDD2BD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504C7E-8D8C-4A1C-A89A-90425D18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A7C251-193A-4638-B9A6-5972E96D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AFC55B-A81D-48D6-8D68-CD5BAB60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969D9-C39F-4257-9B9B-95480FFD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1D6AD7-CCCF-44DD-929E-718D4285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B5D280-DB65-479C-A7EC-80DBF263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C745B5-72B7-4E16-B3B6-6BC827B1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3F5BAC-1B99-4271-A145-9C2ECB9B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054F4E-1B5C-4100-8A4A-FF5AC122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0CE5D3-3A66-4D75-87F6-5FFB9DDA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BE6D68-E0BE-48FE-A932-3823F807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910FF9-E666-4BEE-A4DA-948C3A15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4F6CE1-2569-4E94-9910-0BA98A91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72B325-5A43-47C7-A363-13032BA6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D7CA3F-26BF-425B-9CB9-9E680FE2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CC2F3F-E552-4605-B0BA-71410DD7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A2710B-8D79-450D-BD14-FE76264F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877762-9016-4EC3-BB3E-B26DD1D7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BA3C76-0DF1-48A8-BAE3-939B0C7C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314E4A-9CCC-4BDE-BAFB-3056505C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8DC50D-EA97-4384-8210-317DF851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03C4FF-24AC-40ED-AC54-BEB7E9B7B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15A863-C672-4725-A4F6-6975AB4EC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BF51E6-A01E-41B1-A15D-1A8068DC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A85616-2002-466B-A847-F7040110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2301AE-16ED-4104-8082-F6BC14AE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0F54DE-0BF4-4FF8-BEA4-E47DC999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38F94A-7C59-40F4-B1A8-2FD834F9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7297CB-D7ED-4BDD-811F-6A6A8AD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D26A57-4F08-46E5-B71C-A7397A15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FE3FA83-A3FB-4D3C-A226-0941DA28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619BEA-14AE-45D2-90AE-2AE4CC30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510134A-9AC0-4311-BF76-1B9A6EC8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BE2095-F7A4-4DDD-AE2F-7A644578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D80338D-D841-4CF0-8D6F-E2B495F2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2F3544D-229E-4F23-BB2D-A7ABD33BD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1F63B01-0204-480F-832E-B066D50B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4A217CA-B5B5-4972-AFE6-06973AB8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8B5149C-F7A3-4660-AD66-35F5FC22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F33246E-E4A8-48A9-8DF8-FA93A9B1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46E3128-A5A6-479A-965E-0FCC4C8B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9837E0-CB4F-46DA-B23E-2CC8DA44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AB2ADEB-B974-4DA3-9096-E3AC011E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3B78798-EE7A-4446-8B72-E79E9731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8523A81-17CA-45A2-A558-E772B705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FCF57C-D571-4708-B68B-6BC64A03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80899B7-8529-428B-AB2F-A77F7AFB2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C72F058-01D6-4CA2-9D54-11732846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E61B775-82E8-45E5-83EA-98818649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55F6870-1CD7-4779-BEC6-9881830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8F237EA-4574-4156-855B-C096314A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86BB023-0631-4A3D-9C93-E9A3BC6A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10B8361-EB75-4B9C-8F11-60B75DA0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67E4E2F-7B8B-49A6-8191-8CFD781F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D176380-BEF1-4559-B88D-C9D47407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A3815EA-BD07-470D-984F-DE109B35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D40AE8D-BBCD-4C16-BB82-A3A18EDD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310E1B7-8BAA-4535-9A8F-8BFC859B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E488444-CA8B-48E0-8853-EDAAF15F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32CCAC6-F325-44CC-81B4-E4F4D9C9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D1282A3-0D31-47BE-B422-63139FC9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7E76C52-806E-4BDE-868D-3033C1D7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FD23E65-4849-466C-9786-E97595B6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4283C13-207B-4355-880B-51E497F2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EECBBDD-C72F-47C1-865C-0677D585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953FBBA-F21D-4B2D-A122-CBF660E7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AC1996A-E883-4008-9FA1-C35CD439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1B337BE-B581-498C-9254-D84094AC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EB8EF32-0D2C-4B19-B273-E60B9DAB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61EAA9C-FA86-40F9-8CA3-9FC0FBBB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9545BC8-E4F0-42B5-94E5-147E5DDD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0F4B175-1096-4CF3-B6E1-721F05D2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E006E94-1982-43BF-ADE1-40AB1A16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5321034-A4AB-4CB8-ACA5-927150D9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B76F6CE-268A-4AD5-81C8-4A50E0AF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7A9573D-B3E4-444F-9FAB-058D6D1B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2B8C08F-568B-414C-B5EA-9FEEB005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F9043C4-F12E-41AC-A3E1-30FAD055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934A8B5-D608-4D64-8076-DE361108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2E7F896-6222-4731-B0D2-C918C2AD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3180E00-C29D-4ADF-88BE-5E644027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C428730-7DB5-4DF0-A7F2-C33AEF0D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9F79B28-E576-4503-9B98-0CAC3A07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0D72045-4B21-49AD-9D65-C444FEFF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7459385-D492-4418-B5C5-A56766EA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14071F7-66A6-444C-9CEA-AA5D590C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1491B71-7F10-4C07-87D8-3D9E4857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AC62D5B-B2EC-4A91-BB8C-F75ADFB3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212064270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203320C3-1575-4B0C-B804-6C2C245E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0AF4EE-76D2-49B5-976B-BA895165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8272C0-95E2-48C6-9DB1-FAAE3D6D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0A2EA4-DAB4-42BA-898E-BFB81AEA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DFF435-8AEA-4FA8-80AF-02C41CEA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72e9c9c7de486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8EC7F2-D3AE-486A-A844-81C55FF9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8E06F8-9B21-4FC3-8872-338C51DF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31295F-9A21-49A4-9BB3-09D3C20D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8A71C3-0311-45E7-9281-D100E751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041C4B-4DFE-4940-A167-5DD9B082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B0DB98-2CF8-494B-BCBE-4EBFE60A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86D6BB-B39C-496A-9D45-073466D7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479D7C-3FA7-4885-8AD0-6039A821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230253-F4EA-4AB4-B861-BDEDE8A5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912FDF-19F0-4D12-BF89-93FDC17A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D3C2EB-C48E-4051-83F9-3B0C576D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E10EC9-A575-45A1-AF4F-E11A555F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F33587-1796-4FE8-9E50-F0A682BA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611951-74CF-4BA1-985C-05A1DE3F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CE1AC4-BE8B-4719-B717-8F7C34FA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601212-B9DA-4D0F-B66E-E72C3504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95F818-68C1-42E8-B04A-A6EAE460B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234934-7D36-452D-9211-F1A7E4C0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9E67F1-B862-4851-AFCB-2541DA45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327A8B-EAF9-464E-9D2F-D496ECDE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BE8F4E-94FE-45FF-939D-B01ABBC4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08987D-D58C-41AF-96D1-09CAE358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6C7753-2BE4-47ED-AC56-76E8C594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FF62CF-BF5F-4EDC-A23F-BD68E16A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8BE661-B2E5-4E00-B3D0-566E10A9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D119F7-093E-49A8-8DE7-589E88BD2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190493-C542-498C-957F-9AE71308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83DC0D-F7DE-4AF3-96FB-B0F0464F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3CFCF7-4687-411A-8CA1-E801B83F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030B94-CC83-48C8-A1B6-C78CDD25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222D148-5C3B-4B50-90EA-68A7DD32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115D35-E6E5-42B1-9042-AF3BFF86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518899-D093-4292-BA85-BF29AD97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5180B1-B86D-4103-B0CF-9AE16EB3A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2B0FDE-2B0E-450B-8336-DA783592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B8AAA7-2EF4-47DE-A6E1-D6E11987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C9ED87-BE40-4E3F-AB80-82520384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87303D3-B4C4-4672-BFE9-E4F9376C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B70A372-C4B4-4195-BF5F-7C9B04B7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05F1DCC-B882-40FC-8822-A35D123A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1A802C9-5C6E-4E50-9A7E-EA094EF0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066D621-0F4E-41BE-A9D3-55060E60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4AEDAA7-8012-43C1-A767-F56A3DE1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E953996-BEA1-4463-B9F9-D008F19A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3D08F32-C410-4EF3-82F2-45437BA0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2DBA98D-649B-4FBC-B48D-4CCF2D52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C5344D5-4A37-409E-99C9-723B77954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164ECEE-2BE5-4553-B07E-D1DFCF01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3EA2B93-5E91-4BD8-B175-49A7646FD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F788F29-0E8E-4D14-828A-447D2A44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BF760D9-76F1-4400-8A30-16ABDFFD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0A4FE02-050E-47B8-A2FF-2D17FEA9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EE1BD27-375A-41AE-A4F2-77CF7BB0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2DACF30-A343-48DE-BCBF-15338C1A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BA30208-6CAE-41A9-B315-366F379E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2B40E75-BC2B-48F3-95BF-F51B5371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85E34B9-3B05-4B3C-BEEA-7B09830A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4967B0C-7BCE-4270-A957-99F57DEF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FC9BFA6-4956-4C8E-97AB-55C07DB7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17E12C8-C935-4D3A-BF3B-EFDDF4B7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52CB3AE-5320-4C55-8156-36559653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72C5609-3BDB-42B0-A89D-36D1A369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FFA8C8B-FD9A-4C07-A8AC-192806DA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0191A0D-C40E-4661-A3D8-54C95DCD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61E9F21-F6F8-4814-83AB-D7DB5A83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E5E36E8-5CA4-496E-A6AF-5A9730A3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EEE7A78-F7EB-45D2-A8B9-29B1A084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1AA14A9-1FD4-4E5B-BF1A-9AA61E52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E179606-C2B5-4C9C-BCBE-4862F22F8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60A82AD-338C-4DD5-AE1E-6336A4F1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D127583-1B3E-4121-A33F-40E12836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14DAF77-0859-4D9A-A398-6060AC8D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FBEBA1A-BC02-4AF4-B2EE-FEADE5E4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E0365A8-DA25-4A56-8BFC-0EF6F2D1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A39A03C-DFB4-4964-821E-6C5D05A52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BE40EC3-A071-4F6A-A26E-E12FDCC7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C94024B-2104-4362-8D1D-2FA85AABF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6E61E05-1E44-4DCA-B72C-3857ABC5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F9072C5-A3CE-4089-B0ED-70BA160A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6A10EB2-6BC1-4E08-9385-E16B39D3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37D5BB6-146B-4BDB-8A34-227A2AEB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D432A0B-1DD0-4580-B634-60CD556E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AFAB2F7-DF71-4C71-A609-93C328E1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52A5BAB-6EBF-4EFA-9469-469601B1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97322CC-14D4-42BF-B69E-2089A9AD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93BA811-19C8-4A01-87A5-C379FE8E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0A32BDD-447C-4D77-89B7-4AA86C54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CDFD99A-6458-42C1-8AB9-EAEE9ADF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540F9C8-41BB-48FC-9DE8-C7D68378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193DD94-2E9E-49A0-AD63-BD9F60AE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5D13856-17B6-4BA2-A40A-D17B4ADA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7CB67DE-E758-442E-AFFE-B6134778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B3F6383-6629-4542-A46A-CA20FC74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EA94BC0-B6DE-4BD5-9BEB-351844042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A1593BC-05B7-4524-89BD-6DD1A09B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2F96A96-FE90-4DCB-B725-7A3EE75F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9927831F-483D-4F90-9345-77397E99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D073517-3369-484C-B092-A9833245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4DB4122E-33E1-4E7C-9AB8-97D2D8E9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08001F4-D07A-4EBE-85B3-5BCFA48E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DCC20B7-903B-40C7-987D-1D305146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025CCF2-C625-4A51-95E9-161ABF71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AB13F09-3405-44A8-8A8A-C2265232C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594EB6E5-28D3-4A39-A115-4602D270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92C64741-4B40-40C2-9BFE-8973E41C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6C10C89-5641-404F-8881-A3C1080AE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381C334B-CA1D-4E45-A5A5-A30E5D74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7449117-08B7-466F-AF0E-F9985563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A4A0BB43-3137-488A-9C1B-3C56FD4DF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82DA760-593F-4326-98BD-4AAC684E0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E423EB8-83D4-45FE-BD16-6ED66850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5014524-ECD8-4FE8-B3C4-D80D1BA3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9639E6EC-4272-4F15-8F24-B79C24D3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D653406-9DE5-4884-A512-B2B7B81E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B437496-6F33-4335-854D-E4CA467C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1822F3AA-E7C8-49B6-AFA3-45BA859A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BF28CB3B-6025-4F33-8D02-61FA3FE2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01A26557-B3E1-4A9E-BF4C-9719D0BD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3700AFA-7A0A-43DA-B2EF-3A8DF180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E044A1D-81CD-4197-B1C8-AAE6FB3D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48386D48-0037-4FC8-9DE3-BA2F34BE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925811F2-8928-4F26-9EDF-0D4A328E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946E9F-9780-447F-9D71-FC28FD57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4063156-7AD1-4AA2-9050-9D87DBBF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6553D7F6-5D15-432B-8E33-53FCDC29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BA8F01D-3BDF-4485-BF7A-E0F8C89D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4A2D4FE0-200C-4C30-BBB6-FD4AD574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D34E3E06-2ED9-4793-9F11-6197AEB5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0994969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EDE801-AA70-4732-A3D7-F39878AD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BE1953-8486-42C2-9864-3EF8A1CC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1BC0FE-5FEF-4CA5-99B0-57DD36A5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654C2-5170-4D77-9BD1-6348260A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91faa71688434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BA5160-3CDF-4D75-BF57-08101FC1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75E1D9-C5A8-4B3C-B3DA-2755EB33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7fff6e54ba49d4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495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2026-08-26T03:36:31.4120000Z</dcterms:created>
  <dcterms:modified xsi:type="dcterms:W3CDTF">2026-08-26T03:36:31.4120000Z</dcterms:modified>
</coreProperties>
</file>