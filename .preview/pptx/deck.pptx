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a015fd815645b1" /><Relationship Type="http://schemas.openxmlformats.org/officeDocument/2006/relationships/extended-properties" Target="/docProps/app.xml" Id="Re99d783c3d354afb" /><Relationship Type="http://schemas.openxmlformats.org/officeDocument/2006/relationships/officeDocument" Target="/ppt/presentation.xml" Id="Rb51bdb2c062d44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bfe860ed7f44d6"/>
  </p:sldMasterIdLst>
  <p:notesMasterIdLst>
    <p:notesMasterId xmlns:r="http://schemas.openxmlformats.org/officeDocument/2006/relationships" r:id="R398ca349f82344e5"/>
  </p:notesMasterIdLst>
  <p:sldIdLst>
    <p:sldId xmlns:r="http://schemas.openxmlformats.org/officeDocument/2006/relationships" id="256" r:id="Rc2f5cced04e34b8b"/>
    <p:sldId xmlns:r="http://schemas.openxmlformats.org/officeDocument/2006/relationships" id="257" r:id="Rc558c4f2ab8f446e"/>
    <p:sldId xmlns:r="http://schemas.openxmlformats.org/officeDocument/2006/relationships" id="258" r:id="R906cd53f57c84745"/>
    <p:sldId xmlns:r="http://schemas.openxmlformats.org/officeDocument/2006/relationships" id="259" r:id="R4e4b376140b64853"/>
    <p:sldId xmlns:r="http://schemas.openxmlformats.org/officeDocument/2006/relationships" id="260" r:id="R3d07ca6df7c84377"/>
    <p:sldId xmlns:r="http://schemas.openxmlformats.org/officeDocument/2006/relationships" id="261" r:id="Rba8a8e803a0c4136"/>
    <p:sldId xmlns:r="http://schemas.openxmlformats.org/officeDocument/2006/relationships" id="262" r:id="Rd0f1745ec6d44b4e"/>
    <p:sldId xmlns:r="http://schemas.openxmlformats.org/officeDocument/2006/relationships" id="263" r:id="Rd8da3a0e53a94464"/>
    <p:sldId xmlns:r="http://schemas.openxmlformats.org/officeDocument/2006/relationships" id="264" r:id="Rf12e5e9a424545cb"/>
    <p:sldId xmlns:r="http://schemas.openxmlformats.org/officeDocument/2006/relationships" id="265" r:id="R3166cae1152e4d9c"/>
    <p:sldId xmlns:r="http://schemas.openxmlformats.org/officeDocument/2006/relationships" id="266" r:id="R12f9b05229c748e8"/>
    <p:sldId xmlns:r="http://schemas.openxmlformats.org/officeDocument/2006/relationships" id="267" r:id="Rfee79b5d3b754de8"/>
    <p:sldId xmlns:r="http://schemas.openxmlformats.org/officeDocument/2006/relationships" id="268" r:id="R30a703d519f2470f"/>
    <p:sldId xmlns:r="http://schemas.openxmlformats.org/officeDocument/2006/relationships" id="269" r:id="R4776aaa66f7745b7"/>
    <p:sldId xmlns:r="http://schemas.openxmlformats.org/officeDocument/2006/relationships" id="270" r:id="Rad0ea4d1a6bb4b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e9b4d8b2e542c7" /><Relationship Type="http://schemas.openxmlformats.org/officeDocument/2006/relationships/slideMaster" Target="/ppt/slideMasters/slideMaster1.xml" Id="R5fbfe860ed7f44d6" /><Relationship Type="http://schemas.openxmlformats.org/officeDocument/2006/relationships/notesMaster" Target="/ppt/notesMasters/notesMaster1.xml" Id="R398ca349f82344e5" /><Relationship Type="http://schemas.openxmlformats.org/officeDocument/2006/relationships/presProps" Target="/ppt/presProps.xml" Id="Rde3f5232bb6240bd" /><Relationship Type="http://schemas.openxmlformats.org/officeDocument/2006/relationships/tableStyles" Target="/ppt/tableStyles.xml" Id="R3d63633543d84c43" /><Relationship Type="http://schemas.openxmlformats.org/officeDocument/2006/relationships/slide" Target="/ppt/slides/slide1.xml" Id="Rc2f5cced04e34b8b" /><Relationship Type="http://schemas.openxmlformats.org/officeDocument/2006/relationships/slide" Target="/ppt/slides/slide2.xml" Id="Rc558c4f2ab8f446e" /><Relationship Type="http://schemas.openxmlformats.org/officeDocument/2006/relationships/slide" Target="/ppt/slides/slide3.xml" Id="R906cd53f57c84745" /><Relationship Type="http://schemas.openxmlformats.org/officeDocument/2006/relationships/slide" Target="/ppt/slides/slide4.xml" Id="R4e4b376140b64853" /><Relationship Type="http://schemas.openxmlformats.org/officeDocument/2006/relationships/slide" Target="/ppt/slides/slide5.xml" Id="R3d07ca6df7c84377" /><Relationship Type="http://schemas.openxmlformats.org/officeDocument/2006/relationships/slide" Target="/ppt/slides/slide6.xml" Id="Rba8a8e803a0c4136" /><Relationship Type="http://schemas.openxmlformats.org/officeDocument/2006/relationships/slide" Target="/ppt/slides/slide7.xml" Id="Rd0f1745ec6d44b4e" /><Relationship Type="http://schemas.openxmlformats.org/officeDocument/2006/relationships/slide" Target="/ppt/slides/slide8.xml" Id="Rd8da3a0e53a94464" /><Relationship Type="http://schemas.openxmlformats.org/officeDocument/2006/relationships/slide" Target="/ppt/slides/slide9.xml" Id="Rf12e5e9a424545cb" /><Relationship Type="http://schemas.openxmlformats.org/officeDocument/2006/relationships/slide" Target="/ppt/slides/slide10.xml" Id="R3166cae1152e4d9c" /><Relationship Type="http://schemas.openxmlformats.org/officeDocument/2006/relationships/slide" Target="/ppt/slides/slide11.xml" Id="R12f9b05229c748e8" /><Relationship Type="http://schemas.openxmlformats.org/officeDocument/2006/relationships/slide" Target="/ppt/slides/slide12.xml" Id="Rfee79b5d3b754de8" /><Relationship Type="http://schemas.openxmlformats.org/officeDocument/2006/relationships/slide" Target="/ppt/slides/slide13.xml" Id="R30a703d519f2470f" /><Relationship Type="http://schemas.openxmlformats.org/officeDocument/2006/relationships/slide" Target="/ppt/slides/slide14.xml" Id="R4776aaa66f7745b7" /><Relationship Type="http://schemas.openxmlformats.org/officeDocument/2006/relationships/slide" Target="/ppt/slides/slide15.xml" Id="Rad0ea4d1a6bb4b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9aaeb0e6b049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20c6c9d5f54cda" /><Relationship Type="http://schemas.openxmlformats.org/officeDocument/2006/relationships/notesMaster" Target="/ppt/notesMasters/notesMaster1.xml" Id="R83a11a00388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a3cffdca15479a" /><Relationship Type="http://schemas.openxmlformats.org/officeDocument/2006/relationships/notesMaster" Target="/ppt/notesMasters/notesMaster1.xml" Id="Rfc86069e7b694e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fb4c20d2794cad" /><Relationship Type="http://schemas.openxmlformats.org/officeDocument/2006/relationships/notesMaster" Target="/ppt/notesMasters/notesMaster1.xml" Id="Rf0523ed084304a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215b4fa0ec49f7" /><Relationship Type="http://schemas.openxmlformats.org/officeDocument/2006/relationships/notesMaster" Target="/ppt/notesMasters/notesMaster1.xml" Id="Rb0f067c0abbf4b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94e329fbcb4d35" /><Relationship Type="http://schemas.openxmlformats.org/officeDocument/2006/relationships/notesMaster" Target="/ppt/notesMasters/notesMaster1.xml" Id="R103a577c6e3b43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c8417a571c433f" /><Relationship Type="http://schemas.openxmlformats.org/officeDocument/2006/relationships/notesMaster" Target="/ppt/notesMasters/notesMaster1.xml" Id="Re5bc649b6ff540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a8fe435e584d6d" /><Relationship Type="http://schemas.openxmlformats.org/officeDocument/2006/relationships/notesMaster" Target="/ppt/notesMasters/notesMaster1.xml" Id="R92255cc855ad40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405f0d8ca04117" /><Relationship Type="http://schemas.openxmlformats.org/officeDocument/2006/relationships/notesMaster" Target="/ppt/notesMasters/notesMaster1.xml" Id="R499ad62aee1446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cf382f984f454d" /><Relationship Type="http://schemas.openxmlformats.org/officeDocument/2006/relationships/notesMaster" Target="/ppt/notesMasters/notesMaster1.xml" Id="Rda5b68a7067646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dca1dbd520432c" /><Relationship Type="http://schemas.openxmlformats.org/officeDocument/2006/relationships/notesMaster" Target="/ppt/notesMasters/notesMaster1.xml" Id="R134edda257fb4f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c2662847db472e" /><Relationship Type="http://schemas.openxmlformats.org/officeDocument/2006/relationships/notesMaster" Target="/ppt/notesMasters/notesMaster1.xml" Id="R9cdaf0b127294b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a2dd72ebac43ff" /><Relationship Type="http://schemas.openxmlformats.org/officeDocument/2006/relationships/notesMaster" Target="/ppt/notesMasters/notesMaster1.xml" Id="R5d85b76485fa44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b78489ac2f4ec2" /><Relationship Type="http://schemas.openxmlformats.org/officeDocument/2006/relationships/notesMaster" Target="/ppt/notesMasters/notesMaster1.xml" Id="R049aab92257640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cbf0d7346b4d73" /><Relationship Type="http://schemas.openxmlformats.org/officeDocument/2006/relationships/notesMaster" Target="/ppt/notesMasters/notesMaster1.xml" Id="R99362a89ec484cb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8deaab07bb64a98" /><Relationship Type="http://schemas.openxmlformats.org/officeDocument/2006/relationships/notesMaster" Target="/ppt/notesMasters/notesMaster1.xml" Id="Re2127b25628545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2e1c75d8c94b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1598fbbde24653" /><Relationship Type="http://schemas.openxmlformats.org/officeDocument/2006/relationships/slideLayout" Target="/ppt/slideLayouts/slideLayout1.xml" Id="Rf165aaae593e4a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65aaae593e4a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2ccd24f1f4a0e" /><Relationship Type="http://schemas.openxmlformats.org/officeDocument/2006/relationships/image" Target="/ppt/media/image.png" Id="R0ec38ff0ed9d4205" /><Relationship Type="http://schemas.openxmlformats.org/officeDocument/2006/relationships/image" Target="/ppt/media/image2.png" Id="R0ef8c0215ba34d92" /><Relationship Type="http://schemas.openxmlformats.org/officeDocument/2006/relationships/notesSlide" Target="/ppt/notesSlides/notesSlide1.xml" Id="Rf679113153384a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cfd35efec4960" /><Relationship Type="http://schemas.openxmlformats.org/officeDocument/2006/relationships/image" Target="/ppt/media/image3.png" Id="R7f633c5dd3324178" /><Relationship Type="http://schemas.openxmlformats.org/officeDocument/2006/relationships/notesSlide" Target="/ppt/notesSlides/notesSlide2.xml" Id="R927d6b15bda14d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58ce68e824704" /><Relationship Type="http://schemas.openxmlformats.org/officeDocument/2006/relationships/image" Target="/ppt/media/image4.png" Id="R4f76532e45da4b55" /><Relationship Type="http://schemas.openxmlformats.org/officeDocument/2006/relationships/image" Target="/ppt/media/image5.png" Id="Racda480288ea48c7" /><Relationship Type="http://schemas.openxmlformats.org/officeDocument/2006/relationships/image" Target="/ppt/media/image.svg" Id="R80c0854a39b84376" /><Relationship Type="http://schemas.openxmlformats.org/officeDocument/2006/relationships/notesSlide" Target="/ppt/notesSlides/notesSlide3.xml" Id="R96f7eeb9796246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5219e2c7b4a00" /><Relationship Type="http://schemas.openxmlformats.org/officeDocument/2006/relationships/image" Target="/ppt/media/image6.png" Id="R998dc13057274437" /><Relationship Type="http://schemas.openxmlformats.org/officeDocument/2006/relationships/image" Target="/ppt/media/image7.png" Id="R29d4d5d5bb664b5f" /><Relationship Type="http://schemas.openxmlformats.org/officeDocument/2006/relationships/image" Target="/ppt/media/image2.svg" Id="Rb6a245e70d8c4b9f" /><Relationship Type="http://schemas.openxmlformats.org/officeDocument/2006/relationships/notesSlide" Target="/ppt/notesSlides/notesSlide4.xml" Id="Raddab958fe7546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5d8793f244c37" /><Relationship Type="http://schemas.openxmlformats.org/officeDocument/2006/relationships/image" Target="/ppt/media/image8.png" Id="R606117bf682747c8" /><Relationship Type="http://schemas.openxmlformats.org/officeDocument/2006/relationships/image" Target="/ppt/media/image9.png" Id="R1bf637b7312c483e" /><Relationship Type="http://schemas.openxmlformats.org/officeDocument/2006/relationships/image" Target="/ppt/media/image3.svg" Id="R66536182f40a480b" /><Relationship Type="http://schemas.openxmlformats.org/officeDocument/2006/relationships/notesSlide" Target="/ppt/notesSlides/notesSlide5.xml" Id="R9fdcb9183bec4d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972309b81494f" /><Relationship Type="http://schemas.openxmlformats.org/officeDocument/2006/relationships/image" Target="/ppt/media/image10.png" Id="R7db8c8784c524373" /><Relationship Type="http://schemas.openxmlformats.org/officeDocument/2006/relationships/image" Target="/ppt/media/image11.png" Id="R3dbda519a2894381" /><Relationship Type="http://schemas.openxmlformats.org/officeDocument/2006/relationships/image" Target="/ppt/media/image4.svg" Id="Rc40a87d567624b40" /><Relationship Type="http://schemas.openxmlformats.org/officeDocument/2006/relationships/notesSlide" Target="/ppt/notesSlides/notesSlide6.xml" Id="Ra434e5bbfec74e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1aebac0224233" /><Relationship Type="http://schemas.openxmlformats.org/officeDocument/2006/relationships/image" Target="/ppt/media/image12.png" Id="R906de00e525547f7" /><Relationship Type="http://schemas.openxmlformats.org/officeDocument/2006/relationships/image" Target="/ppt/media/image13.png" Id="R4c914abf6d7c4245" /><Relationship Type="http://schemas.openxmlformats.org/officeDocument/2006/relationships/image" Target="/ppt/media/image5.svg" Id="Rd7480fcd9499416d" /><Relationship Type="http://schemas.openxmlformats.org/officeDocument/2006/relationships/notesSlide" Target="/ppt/notesSlides/notesSlide7.xml" Id="R7e8f377c9fbe49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d8730e8654a02" /><Relationship Type="http://schemas.openxmlformats.org/officeDocument/2006/relationships/image" Target="/ppt/media/image14.png" Id="R4aa6cce5a9fb4439" /><Relationship Type="http://schemas.openxmlformats.org/officeDocument/2006/relationships/image" Target="/ppt/media/image15.png" Id="R20e294256d9c4ecd" /><Relationship Type="http://schemas.openxmlformats.org/officeDocument/2006/relationships/image" Target="/ppt/media/image6.svg" Id="Rdda5fefa20274081" /><Relationship Type="http://schemas.openxmlformats.org/officeDocument/2006/relationships/notesSlide" Target="/ppt/notesSlides/notesSlide8.xml" Id="Rcfa6edde011341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80ca08c8f447d" /><Relationship Type="http://schemas.openxmlformats.org/officeDocument/2006/relationships/image" Target="/ppt/media/image16.png" Id="R827e62ccfcc349ce" /><Relationship Type="http://schemas.openxmlformats.org/officeDocument/2006/relationships/notesSlide" Target="/ppt/notesSlides/notesSlide9.xml" Id="R13f2da0e1bce44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0cbb818d44dd0" /><Relationship Type="http://schemas.openxmlformats.org/officeDocument/2006/relationships/image" Target="/ppt/media/image17.png" Id="Rf05e9841cbd44e3c" /><Relationship Type="http://schemas.openxmlformats.org/officeDocument/2006/relationships/notesSlide" Target="/ppt/notesSlides/notesSlide10.xml" Id="R1009a33c1ef945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0c70a1c1f4c49" /><Relationship Type="http://schemas.openxmlformats.org/officeDocument/2006/relationships/image" Target="/ppt/media/image18.png" Id="Rcb2b76a50e4548b9" /><Relationship Type="http://schemas.openxmlformats.org/officeDocument/2006/relationships/notesSlide" Target="/ppt/notesSlides/notesSlide11.xml" Id="R278bd2c36b2246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11c4ed6d040c0" /><Relationship Type="http://schemas.openxmlformats.org/officeDocument/2006/relationships/image" Target="/ppt/media/image19.png" Id="Ree671c84deca4086" /><Relationship Type="http://schemas.openxmlformats.org/officeDocument/2006/relationships/notesSlide" Target="/ppt/notesSlides/notesSlide12.xml" Id="R2ce33397802846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160e406fe4f2a" /><Relationship Type="http://schemas.openxmlformats.org/officeDocument/2006/relationships/image" Target="/ppt/media/image20.png" Id="R534b2cc4f4844c59" /><Relationship Type="http://schemas.openxmlformats.org/officeDocument/2006/relationships/notesSlide" Target="/ppt/notesSlides/notesSlide13.xml" Id="Rbdc21e47927940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d76ba4cef4ae5" /><Relationship Type="http://schemas.openxmlformats.org/officeDocument/2006/relationships/image" Target="/ppt/media/image21.png" Id="R15dd7725d1dc456a" /><Relationship Type="http://schemas.openxmlformats.org/officeDocument/2006/relationships/notesSlide" Target="/ppt/notesSlides/notesSlide14.xml" Id="R372637803c6d431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bf102a2cf4aa1" /><Relationship Type="http://schemas.openxmlformats.org/officeDocument/2006/relationships/image" Target="/ppt/media/image22.png" Id="R6da4d1d05114474d" /><Relationship Type="http://schemas.openxmlformats.org/officeDocument/2006/relationships/image" Target="/ppt/media/image23.png" Id="R8d652670ad354457" /><Relationship Type="http://schemas.openxmlformats.org/officeDocument/2006/relationships/notesSlide" Target="/ppt/notesSlides/notesSlide15.xml" Id="R3ff0a39fd4ca4b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E10402-27A6-46F9-A44D-E5A064C4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B5EEC-426D-4732-9CC7-9E238C4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F0AA0-673D-4FF5-8144-0208963E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38ff0ed9d420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3BF87-1DFB-4B2F-B1BC-A3C9ED74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1968E-763D-4162-BF01-0BD51CF1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8c0215ba34d92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7709A-00EC-4000-A3A5-BBF0E283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68615-781F-4DF3-BB61-7EC9135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BDEC8-B79D-4529-A0F8-02375A9D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CEC08B-6D2C-447A-B2CB-F13C4FCB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5F0EB-2735-470D-B848-A5DAA89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2F9B9-692D-411F-B33A-FCF9481B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CE4938-F63F-40C7-84F3-F5E49F9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BC21F-5195-44B8-90EF-453B15E5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8A50C-1064-4C91-BF7A-E0894AB6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3466580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22317D-97E2-4486-9680-89E955F7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B2461-C785-4636-8FA0-1BDFCE8A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773D8-23A6-479B-B489-2B172010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A2EF0-95F4-41A8-A45F-3F76B35B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BC4B4-D43B-4A76-9C17-24B671D4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33c5dd332417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D0EBA-C302-44F0-98C5-E572C4A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3B2A8-FA0A-45DC-93E6-C6D107AD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C3829-E8C0-48D0-BD88-30E2B45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38D77-2994-4481-B643-EA495EEA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E9082-A748-499D-88FB-0AFB1C41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55B33-007E-44C6-B6E1-A5E62B49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003930-37CD-4ABF-9289-3C457681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291EF-8965-4548-A70F-1552517D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48451-6FBE-4FD3-8548-956D63F2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50252-FB6B-47EE-9CA9-1C2E787B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82477-A8EE-4011-B347-C32B4F50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D1BC2-9CEB-4FBD-B10F-D71E87F9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522A87-F3A2-4494-8801-62F3A51A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23707A-FADD-460B-8445-F58A8E28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4444B6-1382-4002-94D0-A387CA17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1189AE-3222-4BEF-8F98-9C25B2F3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976AE7-5FA4-442E-AD99-7BB3FE9E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F7904-15AA-4A58-BD82-7ABDE677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A1245B-7D3B-4452-85C4-24F30C7F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1725F7-C284-4165-A94B-B65496B0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40E54C-B352-4178-AF0F-D08678C7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079A74-33EA-49DC-8359-4ABA6186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276A90-2FEA-49BA-8CDF-F9219185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D7722E-DC83-467F-BBAE-B6CBD7DE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8397E6-D770-49D3-8F46-912D9DE3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99BA96-1470-498B-B921-56443C5C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05DE4D-6325-4DA5-ADBE-B6903858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CAA456-3471-4B59-BF6C-95073C14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26DEB9-7C4C-4C49-B4D5-DE6E62D5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89ABD4-D60B-4899-9F6D-80738B61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2BE548-D9D1-4A76-A6B3-2C37F54A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1FAF26-DDDE-4588-9DA4-9F5A2045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1C5511-683B-4D1E-BF33-B03C6643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E6D326-3939-4098-B8E7-C4871139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40FDB8-A912-4013-ACF9-6DEA37A7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3265507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243149-4AF2-4A5B-8E67-06C406A4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C2456-D717-48F2-961C-43E56833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22775-E63B-4B60-A848-9705924E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E9BC0-0F97-44EC-9BEF-E7D67EF2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FADD2-F2E1-48D5-8C5E-3B83BC7E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6532e45da4b5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B3DBD-FFFB-4F02-94FB-319431C7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75770-4595-44D0-93D1-A91D1A2E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639D0-9A7E-4F3D-B509-C98103FC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3EC0B-DEC8-42D9-ABAC-183DD105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98FCB-2489-4C16-B2F7-AB11CB8C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86416-254F-470A-A806-D478FC1B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83320C-23F9-4384-A3F3-D2524CC3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380E7-9EE0-4282-AC47-04190CD9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509BE-9DDA-4220-8566-9C215349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7CD5F-43EF-4F10-AD9F-83C7E89C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4AED0A-BEC4-42F9-BABB-8246650F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ACFC6F-C5EA-4CBF-8DCE-72393AA0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3A754-CE46-44E8-B5DC-043B6126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C1C1B1-9971-4B78-B048-A69A05BC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67598-D9BA-43AC-9C59-3ABCA01B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8DB259-07D9-4C7E-83BA-96FE2FCC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EE6C2F-C823-47D4-BB34-BF198DD2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46F528-1D80-4F5D-ACDF-75C011D8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9148FC-35FE-4315-A91F-CEC5D682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7D01E6-9398-4DF4-8C29-A06747C9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91AD59-8486-4F78-B82A-D37D402F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A914DC-9CF4-4AC0-BFEA-ABF9CC2E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2C3AF2-4012-485A-9159-5328C2BF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BD2F34-7168-46EB-AA8E-96E87D3E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584457-EE3D-4D81-9B53-FB2379B1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2E935-F225-4F48-A903-EB2FCB11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CB66F1-4499-4A55-A83C-0104DB19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595A4A-5B59-4BDE-A2F7-E3D2491F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0CF639-1809-40FF-AC88-FE0EFDED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559827-30DA-431E-9329-04A19222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644BBF-E997-42F7-BF70-B1B1D20E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a480288ea48c7">
            <a:extLst>
              <a:ext uri="{96DAC541-7B7A-43D3-8B79-37D633B846F1}">
                <asvg:svgBlip xmlns:asvg="http://schemas.microsoft.com/office/drawing/2016/SVG/main" r:embed="R80c0854a39b843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07F80B-41AD-435F-B789-32DDC89C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F8AB13-C43B-4C6D-AC73-B942C0E3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802F57-54DC-4736-A504-7F62BBEF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666FB6-15A9-45D8-A9F8-7ED487B4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2CD7A5-F740-45EF-9937-F07C83AD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AF881A-AB77-4F93-94F5-078538EF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DAB25E-1081-4A3B-87AA-011F3D18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62D79B-30BC-4306-849B-333427CE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81E566-8FAD-4CE5-992F-AA85989B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DBCA04-2C40-48D0-8B81-4D47EAF0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2FE96C-B76F-43C1-ABDC-20539F00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540A07D-2C8F-49DC-9A9A-398B0D1E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BAD163-CAA9-4E0F-9BBA-6DAD382A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14B3B51-14EC-4F0D-806F-CB9A8828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FA5646C-C64B-4DAA-A97A-AF51826D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C57337-798D-4176-A43F-81FD4A8B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B7A1C9-F273-48A2-B019-9E96E18C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67FB97F-9B5B-4C13-ACEE-76F9CE13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9AFF73-3467-4F8E-92D8-4687610D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94F8A8-DBA9-4652-97CB-5BD0F7A3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4392F9A-098E-4AFE-A790-57027CF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E9A11FE-08DD-4C76-900F-D09C9199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6EC7F79-2574-41B6-8B30-739296DE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6749A6-9DDD-443E-97E6-B3012A18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BAD8B0A-9399-49F3-B674-769988E6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40743B-7A7F-453B-A366-04214E24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FC7E2F9-B9D1-4DC2-B97F-8FC28687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59CA65-D50E-42DB-99FC-005414AC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4F16336-9327-4A6C-B96E-C3EF6B2D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9C6A09-9F8D-432F-AA3F-9B92D556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1102408-708E-4C9B-A62F-6C7655E4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D43CE83-83BA-4E17-BC04-25CFBDF9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1087BE6-F34D-4EE4-9C29-573D4C8F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2BB6094-2181-4044-9E52-ACC28A22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29B3FC7-891E-4E62-A674-4C5BEED9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5788E71-0248-4D4F-9301-AFCB3C97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EBBDC0F-6D75-4327-9B74-C9A0220B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876706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4A03B5-FF8E-4C01-AB51-D6E5648D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173A0-58F9-4879-9629-B8C7388C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4E7C9-803E-4DB0-806C-246A8BA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DA2D5-3C43-459E-8FAD-B2DDB498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C9302-DFCF-44B7-A957-989BDF7D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dc1305727443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167C2-E322-48E4-83A4-2BDA0F1D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010A4-9461-42AB-856E-63DEA334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37904-F446-449D-B213-CCFDCABE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5223E-200A-4EBB-985B-C5615E3A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9B4D6-D836-4308-BF74-AFD18FB1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4d5d5bb664b5f">
            <a:extLst>
              <a:ext uri="{96DAC541-7B7A-43D3-8B79-37D633B846F1}">
                <asvg:svgBlip xmlns:asvg="http://schemas.microsoft.com/office/drawing/2016/SVG/main" r:embed="Rb6a245e70d8c4b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5A768-D2B7-40F5-87AF-DA25B0BA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64008-982C-42E7-A6DA-A9717D4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849BF-C252-4C6C-9EC9-FBE962F4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A0C525-38BF-401E-B448-CD92DED5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FE4D61-CADD-41A2-9904-2B7321A0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0811B-2F33-4DD8-ACE2-7F437EDE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27B56-13F9-4231-BD63-250A0434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F2DCEB-9D54-4DB6-B62E-CA8E5D0E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E2A45C-FA05-460A-B13A-46B295CE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EF2911-AEA4-492A-B4E4-99BEF3CF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E73B5-507A-4AEC-8DD1-AD9E47C8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66A33F-BC6F-4FAF-B325-6D4A549C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2A6BB6-11D4-4360-BF76-23B32DDA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A91A03-D9C5-46F3-BD46-B22AFAF9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36EAB1-2286-438E-AEA2-B1DB73CB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C5624D-264B-48E2-B567-D060B991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DDC191-3019-424B-BDF6-693539AC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3162416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B86008-BDBD-4320-ADFA-CA65211F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D4386-CDBC-4539-990E-321C7A5F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9DC90-60C1-498A-8CCD-1F989204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B8F33-A63B-42C5-9DC2-4275E925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E608B-96A7-4D3D-912D-13D62B7E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117bf682747c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299B3-98EB-49D0-9F6D-403EA0EE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9A54A-FA19-4B0C-B1C2-F2ADE937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02771-7892-4700-A8E4-413BDE1C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8E10A-C09F-4AD4-815F-1E1635B0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4962A-6F83-480A-8B04-44CAE66B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637b7312c483e">
            <a:extLst>
              <a:ext uri="{96DAC541-7B7A-43D3-8B79-37D633B846F1}">
                <asvg:svgBlip xmlns:asvg="http://schemas.microsoft.com/office/drawing/2016/SVG/main" r:embed="R66536182f40a48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8A2B0B-A972-4CE4-B5FC-983F1658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1AC41-2D0D-4F6C-8823-2A00A306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793AD1-5C4D-4398-9196-1696C0D7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8B2DF-5EA0-47FE-9DCE-964C7B9E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EE551A-D04C-4610-8D2C-7B7193D2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265A9F-8E81-44D0-845F-0FD8E16E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0CC15-DD47-4A91-98B1-E1E2C472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CDF447-93AA-4F8D-8F5E-0CA66D3F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69087F-D2F0-4692-BC5F-7FAB95C0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6D22D-6A28-4018-B90F-312608A3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071C5-6120-4780-808C-58DB0B2F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6E3258-D240-4254-8955-4B91F269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12AF18-C160-4793-9971-98076B86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9C398E-2C11-4D55-9DF6-DB3F66C3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DDA65A-9934-4B92-8075-02FBBDAA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726B0-57E2-4BAE-A8CE-18FEE057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35A0C0-6556-41BC-A6CB-36549498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CA708-1C66-4993-991D-1F74231F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9ADD53-5969-49A2-BF46-25B1C87E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797F35-5579-4B29-BA3B-EB5A1E92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1396266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22EE02-7DD4-4317-8F92-1D39E47C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6EC3C-5FDE-4F84-BD31-50115802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94058-9296-46CD-960F-2323CA4E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B5B44-7F6A-457F-80EB-3280D053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96DB5-7513-4681-8517-E06D9CEB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8c8784c52437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942E4-93A1-4FB6-A679-D77CFC49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11997-A07B-4206-A12A-C0C239D0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B728A-D8FE-40D3-AEEF-AFC2E4B8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0725D-DA9C-4BD9-B7EF-57E5DFDF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1FA964-C537-444E-AB3D-BD4489E6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da519a2894381">
            <a:extLst>
              <a:ext uri="{96DAC541-7B7A-43D3-8B79-37D633B846F1}">
                <asvg:svgBlip xmlns:asvg="http://schemas.microsoft.com/office/drawing/2016/SVG/main" r:embed="Rc40a87d567624b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C015F-5A82-49C3-A4B0-932C5341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12F216-9361-47BC-BD9E-051A3611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C44CC-08ED-4FF9-8E5A-B1E65A4A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038D36-7D3B-4EC7-B37E-A98F3FBB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8BAB08-2D70-4535-A088-7CDDA737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BEB558-AC35-40DF-AC8C-8EC4326F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F6BE93-150F-4FC9-81C9-491AAE0D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2EB16F-5814-4839-93D1-D7222C7B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622B4-8570-46E6-8185-DBC6F107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2F64C8-B032-4D57-B1DA-A7E470C8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8030E7-7089-4332-A9D1-2EE0798F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C6A5BB-1CCD-4F99-B4C2-932FFB1E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F4399-759B-4FFA-8C28-F5DD38B3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582819-8594-4408-9C1F-42E60FF7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292311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ED598-6B5D-43A1-AC7D-DC855FF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1E288-1C50-4838-931B-7959B70C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C6A36-51F9-497F-A1ED-59304432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CA2D78-D986-4480-89EB-4C876164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AF483-B9CF-41FB-ABBA-01AEB2F7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de00e525547f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F4FD59-C24A-4BDC-BD7C-7B7128F5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CF088-C974-435B-B1A2-7A430FEB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46B88-A6D9-43E6-B89C-C12AC88D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D2678A-0D33-41ED-9284-BF82ADB1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226A7-8490-41F6-BCE1-846980B1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14abf6d7c4245">
            <a:extLst>
              <a:ext uri="{96DAC541-7B7A-43D3-8B79-37D633B846F1}">
                <asvg:svgBlip xmlns:asvg="http://schemas.microsoft.com/office/drawing/2016/SVG/main" r:embed="Rd7480fcd949941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6BEDD-CA15-43E3-A124-BCCA08F5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975D5-C130-4CD6-A75C-5962FDEA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3EBD6-76B8-4C21-BB96-AEE54A0E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8054F-53F1-44BE-A5D5-EF06239D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91B97-3CE5-42BB-B31E-54212A17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E2BC30-57AA-438B-B66E-6F08CC09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46DB8-8A0D-498D-B0A0-F270F2B8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119DD-DC40-45B7-85A3-B73163A7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54A1A-BA6B-4C57-8362-9AB926A7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2FB5AD-9128-4AB0-9AF1-8BDABDB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A871E3-F567-4667-B393-453F925D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97450-392E-4F53-9264-E2F8B2AB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266F64-FE79-4F92-9B61-B7BDF9A7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53CDD7-D628-4BE7-A5A4-BF85AB83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9378815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18BA29-6B15-46D4-B111-3152FC97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E3350-5259-462B-8EFC-A9278D1A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88643-0318-4115-837A-34B6B5DA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8DB2F-7D1B-446A-B892-0C3EB8C2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9E402-1C03-4957-B221-021722C7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6cce5a9fb443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ED830-758A-484F-B0D5-DB3B8CF6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60427-C899-4788-993B-9618152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EA505-E111-4C09-9557-9B6BBBE9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E9079-269A-4012-803F-3132CF41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A4D40E-9336-4DC1-95B1-1F9F9297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294256d9c4ecd">
            <a:extLst>
              <a:ext uri="{96DAC541-7B7A-43D3-8B79-37D633B846F1}">
                <asvg:svgBlip xmlns:asvg="http://schemas.microsoft.com/office/drawing/2016/SVG/main" r:embed="Rdda5fefa202740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A62828-817A-4FCB-8504-DBFD41ED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D9DE2-8695-42A5-8557-46D08D92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DB1C03-4C56-49C7-9787-8D554C17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0C4E2-5A14-47AF-BF43-4847E677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E61952-1CC0-4E1C-9D11-38D8B3CB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174DE4-EA9F-4672-8BDB-54CFA9FD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8C5FE-4780-4F3A-B37F-A6B414B4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40EE7F-629F-4335-92CA-E2FEE852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B5573-BB44-41BB-87C2-DB8E2C27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71AC0-6B24-4EE4-A7D5-71EE50C7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103A40-697D-4618-9CB5-7FC3EA4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D7BD89-114E-4617-B91A-31E1EB84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F3E462-0F1C-4BBF-A825-5717BF26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8C59C3-1BB6-4C6A-AE3D-3402F32E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69F806-2BE7-416F-944A-6E56F008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3EFDD8-608D-4E4C-A24F-EEE02939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A86DD6-436E-4FEA-A11B-08252F4A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57E19-AEB9-4EAD-A120-2960E1EC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23391-B6BA-49C9-9AEB-00736427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16088C-F87E-4110-BB76-A52F4C2D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1AF3BD-4620-4C5E-BEB3-E2931B86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7A6ED0-A4ED-4D5D-99BB-00E2CD25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3140690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5C9EC76-B324-4D8B-A479-5495EF76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5D068-7840-4873-A9E4-33D9D594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2A72F-8209-4694-B64C-9DEFE5E5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06845-0C79-4615-8E51-D66745E0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AE07F-8540-4EB7-A78A-E4903C46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e62ccfcc349c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3AECB-0D88-445B-B067-67012C80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7CEE6-BF03-4153-8F1F-F7DD3EFF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F3FF45-0413-4C5D-8931-27B23FF9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430D00-729B-4891-AB6B-B3F8C702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241457-BEC9-49B8-884C-C5735B0C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2BC6C-3109-4B58-96A9-655D476E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8F787-EE10-4F1D-9ED5-1A96836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12604-84C7-489D-B7C4-3935066D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838CA-8084-41A7-AE6F-BB082BEC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65642-B12A-45DE-8BAC-50CEBA51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68942A-65BD-4AC1-90ED-382696F7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26A12-0449-41AE-A815-876B7C44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9FDB3-ED75-436D-9282-E69EFA1B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3D27E-DD71-421C-B084-BB937309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69FA99-9082-43F6-AA6D-8575A2F9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3EE3C-3B41-4F53-AF76-8F65B28F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FDAC9F-9E2B-44BD-92C5-06229DC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1013BB-D55A-4163-AC30-D1CDC196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247BD5-C34C-4BD8-B4DF-C93ABE41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3A7687-4FC0-4528-B2AA-74F880A8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CFE03-248C-4B0F-92A8-3EB00083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E7F760-AE02-4D0B-89D8-D5729E83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E541A4-0D4D-46EB-9FB2-5A46A37D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D4FCD-1EA2-4561-92CB-B77985E6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FDDE8-7896-4D32-A848-C9D4F464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ACAE90-5EFB-4FAE-A43C-8EDAE736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D1E4D2-1F5F-40D4-8743-3BA9C204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6B1477-18BE-4C66-BE3B-683A003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64F341-F259-46C3-B88B-4C726E4F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41CFE1-AF38-4EDF-9BE0-32227DF7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5EB7B7-2037-4E00-9EBD-16C0E399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487D57-493B-4743-A091-52554949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39AD28-6B4B-42D8-A8DC-07C7C1B5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060235-5358-4FE9-A25D-FADE692F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40C1FC-FEE2-4A67-966C-174B0E48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854A78-A4E0-4CA9-B597-62F7F22A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5B2885-349F-4DF0-9118-0FA27274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FE766D-9A99-43EF-9A0C-4361918D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C3EC57-0F10-4700-AF94-D2BB6977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4FD3DD-58B2-4C71-80BB-DF9472EE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5FCF10-4432-4550-9691-C6FF3964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B6F1AD-DD54-48AB-8787-86B0CB8A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213A4B-801C-4F01-A52E-8E6D2172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9DCD52-6D4B-47A8-9CE2-7375BBE9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3EB93F-5125-44EC-B09A-8839C5BE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E2406C-DE64-41BF-BF88-90A34DA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244C31-00E4-4DB4-87CC-B019A4CB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091BA-1693-4D0B-9822-52873E7D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8E4A86D-5B2A-4A8F-9B80-046C29AA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B9BC0ED-55C1-4713-A97C-1893A661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2717C58-C192-4F78-8F07-18AAB246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B008F7-ACE9-4316-A51C-90745127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02FCFC-6D14-478B-9082-AB08F301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541527-A29A-4155-ADDC-D1442135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C958D5-ED03-4EF7-AC04-FA3223A4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803C03-8F0C-4763-AE24-A7E46E13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1B8A224-943C-4ADE-8F8B-009F0EEA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37390A-FB6E-4272-BF36-38614C58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6D8DF02-E72E-40B5-9CE3-06D4060C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4437DCA-67DC-4429-8C52-995E9884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7C40957-384C-49E0-B0BB-C17222FB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9B27636-C705-43D8-804A-6E4859AB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15FAD7-60FD-41A7-85BD-935075C0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1ED86A9-B11C-4E90-A521-3EC2B373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5F0BD78-B72A-4122-91EE-A58B9478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7BFB45B-039B-4AC5-AFFA-1B310D19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BD2143-8561-455E-B799-50380F23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A64240-B426-4AE9-90D6-5877A19C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AF7ED93-D987-4859-8969-A9A7E977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C148695-74A9-4379-A8E4-324FD4E7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A9A68B1-4845-4C47-BD42-F53B8ACB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50170D-87CA-4BA3-9FBD-A7CE055B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6D55ABA-3D32-40FA-A8C6-3D05B15F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EABFF9-FECD-4BE7-8EDF-3A24AC26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98C3215-501C-4792-BC23-F29D2308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B543694-6672-445F-9D65-22379FF7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220C0E-6F7C-4E89-8CE9-CCB31252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5301FE2-02F6-4E5F-9475-CD0E6956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5A6187D-7BFC-4CBA-AE04-74887C6D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228CACC-647A-4E17-A664-3B1DCAED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52EB48C-020F-401B-A569-00FF524A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706CE8-9D3A-40C2-9648-6DD3CFE3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4133C04-6D87-41A5-9FBC-7AFDDEE1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05DE5F2-4567-48BB-8B33-D4E3458F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E9E10AA-ECAE-4B00-BD72-F747F663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AA0680F-79FF-4E0F-96AD-01E12FDB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FD5E948-01EB-4E3C-BC54-2B1C97F2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52D5C6B-E315-4EBB-BFC9-08F02771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6E0CA64-BD8F-45BA-A177-FB8B1796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417620C-081C-4623-BA08-B7A3F339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3EC544-0AEE-4417-A287-97BD8A00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F05F1C6-1064-471A-94FE-4F12BC66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FBBB374-06C7-4D1B-8FC0-55F52C05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BC2E441-3A74-4D74-A968-E45C8954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80743E8-FCC8-40FB-9194-D244AC44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2957878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6B551FE-DB0E-4DC2-8074-2048BF91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E9B00-63AC-435E-8583-9986AC45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E9C85-921C-48CC-A665-E18F6DDF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194EB-A877-4E47-AE67-1C4318DE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1D1DD-002C-4702-AC48-5E07A405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e9841cbd44e3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BDD9F-1131-411A-ACAE-2A36D4DB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A10D6-D078-4863-BD4E-9D8D7A96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2B50B-BAF9-4FA2-A637-F0DA5476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0F5B8-8080-443B-A48B-CBC9891F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B059E-A207-40D3-ABC4-3A65F775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D8326-2494-46FB-8490-1BB2217A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DA3DA-04D3-4DC2-B1F2-C7188F31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AF819-D9BD-431E-8E70-09163848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4D494-9F7C-4AC7-BC00-73F07D45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F697F-29E7-4C72-B9FD-4C95D3F3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1BACE-22A4-41A6-8862-3569F1DA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9E633-7782-4881-A606-F5D4F6BD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C2A5B-3860-4808-99A4-47E14E38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559207-1D09-46EA-9E66-D66599F5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3B1671-B985-42BD-B525-DF5E44F7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2D5E33-383C-472A-B1A1-BDC6B5B1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BFBCB-ADA7-432C-9891-9082431D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1D198-4EB0-4FAC-BDFE-7E198370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A411F4-DF8C-4533-876F-EEC3760D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75A579-B4FE-405F-982A-F057D10C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A0AC9F-7316-40A8-9779-47E97BCE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71F95D-C00D-4334-9034-4F1A4939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64603-4CF2-4E12-A91D-25A98CA8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9F82C0-00AA-47DA-A95C-B031AC1C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6C7B60-26CF-45FC-BBF4-109C93B5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40EE18-AE16-4D54-951A-EC57936D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113CAF-6578-4633-A011-DB5F6F3B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ACF811-6B35-4340-BD08-2623FCA7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C43DF9-55C5-47AD-B656-BA1D78BD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66A76B-D747-4BAE-8146-5EB9A1EA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B012AD-6A5A-4998-91F8-62DD57EE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021A8A-EEA9-4F47-BAFC-3FF4A3CA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B3C13C-24FD-4377-B1C0-C766FEBB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44717B-DF89-4AA9-8B9E-53B07ADA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DDDB2B-4369-4FFF-ABE1-2FBC7D6B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A317AC-96E4-4A9D-BE55-739446E6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DC2AAE-1303-45E5-89F3-91455BA2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49AF46-0D83-475A-B933-711CB0A9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EEA023-C214-4387-830F-4ED4E219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212BFE-0BCE-4BCD-B0E7-905E33C5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E2122D-57D2-4009-B907-A1C71E18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6BEB4F-235C-40E1-99DF-259C80E2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446137-D25D-4E52-B0F6-CC97AFD0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B15538-BB30-415A-8EAA-E7C22038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D9222D-B4B4-4312-9756-23882EA6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297127-E208-4F8F-A0F8-ADC9AA4C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E10357-1684-4DF2-B916-E06995C3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6A1CF-D577-479A-BFD6-E32911C9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3861E8-EBBB-4E72-92AC-E7EDA9D8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AD6042-795F-4ABF-92E5-581A67DF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48C6A9-352C-424C-99E0-D1D24818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EA929E7-EAD0-4A76-8579-04CA3E66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530B33-67CD-4CFC-912E-94305ABF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502D82-16BF-42C4-916F-F9A1E898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086B01-4604-4E55-800F-6AF2DB35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A93E83-7A66-401A-91EF-6AE6111F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38650A-7341-4A45-BE40-49C3A39A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B5C6BA0-FE8D-44BD-8A07-C093DE04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0D7CC00-B820-4D7B-BA7C-77BEB942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506E92-7623-4431-BE1F-11B1DC05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BFDEB62-3349-47B4-9CBE-B37B953C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AF140A-0D0A-4F39-BA6D-7BB85BDE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3BF3170-5972-4C50-886D-49EEC9A8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05B5B2C-6C10-4D82-8A8D-90A7FE0C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29C3C6-71EB-4E4B-83A7-0D81AC0F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6FEFD41-12C7-4C42-AC73-F0D41028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B1576EF-E9BF-4205-8FC6-CA015FB7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99FDD05-0581-49E4-93B7-1DDA3ADC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410016-39E5-4370-A4B5-460A896D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C4BE0A6-584E-4579-BC83-14CCA93B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EA5E51D-1CB0-4C72-ABCB-CB671952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DC8355F-C538-4BE8-8A45-99A15989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6273C9-9D6C-4DF4-871C-5094203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9E4A98B-508D-4899-A456-F721B6E3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8073307-BB46-424B-9534-F0E808C2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DE08400-C7C6-4233-A492-928170C5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5FB1C5F-D9C4-4165-8910-21963F50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1812C65-D42C-4CFC-9E3D-2AABAD0B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8BE4817-5C13-4ACE-B5C8-AB93D003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20F97B4-3F81-45D9-A9C6-202242C0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9E1327B-D8DA-4375-9F51-A9E7B495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A0D4209-BE6E-44DB-8470-2B9BD249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1A9CE5D-1B69-4BE3-B344-4B4BC15F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ECAF380-6060-4A25-B6CE-53CD8FE1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1429451-5157-4C17-B706-B060EFA4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2F833A0-C427-4DED-8C6A-3C800FE9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916E3C9-C4A0-48FC-A8B7-15C9F837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2F083BA-CB72-41D3-97A8-2188DE5E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7063713-B358-45DA-804E-F4F2D74A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9FB8859-6D5C-4BE2-9475-0027243E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482831B-AB5E-48FE-9E40-9AE064DE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5203BC-6967-4D24-83A5-750792C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827E7E3-D6B6-49F7-B18A-64F11955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49D112D-1D21-4FDE-96AB-55896A88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43C8FC4-6646-4103-A387-5B500D09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FAE9D72-2D74-49E4-AAE0-FA0444D6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1700404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CD52DAF-1112-4835-8A98-35B62A7B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F0CEC-397F-42C0-BDA9-09C8330D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F7D31-06FB-48B5-937A-E316125C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424C8C-E9D3-4706-BA68-765EF9DC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0D042-A361-4FE6-A01E-5DE7FC04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b76a50e4548b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ACE4C-DC01-4D17-BB01-00311EDC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178D6-E264-4FF7-9D0E-CBED35A2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85DBA-6BF1-49B8-9AA3-F5FCDDD8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85CFD-776B-4237-95D0-EA11FEE3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47782-D1BD-4673-8C8C-AFE90AB2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E980D-82B9-42B0-9C12-9312EE3B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2B2ED-8393-4D27-AD74-881B3D0D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0885E-3D18-48D8-8EEE-6E108408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31A654-2E22-4C49-BA76-A6715033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8A5B7E-9F08-48E1-B29A-765A6853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9AA1C0-D688-4A3F-ADA2-7332D3F8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52915-F408-4633-8173-64A4BE71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B016C0-F260-44D7-BDD2-18EC1911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FA81A0-7CB3-4389-99B3-A9F7CCC8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C9155-0079-4DED-A62D-7664F503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7EB74-3213-442C-AF30-714800E0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D7537D-B62C-4EC1-AF17-A290AC69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E25B98-9D51-4EC2-AB1A-E2D49F93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DE6D59-C815-4434-A21A-00C7C399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D44AA8-67F7-4DB3-BFF4-779F09FE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E4998E-E189-4248-9CC7-D6593194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FA1507-2114-47AE-BF05-3D30857F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9AD780-3090-4435-BF13-95DF90A5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E8C026-DCF6-4098-98E4-A91DA27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26A057-B6D4-4E95-AAB3-223BC227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36A622-1BF9-4C47-9EC1-70DA5851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731BC-4198-47D6-8383-34ED08D8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5711A0-F2FB-4C63-9BC2-66B9631B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7C5C0E-D65E-427F-B702-4DA555BD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281F-EDAB-4307-9D2F-C7E010F7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9A06D9-94E6-40E8-8C75-2481BB56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4F40B1-B7D7-4027-B30A-D9B0E47C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C0C968-3F5A-48DB-B654-90D23FE2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DD7E72-8DC3-4191-9133-BE5BBC85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C8A305-1BBE-47BA-8387-D3D57E05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B64509-510B-4DD2-A2FB-86E397FC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40A6F8-FD4E-458C-A4FB-42ABE207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AB69C3-749A-453B-9BB8-8157EC2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1C5AB1-0989-411A-AD69-6285E72F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ABE5B7-AE03-4F0C-8DD0-799451BE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AB3876-9086-4F28-A6E5-D6831C86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B28521-71BA-4CE0-964E-A8A88028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51520F-8EB3-4309-820A-83853DEC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970024-66F9-4C7A-9AD4-9FA12D66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428B29-63DF-4681-9086-8F85BFEC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3C041F-0ED3-456E-AC1F-0051F812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8BB252-3830-4F3C-BAFF-5BB8532A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9799CF-DB59-431C-8EB3-8932F771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87217F-6561-45B2-8EBF-265B6DB8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42AE29-CBD2-472B-A2E8-8B3179C9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2A921D4-8F0D-47FC-8B67-9902AB10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E45291C-20B9-4AEC-B2B6-C26D5FC7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F1400CE-7920-453F-AFA3-F3A67F15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0F2204F-B992-4BCB-8EFD-63FC4C30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F8B5F1-9F1F-4008-9A7F-9D95656D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8CF0C32-F419-43B1-BA09-36CFB5ED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9D21A1D-3970-4F03-8532-A665C434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13D5DC5-11A1-416D-BF39-0669A1CB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C7B447C-21FF-438D-BB7A-81DC873E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75A7243-7282-43E8-8A8D-4ADB4B68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C2CD6BF-77E3-4F52-BEEF-90B5294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8974A0-0844-4D33-B324-65FEE64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5C42DC-FF49-48E6-9D49-E4C70B62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13CF44C-23C8-41C2-9F82-0DA2C31E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FEAD63E-CBC8-4380-A6C2-C4044C11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F74DDDA-26EF-40A4-BA07-3CB0886D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588CB39-1B50-4051-A296-99A2A037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4D61AF2-D2D8-4537-8AEA-61F0D01B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E440ADB-9D42-4F42-8883-260ABBF2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FF9B66F-7D17-4438-A3F6-39244C67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F4E1CB7-CF2E-41FD-B42D-26CDF8F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4026FB-6AC6-42CD-B370-1CD53031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183D33C-3BE4-453C-9254-5B2746DF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B9BC5C2-82E5-448C-B248-CAD07C87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761D268-0AF2-4AC2-8F0B-5F3835D8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C71FDE-2114-4A95-A5EA-1AE77ED0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ABD25B2-0AC7-4C71-AC67-1ED6F60D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E69979E-A9C4-4FC3-A513-D8F3BC2E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7D02B3D-36D3-472B-AC1B-823C087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885FD89-AEFB-4001-8B49-D363DF1F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4813D2B-C629-469A-A5C2-3162BF37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B64FEE6-F980-43E4-A81F-DFC21F8B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0C7D7EB-4251-46A2-8A0C-6F41454E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21E534C-10A3-4C32-BFEB-F256A339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1C26366-9B16-4E7B-BD01-EE995E2B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2900206-49C7-4DDF-92E6-8E04679F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3C1463E-FA2A-4CFD-87F0-65C2335B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A028CD3-13B0-482B-ADC1-5CC396BB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90EDD39-EF1C-4FFA-B0EE-74E5F344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0F7B6FF-00E3-4D27-9AB2-C480A052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5E30009-E5B1-4771-BA0E-75C8268B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829972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D10ED68-B691-46F5-B85A-20FCD349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88538-2F0B-4561-8290-61E17485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10BC3-6B0D-477A-92E8-2B570154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AA0DF-1084-4E65-932B-0EE540BD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374AF-ABA1-4211-89B3-1156ECFC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671c84deca408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ADDE7-C71A-4B55-864F-950551F5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81744-C232-43DC-926B-27C1B90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C15E9-9C80-4ED6-8170-DB3121D5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8B9E7-9956-46CC-AA7E-809437AE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1F8A2-4620-4E3D-912A-DBEEC4ED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DB7AE-0A7D-4CA3-85C6-C554AB75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068D8-40D4-4E2E-B387-BFEB0E6A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A6907D-3B38-4D93-BCED-D0FF042C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53F9C-A370-4435-B5BE-9EFC329E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E988D-DBC8-4D3A-97D6-A085D03F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71C80-3C63-4D10-9A17-816C0AC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358798-8A91-43DF-9351-318815C1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B5EC92-6507-4F89-9806-47F54C34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D1FE40-2357-4F83-AB13-B3321D3E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6587EF-399D-4E0A-98D3-BC38E785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E235B0-D8DF-41AA-BEF7-32D1DB3E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D3CE3-E57D-4EC1-8032-0A30D8AA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4FB56-5041-4FB7-AF1D-C502BD94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729C85-C494-4136-AEEC-F718115F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0E92E1-2260-475E-AA6F-C95D84B7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43100C-C638-4C9B-9668-BD5B5B45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2F513F-0E2C-4DBB-8C0A-D06E0DB9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CF62F9-93A3-4767-8555-B1E4752B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AABA9D-A4C5-4A68-9E00-4BC4E064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7A525A-338D-4BCC-8980-71BF0DE3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25344F-19A5-42BE-B13F-3F9427E3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E251B0-C065-45A0-B281-FADA095E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659E0E-A00D-4384-A8A8-13B4C9F9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58DCB1-08BE-44DF-BA6D-CBC3452C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55387E-9A67-44C8-8DD3-E3EB71E1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C40C96-B8AC-43CC-BE7E-402BCB03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95A400-EEFF-4761-85EA-671242C0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4B8779-DA70-4E20-B01D-8C4D608C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0542D6-E2F1-4D2D-B28A-72947658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A0C8F7-B84A-4F37-BED6-7E3AB2DA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D49ECD-4D67-482B-B117-F5560B74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24FD38-F9A4-46FC-B50E-1A6EF405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D5AE3D-3980-44E5-8017-7E4A527E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A613B5-082E-4387-ABE8-A65B50E6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91306E-E064-4643-84DB-E01D4F88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45799F-5457-4FD7-8B42-6AAA7577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104461-021F-4C23-BAE2-FF560BBA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47AB3B-0B83-4E1C-9EF7-54CBEB35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27613D5-ABF7-440F-BE23-AF993BE6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5692F8-E696-4B50-BEF8-34685FCF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4143E8-A919-42CB-878C-9388C281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EBEFB2-7768-4C4C-B436-5208DD54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82FCC6-4235-4FAA-9CDE-25636C8F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8787614-8775-4CCD-B2FA-E6C28C8B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3A5470-E00E-400E-8780-2CD2AFE6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7E2DE9-B6B1-495C-83BA-3E6A40D2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B3E921-99DC-4B64-A4B2-A131C30A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D46B6F-AE9D-48A2-A24D-2F5DF113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3005E0B-F6CF-4377-8F13-107B48B5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2F60FDD-76A8-4EEB-A56B-8BC293CE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BB3B5A3-814F-4422-B707-0EF95EC8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03B3D59-5213-46C1-828F-B7E57E3B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CB54E0E-A9FA-4EEA-B06D-5A7DA951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AA56612-24BC-4F64-A1A9-6842FABB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C15AC69-C643-4C93-8254-745AFBCA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8F13950-7DB5-43C5-858E-0792D416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BA7D7A-A4A0-44D2-8C3F-E0379961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67CFDFF-9F95-4D84-A05D-93D6FB98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3A7633-CAFE-4319-A6A5-1979872A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D9D75EF-966E-4280-B1B1-FB8273C2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82359E3-EEF5-42D8-A4CE-8F03FA94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96636D5-D5AA-4EA0-96AB-6139B3DA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46CAFBB-F201-4E48-9B90-223E5EFA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BE4695B-FF09-4CF3-A065-D84A15B8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0969D26-0816-46DB-B138-AE677C6C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41D926D-3192-447D-A836-D611C124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5CDBE30-638D-4BC3-83C1-A7BF1B31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02E3EC8-7417-4CFD-A110-E7A16721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30BE9B2-F831-4EE3-8E06-D63F5339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E785F5F-19DF-4184-ADCC-69170D06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12EA98-8901-43B9-87D9-6BBB97F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9482D18-DF29-4146-9E8E-48E29680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1B20D96-601E-4F60-9C20-29D6E987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3BE4F66-9CE4-4B9E-B62C-F31BFF15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6954DFC-AA58-4CE6-B1D0-426A27E9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245524C-BE4B-45DA-8DCF-F2F9644A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4FF7B91-5E4A-4D69-9601-4BBA5DBC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74451F2-63E2-4AB6-9831-4B43DE71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29127D4-94C9-40FA-8C03-6B9DFA77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E39E92-F6D5-4802-9143-0A7FB83E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F89FC0B-5117-46F3-BEC1-6CE33C16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CB0677A-E358-4728-A88A-AEE10AEC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CE53296-AD0A-4710-8130-16526A89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0453C7B-EBDA-4EB3-8554-73499716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3CD914-9B43-4B22-889A-88E8731F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FF93CA-ECD1-4F5C-8E11-14DDE3B8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7402A0B-AB83-42E0-82D8-A78B786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4B34D55-B5CA-409C-8C5C-2394FA42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1B1A06F-6649-4905-99C9-64475193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8FA19B5-9EB7-4033-A939-F774B3FD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9576164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1B412F7-6A98-4908-AF6E-65AADD04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18DC4-9224-448B-BD70-9C6D2D00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04853-5B7E-45F7-B69B-71880826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8E04F-196F-42A2-B055-13F8E420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5F1E-12B3-4C14-AD8C-4B41B745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b2cc4f4844c5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BFB1D-B79D-447A-B599-FCFC0F35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D8992-C175-4F89-889F-9F0D0F4D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B797D-0FB7-406D-BF23-4A6FA1A1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86051F-0C45-4335-9460-C43E68A7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EC61D-08D9-43CE-8EA1-10BA1D69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260242-5E7A-4755-97AC-10A37AD6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44C99-FE83-453B-AB9A-0E4D1565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259E4A-B899-4793-98C1-E3936DAF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9214F-50AC-4BF5-BF5F-5715ABA1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F2B0FF-747B-4A0C-BA6F-8ACE5FE1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F9ADC-1136-48F0-8BB5-AE22B9F9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7B417F-1C5A-4D69-B800-576F2088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4E0205-3541-46A9-8835-EAAA9FC4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0117E2-07E9-4B20-B246-0BE8F350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7EFEBA-7EBE-4ECB-B539-E5F9A70F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F47089-551A-4173-AE85-009A9B84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5B6260-C112-4BA3-9894-8DEBA8F5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9C2A3-7167-43C1-9708-15578DAE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875F-1E9E-4916-BFAD-1A420B49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8AA78E-59C5-4A1B-89A0-28F44040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BFE357-DC52-4261-A067-FF120428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2594B9-DC7D-46D3-B1CE-DED0A513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804830-39DA-40A5-90B6-509D9029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6DBE62-1260-439B-A7A8-DB82E2DB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CFB01C-0F3C-4FB1-A386-3D906B2F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7F56DF-DA1F-4E50-8ADA-C9AFC021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E940EE-3168-4D3B-974C-277B6962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94484D-86D6-4612-997A-692C272B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A472F7-8946-4472-A8A3-8BBB8C00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43EB9B-96A1-4841-A40E-39383272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053E2A-0A25-48EB-8D58-C7C6C0DF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3A5E47-F812-49D5-937C-423B12B4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F6FCC4-E77C-406C-A381-255B5E4F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D7166B-5B37-4B08-93AD-D9509267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BF5F3F-59A2-4E2B-8AE9-3B2CBA79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0561F0-EE73-4D80-BCE1-291C9510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3C81DA-9EE0-4F6C-AC7E-0A32F37C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D69EB6-B2B3-485C-B178-584D8D3F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5F9DDE-6C23-41D8-BEE7-1CE2AE36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9375E5-7225-4DB6-9A40-D686F1A8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76B73F-66B6-472A-B3AD-75253376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E62210-A2AA-407D-BC4F-C21A1FAC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56C3BD-C57E-451A-806B-5A27D2C0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452855-4FB8-42D0-8472-73B4953A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C9FF884-3C35-48E6-B85C-7797728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4135-6EAC-4A6D-8F40-172ABED5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76A59C6-C4D1-4D1B-A75B-BBF618A5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E04C7B-3EDD-4A69-9749-E8E1A976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606FD4-0A6B-4E25-963E-80836B2C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AEEF91-4B2B-4385-8B3B-5CA1C9AB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43C926F-D511-4317-87C9-3ACC7CB5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4D5E69E-30DB-41CA-823C-98796BAC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1911725-EEE2-4ED5-A2BC-44A50A77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A397A3-87BB-436D-8855-DD86DDED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65E1CF-5D80-453D-8E3D-E2B02858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E19D0B2-1CE3-4A50-8704-06246114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45387A-0293-49EC-87AF-F1290094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2D8A96-B962-426A-8EEA-E868BFBB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C39E7A8-E131-43F2-A9F5-DCD9202E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E0B52B-6BD4-41F4-AF7A-571AD28B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5E8611F-FD19-4F7B-A5B9-B422E824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7A6E4B-350E-4ADE-8ADA-81437C43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D5E515-9217-4782-A43E-399822BF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9C457FC-A053-4C75-BB5E-0AD3383D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AC48AC-B87A-430F-9447-BB75CD28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120E163-062A-4907-837D-C262B67F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8E63CC0-6A78-465F-8E27-06F813CA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040CE8-4E0F-4D4A-B534-E68618E4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9795C2E-F86F-41C8-8502-5E90D8BC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5A6A6C0-4B50-4A7F-A6F3-0DB4D0B4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A6B9CE3-9ED8-4A74-990F-D9A568A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8662050-F45B-43BE-9B60-5965D1D5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1EB6482-5097-4CA4-AAC5-A59AA79E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B07493B-B77F-4FE1-B2B5-DE741749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CADF9BD-60B7-4F70-BCFA-2139F67D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832BFE6-D22B-44FD-9D46-050281A1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CBB6D1C-0260-446C-A19D-1D773B16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2E4882D-2985-42A8-A83F-B27F6136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81E7D53-C2C7-4C68-9ADF-CC52F8DA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3D6D15A-9142-40F9-BE9B-E1451950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B761903-108B-45C5-A124-D7DFA260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6EE3695-6845-4E53-AC87-21D83C22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15E7BBB-999F-42B5-9502-877CF7EA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093CB53-4D4B-4BAA-B30A-CC519329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BCC5CE4-A914-4730-BB52-7878EAD0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92AAB44-2D92-40C1-AFF4-11BBAF35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9823391-6559-4CA6-93F2-99F1D2D7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49A9986-8778-4755-99DC-843F5F86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1EB3AA5-EAE2-49BD-80F7-3AD17DA4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3509127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0F90252-D688-4EC0-86CD-A4D771DD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DDA62-533D-464B-9BDE-5DC298CD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CF30F-9E9E-40D2-AFA6-197B55FA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CA107-9777-4BCE-8138-A250E6A7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7756D-6735-4306-BE56-EDEA6280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d7725d1dc456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5D4AA-5066-4F2D-B791-1D1DDD21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895F8-6368-4644-8044-49D78242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CA19D-2F39-45FD-B3B6-D2D31D18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FDEF0-DDC6-4FAC-A74F-78E91233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DCF02E-EC7A-47CA-B749-FAF3968D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172DF-5B87-4C3E-A8AD-773F9DC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D7270-E9A5-424C-A98A-3B4BB9A6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7FC4A-2C70-4772-A449-D3B7CA64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718B1-6993-41FB-82F9-EC5A5A22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2F964-E7D2-4151-BB5F-F17E578A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BD76B-66C0-4558-A4E3-E5B4404E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3C14EC-76EA-4847-B922-D6BC3E13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250DD3-CB22-48DC-AEF8-1BAF0265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94F68-1F9E-4F40-8EBF-4C476407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DFE84-2376-4A3E-B9FC-A6778F78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855C6D-0848-4101-917A-0FD20EA2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FFA0DC-9667-4BBB-A9E6-95F942B1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EF12DF-7105-49FC-AF8A-15B6DD38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19880-992C-4E14-A102-D1DE9C70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E36A9-8D7E-4E70-B91C-79745121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EBBE90-3710-4A66-9011-4A944544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211A40-147D-49D0-B922-C1EE42FB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7895C9-89AF-4988-8694-6C12AA2E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B4E413-EA4E-4236-81E7-59F845D7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337AE7-938D-4F34-975E-7470875C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53D2DF-2D57-4271-8E86-0014DE07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440716-1C48-4B53-B6E2-6C6031F0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0C93A0-5FC1-4606-AD29-515EBAF0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D4668B-B79A-45C0-9A71-9D6CCFC9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F460E6-824C-4D5A-9322-7B669285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E9B327-C5C6-478B-B44F-FA061424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EBB30C-FBE0-479F-ACFE-9AB52DAF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737919-CF32-4EB8-B346-5C541CD0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6B718-8765-4ECE-BE4E-2177B466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8298CB-6330-432D-9A09-13D8B746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CB4532-B17B-4A26-B689-35F91C37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CA70EF-9725-43B8-B34B-8D3CE8BE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68B683-2EBF-416E-9F0D-1EADF5C6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C1A349-A4C4-4C52-AC7B-87104F4E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EDA7A-8AE7-4F89-9C52-65E433A6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974AF0-B42F-4DA6-8886-095176EC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2C8499-B83C-4CB9-A4E2-D11D546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51B710-67AB-497D-A873-69694950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C22ECD-C5CE-4558-B6C3-DF4B4419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0D4340-8D76-4839-AE31-2EBBA752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E6C214-1C21-4381-950C-C66CD997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6ACBCA-0EB3-4C0C-AB10-DF703189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2C68A1-C5A9-4A8F-935D-EAB12537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74658D4-CA33-4EFB-9066-C270078F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3A26AA-E64F-4289-87F5-8D789B53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1057D2-1177-477C-ACF3-1A1D924F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AE4E28-30CE-4A34-A505-EC611B2D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5754575-E5A8-41EB-971D-D863CF4B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3C39ED4-4B0A-4A42-9FD0-46634376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41AEAF-927D-46A4-9CB2-6BA959FC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D76ED6F-44A0-41FE-BFB7-939F6BEE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C66E7D-E355-4A66-B604-5C1366CF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90AF30-0BBE-4760-9DE5-B2EAA857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C757DF-FDC1-4762-A42D-29C57928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1F52450-3B79-4E1D-A682-F7BF1B68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8FDB6D-0763-4712-903A-F4713CE2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8A8492D-BD97-436A-BC04-2D83D514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E14F6B-0229-4D25-95BC-A3F5BCF4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D03B0E-F1D9-4476-B288-6A0C5DFD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91A8E1-5D14-4249-9B03-E1D2AA35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F9209EC-055A-4F98-B1F2-778B0821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639EA07-48DA-4E55-84C6-9274BF86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16091EC-72BF-4AFA-8058-030D97BD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1E9C5E1-9EED-43F0-969F-2492A71E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524703D-2824-45D7-B8C8-ACE55329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1EA9E40-8437-4CA9-B933-11F921E7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BE448AE-0BD4-414F-A9C5-44CBDAE5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BAB7C91-16B0-4680-B595-5104B7B0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72D4AE0-9A73-4D9C-8DC0-8D86616D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F4921B6-4A65-4D74-A70D-9E129259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5DFBAC3-69C9-455A-96CE-8F9A7815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779A4FC-C5AB-4752-91AE-5D8996D1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9DFFB0B-AD8D-4372-B14A-D3192C1B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2955098-375A-41C2-BB18-44B65D37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4EAD101-9359-4A23-B8A6-49970478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67DEB0E-11AC-4F7E-8BC1-63C3F879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AF15075-E2F0-4F28-9057-2CDBB592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EBAD9F-1148-4353-B5F1-18361E2D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29CB375-53C0-4F82-AC6C-B5406897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7C4A20D-9892-4CB8-AF2D-5DC76CC4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9B9AD31-287C-404C-BF8A-97DB7E4A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FA2E3F9-FD0F-4A56-A621-BE6683E1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2E22F73-DBBC-4E97-89CD-D665D966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8BE6BF2-C992-4A0A-96A3-758E2947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40EC374-4A0E-444D-A6F4-C28812FD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0B16C03-3252-4E2B-879C-96AEBDF6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957E59E-B460-4A17-909E-3D79AC5E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A4387EB-574B-45BB-A919-691211D6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60152CB-B957-4BB3-8652-B4E40906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346D48E-B5EC-4B26-A5AF-03C3F666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715FAF3-7D78-4A59-9B3E-D57B036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22B00C1-064E-465F-B556-E26A675F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96849A9-5076-4A75-9700-C1A4D3BC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60D7BAB-77CA-4FF2-893F-83F23C99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D4FFA61-E354-4B29-BC3D-DCF8562E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493C542-A0EB-4B2D-AEA3-DAEBD232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82C7433-B39A-47E4-9E3D-38B27365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466B008-3618-49AD-B1B8-D4B5376D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9052FD4-0A66-407C-83D0-3D704B4B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BD4F6D8-B97C-4AD5-B075-50BAEA39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82A9FF6-D747-40D9-ACE5-D9A1A35D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D5F5C7F-1341-4492-8EF2-CA08BC60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68BC0E7-47BA-4975-920F-8C640F30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61F9EDD-DB75-40BA-99AC-C8CDC0EF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CC5BF8C-943C-4BA9-A426-A5281C3A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0545F63-8AEC-49FA-86D3-FB93B177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4FDAF4C-88C0-485D-9D2B-1D20E5F7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AD90154-9AB3-43C3-B098-E5C8A96B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F022669-AD4B-4A6C-B22A-85E45225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964E3B6-C7A9-497B-8F43-7111FC18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5CCDBDA-F975-4F33-8644-9791F3EC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D4DB2EE-D64D-470D-A790-362ECA3C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5EA7AD1-E291-4241-BD15-68321061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C4135BB-FC05-4F9B-BA4C-A7B4F81D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106474E-7521-436D-AB4B-FBD18226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F7B00A6-7905-441B-BA5F-68E21187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8386474-0EFF-4403-94D3-63D84866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9C3833B-177E-4122-8B05-2723862C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831FB09-B5C1-40A5-A0D4-0993D3DF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8DBEC30-0C78-4ADA-B021-79109FB9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C2BA3A8-EFAE-45F7-99D1-D04A581C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089BD09-845A-443B-B242-8F2DBB37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3402DD9-CE9C-4A74-B60F-E0D7EDFA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9225323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625D9-1CB6-47FF-BF71-863178A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9C25D-6DEC-4209-9DDF-18BF6287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2DDF8-E5D3-4386-8C84-0BD6A107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95C76-8B28-46C9-98CB-48EDACA0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4d1d05114474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43EF2-3AC4-4A83-B7C1-37F7E2F2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9E9C0-61E0-4528-8CAE-B2E747F9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52670ad354457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9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2026-08-10T18:05:49.0270000Z</dcterms:created>
  <dcterms:modified xsi:type="dcterms:W3CDTF">2026-08-10T18:05:49.0270000Z</dcterms:modified>
</coreProperties>
</file>