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d83a8b890cd45e8" /><Relationship Type="http://schemas.openxmlformats.org/officeDocument/2006/relationships/extended-properties" Target="/docProps/app.xml" Id="Rbb001afab84d4916" /><Relationship Type="http://schemas.openxmlformats.org/officeDocument/2006/relationships/officeDocument" Target="/ppt/presentation.xml" Id="Rcb6c52b91d83472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34053c57d164954"/>
  </p:sldMasterIdLst>
  <p:notesMasterIdLst>
    <p:notesMasterId xmlns:r="http://schemas.openxmlformats.org/officeDocument/2006/relationships" r:id="R650e20b8dce04b8c"/>
  </p:notesMasterIdLst>
  <p:sldIdLst>
    <p:sldId xmlns:r="http://schemas.openxmlformats.org/officeDocument/2006/relationships" id="256" r:id="R020c428470e84830"/>
    <p:sldId xmlns:r="http://schemas.openxmlformats.org/officeDocument/2006/relationships" id="257" r:id="R7772362dc18842c2"/>
    <p:sldId xmlns:r="http://schemas.openxmlformats.org/officeDocument/2006/relationships" id="258" r:id="Ra205a2d04dad4037"/>
    <p:sldId xmlns:r="http://schemas.openxmlformats.org/officeDocument/2006/relationships" id="259" r:id="R20dafc8752be46eb"/>
    <p:sldId xmlns:r="http://schemas.openxmlformats.org/officeDocument/2006/relationships" id="260" r:id="R6c65e67d40774ef0"/>
    <p:sldId xmlns:r="http://schemas.openxmlformats.org/officeDocument/2006/relationships" id="261" r:id="Rbb0039b9f5ac47ba"/>
    <p:sldId xmlns:r="http://schemas.openxmlformats.org/officeDocument/2006/relationships" id="262" r:id="Reafef8f4737b45c6"/>
    <p:sldId xmlns:r="http://schemas.openxmlformats.org/officeDocument/2006/relationships" id="263" r:id="R80e66d2e6ec34ab9"/>
    <p:sldId xmlns:r="http://schemas.openxmlformats.org/officeDocument/2006/relationships" id="264" r:id="R601884027dfe4e9a"/>
    <p:sldId xmlns:r="http://schemas.openxmlformats.org/officeDocument/2006/relationships" id="265" r:id="R2ac1a86f394441bc"/>
    <p:sldId xmlns:r="http://schemas.openxmlformats.org/officeDocument/2006/relationships" id="266" r:id="R57bb3d626c344c68"/>
    <p:sldId xmlns:r="http://schemas.openxmlformats.org/officeDocument/2006/relationships" id="267" r:id="R906f65823ce8465f"/>
    <p:sldId xmlns:r="http://schemas.openxmlformats.org/officeDocument/2006/relationships" id="268" r:id="R922c150cc99549eb"/>
    <p:sldId xmlns:r="http://schemas.openxmlformats.org/officeDocument/2006/relationships" id="269" r:id="Redf97fe86af94ba1"/>
    <p:sldId xmlns:r="http://schemas.openxmlformats.org/officeDocument/2006/relationships" id="270" r:id="R58f0b11592744df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3eebb00537a4bc5" /><Relationship Type="http://schemas.openxmlformats.org/officeDocument/2006/relationships/slideMaster" Target="/ppt/slideMasters/slideMaster1.xml" Id="R134053c57d164954" /><Relationship Type="http://schemas.openxmlformats.org/officeDocument/2006/relationships/notesMaster" Target="/ppt/notesMasters/notesMaster1.xml" Id="R650e20b8dce04b8c" /><Relationship Type="http://schemas.openxmlformats.org/officeDocument/2006/relationships/presProps" Target="/ppt/presProps.xml" Id="R5c06f54208124c72" /><Relationship Type="http://schemas.openxmlformats.org/officeDocument/2006/relationships/tableStyles" Target="/ppt/tableStyles.xml" Id="R49abe44f7fe747a5" /><Relationship Type="http://schemas.openxmlformats.org/officeDocument/2006/relationships/slide" Target="/ppt/slides/slide1.xml" Id="R020c428470e84830" /><Relationship Type="http://schemas.openxmlformats.org/officeDocument/2006/relationships/slide" Target="/ppt/slides/slide2.xml" Id="R7772362dc18842c2" /><Relationship Type="http://schemas.openxmlformats.org/officeDocument/2006/relationships/slide" Target="/ppt/slides/slide3.xml" Id="Ra205a2d04dad4037" /><Relationship Type="http://schemas.openxmlformats.org/officeDocument/2006/relationships/slide" Target="/ppt/slides/slide4.xml" Id="R20dafc8752be46eb" /><Relationship Type="http://schemas.openxmlformats.org/officeDocument/2006/relationships/slide" Target="/ppt/slides/slide5.xml" Id="R6c65e67d40774ef0" /><Relationship Type="http://schemas.openxmlformats.org/officeDocument/2006/relationships/slide" Target="/ppt/slides/slide6.xml" Id="Rbb0039b9f5ac47ba" /><Relationship Type="http://schemas.openxmlformats.org/officeDocument/2006/relationships/slide" Target="/ppt/slides/slide7.xml" Id="Reafef8f4737b45c6" /><Relationship Type="http://schemas.openxmlformats.org/officeDocument/2006/relationships/slide" Target="/ppt/slides/slide8.xml" Id="R80e66d2e6ec34ab9" /><Relationship Type="http://schemas.openxmlformats.org/officeDocument/2006/relationships/slide" Target="/ppt/slides/slide9.xml" Id="R601884027dfe4e9a" /><Relationship Type="http://schemas.openxmlformats.org/officeDocument/2006/relationships/slide" Target="/ppt/slides/slide10.xml" Id="R2ac1a86f394441bc" /><Relationship Type="http://schemas.openxmlformats.org/officeDocument/2006/relationships/slide" Target="/ppt/slides/slide11.xml" Id="R57bb3d626c344c68" /><Relationship Type="http://schemas.openxmlformats.org/officeDocument/2006/relationships/slide" Target="/ppt/slides/slide12.xml" Id="R906f65823ce8465f" /><Relationship Type="http://schemas.openxmlformats.org/officeDocument/2006/relationships/slide" Target="/ppt/slides/slide13.xml" Id="R922c150cc99549eb" /><Relationship Type="http://schemas.openxmlformats.org/officeDocument/2006/relationships/slide" Target="/ppt/slides/slide14.xml" Id="Redf97fe86af94ba1" /><Relationship Type="http://schemas.openxmlformats.org/officeDocument/2006/relationships/slide" Target="/ppt/slides/slide15.xml" Id="R58f0b11592744d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b0533ba677d4a7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68838761b5748c2" /><Relationship Type="http://schemas.openxmlformats.org/officeDocument/2006/relationships/notesMaster" Target="/ppt/notesMasters/notesMaster1.xml" Id="Re2f3d166b85740a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2eb72358275475f" /><Relationship Type="http://schemas.openxmlformats.org/officeDocument/2006/relationships/notesMaster" Target="/ppt/notesMasters/notesMaster1.xml" Id="R981626c062c7432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24bd485b141479a" /><Relationship Type="http://schemas.openxmlformats.org/officeDocument/2006/relationships/notesMaster" Target="/ppt/notesMasters/notesMaster1.xml" Id="Rd5e36583770f456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7d0dfe535c148ac" /><Relationship Type="http://schemas.openxmlformats.org/officeDocument/2006/relationships/notesMaster" Target="/ppt/notesMasters/notesMaster1.xml" Id="Rdd89780a4c064cb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6c58b23de4042cc" /><Relationship Type="http://schemas.openxmlformats.org/officeDocument/2006/relationships/notesMaster" Target="/ppt/notesMasters/notesMaster1.xml" Id="Rc2de18c4e9754ef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d7dbae638fc4daf" /><Relationship Type="http://schemas.openxmlformats.org/officeDocument/2006/relationships/notesMaster" Target="/ppt/notesMasters/notesMaster1.xml" Id="Rf76d7aaa4cea401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87840d3754845fd" /><Relationship Type="http://schemas.openxmlformats.org/officeDocument/2006/relationships/notesMaster" Target="/ppt/notesMasters/notesMaster1.xml" Id="Rcd0d5009226842c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f2c711168074930" /><Relationship Type="http://schemas.openxmlformats.org/officeDocument/2006/relationships/notesMaster" Target="/ppt/notesMasters/notesMaster1.xml" Id="Rc01001376e3a4a3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e5a66fff0f244d9" /><Relationship Type="http://schemas.openxmlformats.org/officeDocument/2006/relationships/notesMaster" Target="/ppt/notesMasters/notesMaster1.xml" Id="R8f3dfe42bed9481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bb6f06e2e194188" /><Relationship Type="http://schemas.openxmlformats.org/officeDocument/2006/relationships/notesMaster" Target="/ppt/notesMasters/notesMaster1.xml" Id="R385db59208694d2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724efa5307b4c6a" /><Relationship Type="http://schemas.openxmlformats.org/officeDocument/2006/relationships/notesMaster" Target="/ppt/notesMasters/notesMaster1.xml" Id="Re0e71af3b59a427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c7c5c1921d44b7a" /><Relationship Type="http://schemas.openxmlformats.org/officeDocument/2006/relationships/notesMaster" Target="/ppt/notesMasters/notesMaster1.xml" Id="R1ee4ee842c4b475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8ef6a95d2804996" /><Relationship Type="http://schemas.openxmlformats.org/officeDocument/2006/relationships/notesMaster" Target="/ppt/notesMasters/notesMaster1.xml" Id="Re863168a8f044e0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cde4ebba4854a92" /><Relationship Type="http://schemas.openxmlformats.org/officeDocument/2006/relationships/notesMaster" Target="/ppt/notesMasters/notesMaster1.xml" Id="R801cc8e6e9044bc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d44d503afc74c94" /><Relationship Type="http://schemas.openxmlformats.org/officeDocument/2006/relationships/notesMaster" Target="/ppt/notesMasters/notesMaster1.xml" Id="R089114715dba4ef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7551557f0e476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35ee53e9db44425" /><Relationship Type="http://schemas.openxmlformats.org/officeDocument/2006/relationships/slideLayout" Target="/ppt/slideLayouts/slideLayout1.xml" Id="Rfc317661ee9b4cd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c317661ee9b4cd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baaa3601bc49f2" /><Relationship Type="http://schemas.openxmlformats.org/officeDocument/2006/relationships/image" Target="/ppt/media/image.png" Id="R5219aa1aeab14816" /><Relationship Type="http://schemas.openxmlformats.org/officeDocument/2006/relationships/image" Target="/ppt/media/image2.png" Id="R95389e1706d14ca8" /><Relationship Type="http://schemas.openxmlformats.org/officeDocument/2006/relationships/notesSlide" Target="/ppt/notesSlides/notesSlide1.xml" Id="R4f61d8f909ca49a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2a502449114651" /><Relationship Type="http://schemas.openxmlformats.org/officeDocument/2006/relationships/image" Target="/ppt/media/image3.png" Id="Rc31ee2a8b28e4acf" /><Relationship Type="http://schemas.openxmlformats.org/officeDocument/2006/relationships/notesSlide" Target="/ppt/notesSlides/notesSlide2.xml" Id="R1da394072db44a3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97f4cbacea4901" /><Relationship Type="http://schemas.openxmlformats.org/officeDocument/2006/relationships/image" Target="/ppt/media/image4.png" Id="Rb679659445114c48" /><Relationship Type="http://schemas.openxmlformats.org/officeDocument/2006/relationships/image" Target="/ppt/media/image5.png" Id="R1914a55cbb8e4d20" /><Relationship Type="http://schemas.openxmlformats.org/officeDocument/2006/relationships/image" Target="/ppt/media/image.svg" Id="R2bd1bf6b01f44f4f" /><Relationship Type="http://schemas.openxmlformats.org/officeDocument/2006/relationships/notesSlide" Target="/ppt/notesSlides/notesSlide3.xml" Id="R1fb4c580374a4b9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f5f0c2fb67400b" /><Relationship Type="http://schemas.openxmlformats.org/officeDocument/2006/relationships/image" Target="/ppt/media/image6.png" Id="R29a7acc7265048b6" /><Relationship Type="http://schemas.openxmlformats.org/officeDocument/2006/relationships/image" Target="/ppt/media/image7.png" Id="R989e6887767b4e0f" /><Relationship Type="http://schemas.openxmlformats.org/officeDocument/2006/relationships/image" Target="/ppt/media/image2.svg" Id="R60e13b8d6a894a05" /><Relationship Type="http://schemas.openxmlformats.org/officeDocument/2006/relationships/notesSlide" Target="/ppt/notesSlides/notesSlide4.xml" Id="R6df6d81aca334e5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2c113b306841ab" /><Relationship Type="http://schemas.openxmlformats.org/officeDocument/2006/relationships/image" Target="/ppt/media/image8.png" Id="R22894d942a884bf8" /><Relationship Type="http://schemas.openxmlformats.org/officeDocument/2006/relationships/image" Target="/ppt/media/image9.png" Id="R380295beac7c4f45" /><Relationship Type="http://schemas.openxmlformats.org/officeDocument/2006/relationships/image" Target="/ppt/media/image3.svg" Id="Rc31bf2158e304f9c" /><Relationship Type="http://schemas.openxmlformats.org/officeDocument/2006/relationships/notesSlide" Target="/ppt/notesSlides/notesSlide5.xml" Id="R569ab488a743451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d5df4175424bed" /><Relationship Type="http://schemas.openxmlformats.org/officeDocument/2006/relationships/image" Target="/ppt/media/image10.png" Id="Rdc4bea2630a14f3c" /><Relationship Type="http://schemas.openxmlformats.org/officeDocument/2006/relationships/image" Target="/ppt/media/image11.png" Id="R8ccd725c0e2f418f" /><Relationship Type="http://schemas.openxmlformats.org/officeDocument/2006/relationships/image" Target="/ppt/media/image4.svg" Id="R94b6f829793b43a7" /><Relationship Type="http://schemas.openxmlformats.org/officeDocument/2006/relationships/notesSlide" Target="/ppt/notesSlides/notesSlide6.xml" Id="R16001eb6d95c4d6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8d8c5f4c3b46cb" /><Relationship Type="http://schemas.openxmlformats.org/officeDocument/2006/relationships/image" Target="/ppt/media/image12.png" Id="R6c628f04b04e4305" /><Relationship Type="http://schemas.openxmlformats.org/officeDocument/2006/relationships/image" Target="/ppt/media/image13.png" Id="R487a01679864495f" /><Relationship Type="http://schemas.openxmlformats.org/officeDocument/2006/relationships/image" Target="/ppt/media/image5.svg" Id="Re18e50becf734785" /><Relationship Type="http://schemas.openxmlformats.org/officeDocument/2006/relationships/notesSlide" Target="/ppt/notesSlides/notesSlide7.xml" Id="R00eab9e2099446f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edf280e0274e9e" /><Relationship Type="http://schemas.openxmlformats.org/officeDocument/2006/relationships/image" Target="/ppt/media/image14.png" Id="Rf9662070d27546d1" /><Relationship Type="http://schemas.openxmlformats.org/officeDocument/2006/relationships/image" Target="/ppt/media/image15.png" Id="Rf07cda3dbf4f491a" /><Relationship Type="http://schemas.openxmlformats.org/officeDocument/2006/relationships/image" Target="/ppt/media/image6.svg" Id="R500519a6fa30456e" /><Relationship Type="http://schemas.openxmlformats.org/officeDocument/2006/relationships/notesSlide" Target="/ppt/notesSlides/notesSlide8.xml" Id="R8c1c3e87ca7a44f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abaaa408434596" /><Relationship Type="http://schemas.openxmlformats.org/officeDocument/2006/relationships/image" Target="/ppt/media/image16.png" Id="Rc634da6e7f484022" /><Relationship Type="http://schemas.openxmlformats.org/officeDocument/2006/relationships/notesSlide" Target="/ppt/notesSlides/notesSlide9.xml" Id="Re35064185fc0490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394e2f643b45b0" /><Relationship Type="http://schemas.openxmlformats.org/officeDocument/2006/relationships/image" Target="/ppt/media/image17.png" Id="R091fb66d97a64290" /><Relationship Type="http://schemas.openxmlformats.org/officeDocument/2006/relationships/notesSlide" Target="/ppt/notesSlides/notesSlide10.xml" Id="R25cd02f6dbc3423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be6fec3e3c434f" /><Relationship Type="http://schemas.openxmlformats.org/officeDocument/2006/relationships/image" Target="/ppt/media/image18.png" Id="R58c18be79fb449e9" /><Relationship Type="http://schemas.openxmlformats.org/officeDocument/2006/relationships/notesSlide" Target="/ppt/notesSlides/notesSlide11.xml" Id="R5c69e3877d6345b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ba3fa2310e4938" /><Relationship Type="http://schemas.openxmlformats.org/officeDocument/2006/relationships/image" Target="/ppt/media/image19.png" Id="R09c10cd0e2f840b3" /><Relationship Type="http://schemas.openxmlformats.org/officeDocument/2006/relationships/notesSlide" Target="/ppt/notesSlides/notesSlide12.xml" Id="Re1ff04c462724c3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c321b83a0948ca" /><Relationship Type="http://schemas.openxmlformats.org/officeDocument/2006/relationships/image" Target="/ppt/media/image20.png" Id="R7049dc03ebdd4cd2" /><Relationship Type="http://schemas.openxmlformats.org/officeDocument/2006/relationships/notesSlide" Target="/ppt/notesSlides/notesSlide13.xml" Id="R23f77b23113e4fa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eaee396d724670" /><Relationship Type="http://schemas.openxmlformats.org/officeDocument/2006/relationships/image" Target="/ppt/media/image21.png" Id="Rc132a58605f54d90" /><Relationship Type="http://schemas.openxmlformats.org/officeDocument/2006/relationships/notesSlide" Target="/ppt/notesSlides/notesSlide14.xml" Id="Re8b85ea7adcc477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e8af8a50084609" /><Relationship Type="http://schemas.openxmlformats.org/officeDocument/2006/relationships/image" Target="/ppt/media/image22.png" Id="R97848911b7554762" /><Relationship Type="http://schemas.openxmlformats.org/officeDocument/2006/relationships/image" Target="/ppt/media/image23.png" Id="R650017652b9647a5" /><Relationship Type="http://schemas.openxmlformats.org/officeDocument/2006/relationships/notesSlide" Target="/ppt/notesSlides/notesSlide15.xml" Id="Rb0e4e9e7df69433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E3DE2D-635C-4750-AD71-AD0CCD749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2E3184-E3B7-4F46-B170-6336DC84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F0F197-0970-452D-A4ED-90E02E12A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19aa1aeab1481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86B6AA-0443-4103-B43A-5D1DAD95B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9F1BF2-30D5-49BA-B46E-C6630B864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389e1706d14ca8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B31C53-3962-40BD-BDBB-F2D9A10D8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1BC1D6-D74B-4707-825D-9DF3C9B2C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5E6BB"/>
                </a:solidFill>
              </a:defRPr>
            </a:pPr>
            <a:r>
              <a:rPr sz="900" b="1">
                <a:solidFill>
                  <a:srgbClr val="35E6BB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B00968-6D2B-41BD-8601-814214C37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2FAF9"/>
                </a:solidFill>
              </a:defRPr>
            </a:pPr>
            <a:r>
              <a:rPr sz="3900" b="1">
                <a:solidFill>
                  <a:srgbClr val="F2FAF9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1E67FA-79CA-4904-A164-CF739481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1DD60C-7B4B-4500-8C2F-C47332953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4ED905-FF32-4C10-BBD0-B32BAA694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6329C1-053F-439E-9EE2-DC778A6AD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88D1C5-848A-45BB-ACFC-CE1DE21F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553E0F-AEEB-41A8-801E-77FDE892F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1483245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7CCC5AE-C462-480B-9ED9-924DD54CA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1DF0DD-562A-4052-9AC6-73060B2CC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F6A5FD-5C47-40D0-A068-BD65BEDCE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3A4C1D-60B3-4DFD-9477-18D3175FE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D94439-117B-4FCA-8AD5-C326659C3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1ee2a8b28e4ac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930CCD-2A46-4A49-91FC-6807D929A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08C1E9-32DD-4DD7-9520-22DCA64AB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CF717A-C110-4ADA-8E5D-71842CED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9B3D75-FB2A-4798-A8C4-99ED42487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1CB7F3-5886-4BCA-9526-87781477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FFD787-ADC9-4871-92D0-38C926BD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3497F3-5113-4F97-86CE-3FE7C652C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F4A7CF-032D-4E4B-A946-35D80E493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6D5F2E-8EBE-4DEA-BB22-142153D1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A46F8F-CC0A-4A07-AE29-F89FAD93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CF1180-68F4-464A-BF57-714CA634D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D8F124-D838-4969-AEBB-9F711E6FE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3C66AC-6DFE-41E6-B26F-101E62961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DE6168-AD56-4CB4-B410-2FFE5157E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E6FF44-2A05-4EEE-8546-49D33D64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56EFDE-EEA7-4423-83B1-DBDA0D8D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F6207B-4F03-4055-A958-33DB350AB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04FA58-0BD4-45C4-B18F-49E150F5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A1C475-4134-4A47-BF3E-DD10A1A42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BB98FA-CC14-47E1-96BB-588B472CA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E02B07-20BF-4FC7-885D-8E31B4F6D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456CE9-CACF-4C73-83CC-E13DD10F2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5B649E3-372A-43CC-8F94-E18281BCB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5F2AD7-4A08-4141-9320-764E77C20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BF058D-17F4-4133-B5DA-336284817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5090AB8-D7FD-4193-977D-8349AD30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7255BB0-9257-480B-B6D0-F997979FB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7D0F8D7-6F45-4E24-97E8-DF0557CB3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F3A4E7-3CAE-4B03-8E95-5D345F617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75AD5B6-9177-49FE-9CCD-38CB8D7F8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EE04AC5-0054-48C6-A00E-DE76AC366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422926C-C88B-4F38-A63F-FB8369AE5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45A60F-6D20-4FC1-A295-98794658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BD38931-6A73-46B3-AAF2-FC8EEFB18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04DB044-3021-4848-858C-1619F8E72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7755621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13C594F-3D55-41D0-970A-BADD77D2F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B9DE1D-622B-4F51-B08C-77373B40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777322-4966-45FD-A7A6-30A175498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0A94A0-AE56-428D-A4DE-B844CE66D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1A355B-DC7A-4A4A-8418-9C62AD922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79659445114c4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7706A5-118F-4D93-BBCD-C909CC996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E5CB83-A7BB-4B3D-827D-44D32C744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605D01-3EB8-44C6-872A-D216A203F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2FAF9"/>
                </a:solidFill>
              </a:defRPr>
            </a:pPr>
            <a:r>
              <a:rPr sz="2400" b="1">
                <a:solidFill>
                  <a:srgbClr val="F2FAF9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D0EC4E-5371-4604-BA35-0D08E58D0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CBDBDD"/>
                </a:solidFill>
              </a:defRPr>
            </a:pPr>
            <a:r>
              <a:rPr sz="1200">
                <a:solidFill>
                  <a:srgbClr val="CBDBDD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AFA775-4404-4C6A-A5B7-B35A6015B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9D6936-58FB-4F85-B60A-428510821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799D7A-6F9D-482B-A45B-B1BFC514A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62F0BA-6143-4050-9D5A-10B996791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974FB6-4632-4DCB-870F-4017B1D8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84B7D6-A5CA-43BA-802B-99C2735CF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9C9AE0-2A4C-47A8-923F-2B07ED5EA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22BE9E-7063-4DFB-8CC2-865E721B4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F015BC-F956-42FC-B588-037D29BF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F54E8F-1742-4400-A85F-270C8D48E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4B9635-C59C-4E6C-804A-C7844E5D9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E003A7-A468-4938-8E0C-13DB3AE7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D431C2-F8F4-46D3-AD1F-BDB8AA74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650A3F-4896-490B-8790-3AF56333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4C9DFF"/>
                </a:solidFill>
              </a:defRPr>
            </a:pPr>
            <a:r>
              <a:rPr sz="1950" b="1">
                <a:solidFill>
                  <a:srgbClr val="4C9DFF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D046BB-B6C7-452F-B6F4-B54CB7265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8368E7-0D09-421D-8F58-E53C005E1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09AD79-3F4F-48C6-8CF7-4785B6A31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06D7FF9-E45B-4113-AC26-A710D0A10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6D380F-A4B5-44E8-A4AC-F1BB006E1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2B92781-EC6F-4282-9130-65C95B974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B74D"/>
                </a:solidFill>
              </a:defRPr>
            </a:pPr>
            <a:r>
              <a:rPr sz="1950" b="1">
                <a:solidFill>
                  <a:srgbClr val="FFB74D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722C9D0-998F-4D0A-9253-F8963EDF2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6CB2DC9-458D-4EF9-85EF-4FDC38E3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9B384CB-3759-4051-9C2D-02F4DC00A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546ABB-AC74-4FA7-99E3-EB276091B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E913946-3CA9-4FC9-9904-96FA184A3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A40C03-F761-4F3A-9B6B-A5330CCC2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8CC184E-6DC4-4C8E-AF27-2E62FDD74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14a55cbb8e4d20">
            <a:extLst>
              <a:ext uri="{96DAC541-7B7A-43D3-8B79-37D633B846F1}">
                <asvg:svgBlip xmlns:asvg="http://schemas.microsoft.com/office/drawing/2016/SVG/main" r:embed="R2bd1bf6b01f44f4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ECEC363-0909-41A7-9DCC-8E13BE2C4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6E280F9-BDD0-4009-8B4E-DA1F5B86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79C194A-1E13-4656-B519-09AC9EE18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04B4A6A-8097-4B52-9335-8A1806D4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212CB8A-A790-4F1D-BAAC-2ACB194D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E8444FD-A9B6-4D86-80DD-AC03090CA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A82FB27-6338-4C0C-9F65-445B84261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BF69EFC-8227-4053-A0D8-E8693618A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BF137F7-B841-46BA-9D9B-95B5639C7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5092BB4-64C1-4CC0-A4A6-CBBB5C530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44F18F4-C2A3-41B9-AA57-739932475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BCCD630-5682-4552-89B1-10A19D386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8F3AB49-3893-49D0-BDCC-C14A11482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180E7E4-57E4-4F8C-B8BE-F8D20B67D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0853ABC-61C8-4488-86BE-21A39AC7A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9D42E9B-A2BC-46BC-BC7C-EFF3243F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01EB461-3FF3-428C-BBEA-C2943EECA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0FB1B14-7C6E-4ED5-BF83-C049A81BA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384D7B6-C5D2-48A7-BB01-6276C8E1E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35307EA-87EE-46E1-9BC8-8D64248AF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5F3842B-11BA-476E-BA4A-BC673ABED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39DEBF2-D61C-4207-95CE-9496F7C29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2A115DC-E7D7-4CEA-B25A-922AB9B96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5D0E805-0A6A-43BD-961F-CCE54A11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7B9C8A3-A838-4916-BC27-CF1F4BF4B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990656E-CBAF-4AAF-AF78-D4CBB1F3B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FFB74D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103297F-FCC1-4C9E-8D3E-59704F74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B74D"/>
                </a:solidFill>
              </a:defRPr>
            </a:pPr>
            <a:r>
              <a:rPr sz="675" b="1">
                <a:solidFill>
                  <a:srgbClr val="FFB74D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6B821A7-AD6B-454C-AA10-9BEC54879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B74D"/>
                </a:solidFill>
              </a:defRPr>
            </a:pPr>
            <a:r>
              <a:rPr sz="1425" b="1">
                <a:solidFill>
                  <a:srgbClr val="FFB74D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7A7998F-867D-4155-8928-B484C6E8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145FA37-02EE-462A-8ED2-0F3D66EB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7923628-60A9-4E32-9D0C-BB92EC2CF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093261D-55BC-442E-8067-11A41088E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5267456-33DB-4FFA-BEFA-BE7DF7E29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D27A35C-5621-4E49-81E9-5FA668E75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0EAAFD3-F835-452B-8E99-110C934BF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C80D4F4-815B-437C-89DA-B830E1262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D836EA6-EB43-4647-ADF6-2A51250DC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21261413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3C8AD17-F894-49AC-9679-E2C077643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29C3E7-810D-4EB1-B9AA-58A93E35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74BCDB-2758-4C61-9D13-E738ACCD0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4D227B-05F6-481E-99A0-935EC0603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E035E7-2C58-4307-8890-93F385ECB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a7acc7265048b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8C5753-2135-4A00-96E3-A0C4ECB2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955D67-4DB9-4BCD-B067-32B4B35EC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B906D7-0546-4B32-BCB0-93D99D9FE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6BB0DB-B7D7-46A0-871F-2B0173456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DBEB57-F5C9-48B6-AD57-C04D75DF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9e6887767b4e0f">
            <a:extLst>
              <a:ext uri="{96DAC541-7B7A-43D3-8B79-37D633B846F1}">
                <asvg:svgBlip xmlns:asvg="http://schemas.microsoft.com/office/drawing/2016/SVG/main" r:embed="R60e13b8d6a894a0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8FEA50-D397-4FC0-9BA3-239F37C49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40456C-53BB-4F96-9A82-32E636A74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2A281C-6331-4282-B811-8E8D8294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4C9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0A732A-D414-4CD5-8CE0-F2E4B581B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B2ACB0-922C-41FE-821D-B8F96FB5A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B081A6-B484-4395-9829-8D1EA957E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FE8046-8A1D-4487-B5C1-652B10C8F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FFB7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D5E73A-FB52-4687-971A-C3759EB4F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BB127B-7986-4029-83EB-4A0964F9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FC3C60-15BA-453F-A6BF-812942511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30B7F5-B18D-4075-A335-85B6E4811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23F094-83DD-4CBA-8107-316D37791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5A8D18-8AF7-4CE7-8862-F213799FB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4E1BEA-95D0-4D22-A181-920EC0E46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B9278C-F732-41BB-8DD5-99E98B665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CA4A1F-73A2-4AAE-A856-CC2D839BB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E1AD2A9-504D-4ED3-BEC7-2CAF97AB5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4312039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8DCAF77-2D9D-423F-B353-830D539AB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28F78A-4C79-4F43-8F63-82564AD65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5DF282-4C8D-4435-9156-AEE73E933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BF9211-ED36-40E3-B83A-14966206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0B1FEE-44EC-4C62-A0B3-5CD9A9660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894d942a884bf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5ECD65-122F-47F6-B5DB-332E9A5F4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FD4AFC-D92F-4AA6-9051-C29E1A6C6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CA55D6-D07C-4941-9A96-89C632339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4083A9-CD22-41C6-A7BB-FA6306806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E67433-DBC9-4C0F-B3EA-7727FCD99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0295beac7c4f45">
            <a:extLst>
              <a:ext uri="{96DAC541-7B7A-43D3-8B79-37D633B846F1}">
                <asvg:svgBlip xmlns:asvg="http://schemas.microsoft.com/office/drawing/2016/SVG/main" r:embed="Rc31bf2158e304f9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597E67-2AD1-4A08-9EF8-25114069C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EF18C7-449B-4F21-8CA3-23D840185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2B588B-55F1-48DA-937C-ED1593BDC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7F4D1E-6AF8-4EC9-870E-1FD1250E2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79823C-37CB-4806-8089-825A68308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6ECB05-4B71-497D-B2FC-35B2EFD0E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64A853-9468-42EA-8A19-7421B7E34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99DA21-D3D0-4262-A159-1E3D0AC0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CCBD34-0285-413C-A401-38300A47B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DE96CD-0A01-4D34-8AA8-8882CD054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9A8831-96BF-4F16-A41D-8D404B7CB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8C4073-AACA-44F9-AD87-06C52ABD3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E8B8C5-1512-48D0-BAEA-C49933AC1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7808CB-4490-4802-A0A1-22D3345D4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FCA165-3C29-46F7-935C-F4440DEF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E1F264-F549-469C-AF06-8D3AF6E5E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769BCB-7D38-4E18-91BA-739C91532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ED1200-3DEE-42C9-976E-B3C302ED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583FD8-90B3-4DFA-AFDF-132ADA0DA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8C2A61-48F7-4C25-AD07-E8C2FEEFA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62520347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C39693-E242-4277-945B-F1BD93510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C439EB-BA9D-45EF-9200-A3510185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8A765F-E978-472E-AFE5-8AFC9B1CA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7EC3A2-99C7-4F73-82F7-781D685C0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58364B-8F34-4A6B-A110-8B9D6A9D1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4bea2630a14f3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DFC651-44CC-4020-ACFB-46CE299B5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BFD9BD-9A41-4212-9523-C1B90F431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6D8B51-1331-47C5-B47B-7D51F85BA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3E989F-AFC3-4D2E-BC44-361AC68F5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2BE515-32EA-4F46-9DC3-0CCF6BA38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cd725c0e2f418f">
            <a:extLst>
              <a:ext uri="{96DAC541-7B7A-43D3-8B79-37D633B846F1}">
                <asvg:svgBlip xmlns:asvg="http://schemas.microsoft.com/office/drawing/2016/SVG/main" r:embed="R94b6f829793b43a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5746E3-DEDC-449D-BEE0-B62BEDB47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18B31A-D8A3-4D98-A848-91B9D9CC2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AA5E6A-3BDE-41F0-83E0-781910D8A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F6FC6C-8E8D-4DB8-9B4E-A3B344034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18F4F9-A475-4C53-B624-D3126AD94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82A837-7EE0-428C-B691-B3356340A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38163B-6734-4FF0-8FC9-733D69CA2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358679-4266-4054-8F4E-70FBC0A99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82DBF9-8574-47CB-BE9D-91A1F4230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C0F55D-76B3-4673-A8CC-A997533C2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BED993-3BF8-4696-B244-E4BAC25E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F190FF-A4F3-4E36-A9A2-57E2F11B0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A3655A-EE82-44DF-8ACC-6840040D2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F3FDDD-F20E-4D71-87DC-18BD8DF2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33396194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4CEF82-5E0F-4F4F-A799-7114CF49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F17EC9-0766-41AC-BD5F-2A953801A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5E42D4-20C4-45A6-BFF1-B2F1D2C30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F044E6-F43F-4E6B-8F3B-6242B03D2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D81BF0-18F5-4DF6-B1E5-D93BA0147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628f04b04e430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E0E668-B3AA-408D-92D5-C7FE5364D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14151D-536C-4062-A8C9-B029FFADC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032CC9-21F2-4149-A47E-39E68C00C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F061C9-F06B-4DC5-9A77-38409ADFA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3B55C7-EEAD-4F41-869C-6DBAD9F48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7a01679864495f">
            <a:extLst>
              <a:ext uri="{96DAC541-7B7A-43D3-8B79-37D633B846F1}">
                <asvg:svgBlip xmlns:asvg="http://schemas.microsoft.com/office/drawing/2016/SVG/main" r:embed="Re18e50becf73478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D077FA-5334-42B0-8F4F-602B9F009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B07AFA-F508-490F-9035-C39B6A2FC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2D515F-A6F4-49A3-AC35-2F2CF06ED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E48AC4-AF93-4A17-91B0-E44963B4F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8106BD-807A-4B81-A4BB-A32EA624E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D0E2C4-41C1-4F01-B05B-3D1769C37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5FEB0F-5802-4EBF-8165-9E35E024C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B5741B-9980-49EB-9E09-23196EA7C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E609D7-2458-4B5D-A358-9170954AE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3EF3C9-F9BD-4BDA-B3A6-4586E6640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9846E0-A497-473E-AE85-D76A8FB61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C86BEA-06A3-4F17-A3EE-9E5568B1B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BDBDD"/>
                </a:solidFill>
              </a:defRPr>
            </a:pPr>
            <a:r>
              <a:rPr sz="1350" b="1">
                <a:solidFill>
                  <a:srgbClr val="CBDBDD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902912-F887-4E46-AC22-8EE8368D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D3E9F3-E2CA-468D-8B50-53E4C74F3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12671639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567E0C7-8FB1-469D-9E00-74414389B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C2B602-F4D2-4EFE-921D-97D0E0CE0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ED8E32-7A9A-483F-A3F7-9AFA2A6C2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04C7EB-AF2D-4E2C-BD87-57D51678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600EB0-1E57-496E-B5DD-B5F3EAD06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662070d27546d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88C698-6236-4F1A-8B99-C1C9D0789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0E836E-9656-4C37-A740-758BCD11B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75CCBD-9078-43B4-9283-53638480B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B02BA-8F92-4BBD-B327-7D4978F52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D67960-14F6-4E81-A750-8A1289158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7cda3dbf4f491a">
            <a:extLst>
              <a:ext uri="{96DAC541-7B7A-43D3-8B79-37D633B846F1}">
                <asvg:svgBlip xmlns:asvg="http://schemas.microsoft.com/office/drawing/2016/SVG/main" r:embed="R500519a6fa30456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CF2E6C-2898-4307-AEA0-A9249E04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EAEA8D-6400-43CB-93DF-684255356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BD1205-3EDE-441E-9FF7-D8B739AF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A4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2C24C7-C98A-422C-A0DD-18CBEF3DA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67288E-4661-40D1-89EE-A7C5ED0D9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A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A87264-55C0-49DD-9642-5F2A8B384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0B955F-DD66-4F70-BB3A-BDE6E89A4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C9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977B33-5BD0-4A77-B904-25EC8EC9C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A5A1BA-BA58-4285-823F-544BF45B7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562014-7880-4BFF-8FB3-CEEFC4309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BFB2F1-6C52-4355-A7A2-CDF5223C2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CD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EA0FB0-9897-48BE-B299-CE3D03AB7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028CDA-DE54-43E9-9A5D-84F4C2486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B7F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DA0191-5964-4EC0-83F5-BFF0034E5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FD4A52-13D8-4E49-823B-DF8B8A1D2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0828C3-391F-4104-A5E4-EB1A1996A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7C671E-9C7E-4EF8-A2D7-D3C9121D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A9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78BD25-0A2B-435D-81EF-52329B0B1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D57164D-6D7C-4A2A-BAD8-F37BC3C79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AA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45911CB-43FF-424E-AE1B-5C67A01EF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7365F8D-817C-42AE-A328-E4F6C5CC9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B8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B3B9147-0E90-45A2-B412-1E657808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104313659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5C4E8DD8-AD31-4F8A-8925-8FD0C5DB9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631B33-6207-41E0-BAC9-BB8078DEE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89D6D5-68FD-4B98-9674-5C897FD8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CDA78F-C27F-40E4-9300-021C9A679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CDB41E-9A55-4237-A0F9-C3508C3A3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34da6e7f48402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3FF2A6-7F1F-4890-952D-863227049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F4F4F4-F432-4E45-891A-B97CA669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BB034E-39D2-4996-B45F-BA07A9C4B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9FE98C-D5E2-48ED-8A14-C64FB0A14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20F16A-273E-424D-9354-6CAEC6F5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CB3944-0C63-4D15-B07F-5E9E393C7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40FEE0-59BE-4FAB-840C-C12F1BC46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13D6AD-81B1-44B8-963F-5881AB0CD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3A4F66-D441-429B-99DF-A859F6A8D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F76EF6-691E-454D-9DDE-F97DE9A4F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80254A-7593-406E-9520-C08D07E64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A2E2E5-E56D-49AA-B573-4DEC883A3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7BEB62-E691-4BED-98E4-1B6A104FD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F76531-E1F3-4D81-9F36-8073DA05F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9DDCE7-183F-4FFF-832E-FC6822315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55D79E-B104-42C7-A61D-90F04C12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06D122-E0D1-4DC4-807D-0728D23C4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1C062A-B3C9-4D98-811A-4B683F74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CA798A-71B1-4FD1-829B-5C96CEE58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7ED8A9-1447-4A70-86D3-533DF43B6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7412C2B-5AC6-498A-BADF-00F5B25C0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4171F6-239C-4C44-91E7-5231B541C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0AECDC-9845-467D-B8D2-10F175CCD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33F526-7741-47DA-9386-1EEE03143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3A82919-EC1F-495C-B6F7-607EF35AE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74A6209-39F5-43F6-B1C2-98EFC911A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F9B0FAA-942E-4D1E-A623-86029D962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030BC3B-337C-48EC-84FE-C4F5799F6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2B87D5-2331-44AC-A1C1-675FB70C9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6298043-7615-42A2-90AE-50361EEF6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B21A52F-7130-474F-A674-044C8A3F8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42F5374-A5F8-44C0-A706-F6F077C2D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D5DF0C9-127E-4190-B113-027ADDE9B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9FC6BE3-C5B1-45EB-A749-11556C647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6800A44-0BA1-47F9-BD39-180942C10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44D9825-B4E6-43EB-B3AF-73D0CCFE8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4D9EEED-410F-4456-967D-CAE22E214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21A1FF7-4AF3-44DD-B793-434EB85E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75F090F-D660-46D3-A371-C824B44E5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17BB5A8-E6C1-4135-9BE9-DB286078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457593F-A3B7-4CA8-A857-6BE0E63BF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2072CF3-A2FE-4F3D-8B76-74DD6B152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BA6396C-2859-46E6-B9FC-218A1EA2A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F2C1A9C-56A9-4572-A361-C13C9EFE8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41F5C8D-D26A-4074-A5FA-F5E7E6AA8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411268E-F393-4E46-B1F7-15039B1FD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2C06137-532F-4EC4-B684-75470E1E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1FB3720-A68E-45FF-89D8-EEFD7061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187099F-549D-48D9-8A92-E6AAC188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E84C2DF-9169-4344-8B34-00377D1A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DCF8CF5-B360-4E4C-AECD-E79645BEA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5CA0871-9066-4099-8F02-45BC00942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A3760B8-F88E-43ED-856D-0579BF91E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A5CBDB6-53A6-4DFE-A3CF-6BEB1534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10F694A-CD96-4511-9B36-1A90A15E7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7FBEDC6-13B3-4B24-A00C-4EB9EB48B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7D98C9D-05A1-4A9C-8B33-7A259C52F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06ADD1C-455E-4F0F-BBD6-994FA7BE5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FDB5321-8652-4524-BD8D-3CBF3C2FA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FF35597-4C04-4DA3-B4FA-96539A945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E125B4C-F375-4218-AD40-58AA2DD13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FB911A6-20D3-4449-B903-2CE60C290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D252E4A-4B71-4E5C-B624-4752BFB0D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D7C2728-89D7-4E81-8043-E8C7C1A5A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E545EF1-60C9-45F3-A557-55948C0E1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7255DC2-C0A6-4C61-B8CD-4E8F4C1E2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8CF765C-F27C-41DE-97F1-F4B84AE46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CA97EE2-1AE3-4DA2-BDCD-9345DF4DD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F9F6985-878C-49E8-882B-5541A2F83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8A32356-4F67-4FE6-8CEE-52C1D903B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1503A96-E6B7-40D4-827D-EA6B2AA5E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1DB402E-EEE0-4165-A0E4-18DBD7F1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5EEBAC7-49D3-418F-A34F-D1AF4C84A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C080A7C-25E6-467C-ABC0-91A53EDEB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28AE27B-3CF9-40F2-91FB-0781A79BB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F38D34C-1929-4BDD-8E43-1F8C524D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DDA55D6-A24D-46E4-98D5-A034A06D6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76B0AA8-612C-4685-948B-192AAA041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E4B7C24F-84CA-4F82-B0EF-6B3481903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9194A26-CC32-4C9B-AE60-69114123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2BFE5FC-F816-4DF9-B83C-AAB7A9D4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06EBE6C-98AB-41A4-9AB4-7E43EFE1F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6192AF8-6495-4FC1-A8C6-5A9D7A9B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0CD6EDA-ED6C-43B7-83D4-320138BC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0B00532-B997-49AA-BD06-6ED651A0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BF4266A-EC53-4261-A556-6E8173BC1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5301A5D-8A58-408F-9C1E-19F73CA3F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07C742C-9758-411F-9948-2CD38056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9721B28-6BDA-4A30-B0D5-2E4A64257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21311650-41C3-455E-95C5-9DDBDB46A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6A8F602-08E1-4FCA-8BA0-43D19420B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A9043B29-DB45-403F-9B2A-F34FD0D83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F56CD5BE-2BC7-4038-AC64-2E0F63854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9A129C0C-0877-4D63-B7F7-7DC3E6676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63302D87-7578-4909-8A12-09249FA53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85526043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FE9AA053-0B0F-42AD-A5C2-7CDBEC138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462560-59FE-449F-8DE3-4577F17B6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D8E306-3421-451E-8ED5-903E24B97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89BB75-00A1-4E34-A3B8-759D59DC5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F9D23A-AFE2-482F-973B-EFC5FCDD2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1fb66d97a6429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A6A424-0136-4F39-AC0B-0BE615684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82557E-7DC9-4A77-9372-989A3272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A71FE1-CBA7-4EE4-A43C-3431E214E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A0C1E5-3188-4304-8A64-F2CCF88F7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4BE478-2EAF-484C-96F3-215764D26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B1243E-D667-4CDD-ACB3-AC0C630C7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3E93B1-10E5-429E-B27A-236D11883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6FAB0F-1155-4CA7-BA53-CAF1D131C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4E8471-AAF8-43B1-9AE9-3D5A2449A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51D068-8DA8-45B6-92F5-C6A156C09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FB782-C577-484E-9BDD-CDD9FB90F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BE1316-9A59-48F8-AAAF-08A5554E5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4D671A-2869-410D-9B91-D2CCE8835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7A118F-8B2D-41FE-8117-AF818E99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467B7A-F9CC-4C73-9015-DFFFF6115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A5295B-BA63-4FB1-9B9E-9D0C1BB84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926A2A-6601-4B66-AFC6-D99DD65C7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3642D5-8B26-4E0E-9B95-ABB6304EA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DFDF2C-F133-41E3-9610-E4C5EF226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379895-D2AD-4E59-8B77-74DFA769D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158471-879C-4B1F-9785-A83D4D873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253F191-73D7-46E1-B161-FC5F69EFC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77D99E-B70F-4623-AFC1-601A27666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02D6C60-334E-4FEE-AA38-94AB82BDB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9B93DFB-7219-4864-BAAF-09F0DFB6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38EF0C0-007F-4EF8-807A-0CB12867B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D95DE57-5BB2-42BB-AC70-B193A927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BEE2ED8-44C5-47FB-91A4-81811E5F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FF161F3-9921-4DCB-9D15-1DD5CF2EE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70947E4-2907-482C-828B-38708A34A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BED877-D799-42E8-BD2D-B161813D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C4255C5-AE3A-4C7A-B36E-B27D0BE1D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308A9C3-A326-4625-98BA-EE54A923C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A32474C-B460-4BCA-BE3B-A475EED38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C426C8C-76E3-4399-A710-49E009C01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DEC38D3-DAD6-4C21-A921-E42715775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4968A34-B8BA-4D85-8ED3-204B9E2B4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51F34B1-768A-4F13-B02E-A46460206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073BF9A-E3F9-4DAC-8955-FD056FA5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AAA4DC0-8333-460B-B160-2E336D798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8538BD7-0D67-4488-A9C9-52D929387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8B2714C-7E34-4DC0-8A89-E1D5424CB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D5633D2-EE0E-46BF-9695-0698AB7D7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0D2E4C1-D7D9-475C-8937-7052DD6A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56C70F0-0226-4FFC-BD46-1F42C9CEB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68C1E13-6B52-4503-85E9-A2553B52F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26936D3-27E0-4E95-A14B-53642DD54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ED64838-A5BE-4E07-8428-407A79B6A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7BA42E1-E81F-4D87-B58A-089115D8C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16D93C4-1C3D-4FF1-A0FB-F50E54FBE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9184B6A-9653-4AE8-B8D9-82CCE9E5A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47F5915-613A-48A7-A80F-889B8710B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BE82D80-87AF-437D-84C0-817519469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68091B0-B9CE-4E5A-B9C9-53ED5F91F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07065AF-CBD9-4873-92C8-84FD4A1C8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3F2D9F7-C4D2-4BB3-B9AE-FA835A436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823EE95-6960-4A4D-A3C9-BD534D5DF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6236A86-2BDA-4A14-AF3E-0C312CD13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EB6E0B4-7457-4F5D-B286-7E062CD34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F604CDB-FA39-47FD-B079-C9BD0F13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EB4E5DF-10C9-4098-8DB4-059BA4B8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36E6AA3-C058-49ED-A13C-58C5DE43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9E9EFE3-7040-486C-B2B2-83A56BD86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29AB5C3-2B2D-4A8F-8135-4FEA1D67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C6F888C-4F00-44CA-B301-EB5155EA7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ADF6FBD-6372-4F55-9545-B80C70D5A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19753EA-AAF5-4498-AA03-508AD8A00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C78ED2F-2D2A-4DA4-A4A4-CB9822BD2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51E217C-1D63-40F8-8AA0-51F5125E1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6A0A259-4BE5-484A-87B6-891A12137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5DAC42F-90E1-409E-8ADA-6B6338EBE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F8B4AB6-C028-4209-AC35-2C9CB58A6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90F8D37-4F87-4741-872F-901AE0E46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EAA7BC6-4E7E-471B-892F-5C3EE31CD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F1492BE-CD61-4CD9-8770-986314EA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FE5FDC8-AF56-47FF-9A41-36274F135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919CBD4-0DA0-4DEC-BAC1-F05C21CEE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4DD44DC-581D-4DE9-8D42-D9B557435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29EC37B-7E40-4A2C-BCDC-BA881028E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4B3564D-4525-4D94-9965-DE944B3CD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13B5EF4-24B4-47EC-B374-75D996ADC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DA132A0-82E5-4C8D-9C09-B3119DF98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A20EE841-52D1-4713-ABCB-2AFFAD82A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123F04D-6871-47FC-9C6F-B5FE8692D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5D64681-D27A-41AD-B05C-3726D4C0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6ED2D37-9D2A-45AE-9824-E224B9FA9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C6BF7B3D-2FCE-431B-82D7-71873173D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E6F99F63-003F-4C4B-A021-833562A95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6849D945-8484-45A9-8F3D-47A0901A1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BC34740-894B-474A-A5A8-F6D2EA151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FEF7C278-567C-482A-9558-9E569B04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5708E39-87B6-4FE8-A534-C637F595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BCAA7334-5FFA-4A89-BAB0-F9429D371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67334A7A-7981-43D8-9ABB-7AA0BABA0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44DD8F0E-60FF-4EE2-8506-4ABC5DFF5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C4918489-E98B-4113-842A-78E218B8E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202117245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8AC60F4-5E0C-4336-96AB-9F08A9D7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257B35-99FE-42F9-859F-60E6F924F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E3BDAC-AF42-4A16-837F-20B17B279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CA9FBF-A31F-46C5-AD48-4195013EA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7A4195-30F4-46CE-A6F1-DADE0E02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c18be79fb449e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E201DD-96F4-439B-B4B0-5BCD03832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4C6794-A328-413F-812E-70840B08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F563FC-1907-42C9-A24F-A70CD9495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28B4BB-B5F7-41FB-BB77-C10546F2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A6DD4A-B475-4D80-ADC1-5636A5F85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79BC61-6AE3-4FAD-B2B1-AFBB7F63B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E38637-D151-4EF6-90EF-CC58C054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D0DAB2-1737-4118-A369-FCBB24954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FDB8D1-4DC7-4F3C-8F0E-C807B93AD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69FD54-9F31-4A5A-B587-08CD850B8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56EDF4-47B0-4E99-ABF2-D0F6E464D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E17789-CD65-4846-8F55-88FC52957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42017C-580F-4C07-8240-89D380AB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4745C2-A875-4FC1-AED0-8512D65D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35A8AD-DB21-472D-B129-9EDD60801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19B82F-4A73-43A0-BB65-F1AE255A0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24F7D6-080A-4806-B05D-E11004E2F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24A878-F7B7-4CF9-9061-2431C15BE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F61229-5072-4867-89C6-B8E048211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2F4E49-1887-448A-AD42-717CCBDD5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FC4CC4-D077-4C56-AE69-F86C42C5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914867-19CE-4CFC-B713-5EFC8C4B6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A77F82-5B7A-497B-A85D-1F1A6C0BE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F20C2DC-77F8-474A-9A0F-4A6612CE5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E775C71-E419-4F3B-A351-FF6DD0E44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B3BF60-8BB8-43F1-BF96-079862F4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62B96D-C758-4FB8-94A1-70C6895B3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EC6AB1-E68A-4D2D-AE70-25773AAB7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D91DED-B187-419C-A92E-FDDBF6295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98A7FE5-775D-4785-A89E-D77DE21D9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CEBE0CF-AE5A-4D8B-8441-5B10926D4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5134B2E-C676-4F03-A441-191E66A3B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6BFA943-400E-47B2-AE63-B0536F1C8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CE14BE2-6063-4847-AB82-03CBC90CA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EF15F16-12CB-4E77-B45F-31C57DBBB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C07B926-DB70-405F-BF9D-73027E851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E843950-36C6-460F-A08B-BFB5A4DB2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96620C3-EC68-44B5-A785-3901E8ECE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A6BCE0F-E0A2-4ECD-AC15-C07CE67E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A7B2377-66AD-401E-9516-A9D8F4913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6FFABD6-A05C-410B-A068-ECEC5B3AE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58AA4A2-C3CD-4793-9FCB-9A3A9464D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527362B-0235-445D-B1EB-7335BD12F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2236CF5-F755-4E17-9BA5-8F007D8CF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4C9DFF"/>
                </a:solidFill>
              </a:defRPr>
            </a:pPr>
            <a:r>
              <a:rPr sz="825" b="1">
                <a:solidFill>
                  <a:srgbClr val="4C9DFF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BBC4A36-6F7F-4D5E-99B0-78ED82F59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5F11531-46E8-4182-82B7-480E75E52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007E850-2F77-45BD-B93F-A83A273CC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C76221F-E906-4600-A7F3-0BC199FA5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AE235CF-3DCC-46D3-9100-D0FBB430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736E2D4-9317-4D1D-B1C8-4211DD6BD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6E90E53-2E42-4BBB-9EE9-8C3375DAC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2ECC44C-92EA-416B-B008-76487D0E0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5467BB8-EF69-425D-AAE9-47A22D81B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EC2718F-C2C6-45AB-B808-5BF31A06E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6329488-72AC-4781-A5E1-62BFEB7FE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760B7FF-1A1F-401E-B4C1-4B54A6723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E61F556-5396-459F-8353-C4BEB0350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109B7D4-870C-45F0-AB06-4E2D9DA89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ED2816C-1376-469D-A446-F4FCB8AD0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DECE2F7-2911-4388-8802-A4B41D970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504E96D-4D79-4076-BB7C-3E64C9057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DF848BA-B76B-45F1-8E23-E8B3E1D6F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CC9EEDB-A848-4E41-8AD5-CE33490E4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37C6A66-7F43-4D00-A862-5251B7BE9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4C2144B-21DE-460B-B0EE-97465AC0A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806A24D-0274-4BA6-A9D5-886179D10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A79F34D-EF11-41F7-8E9C-BC1F9BC80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2FBBEC9-BA89-45DA-B3DE-770F9FBD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4E4B6A4-2259-4586-9A9D-C10C3A33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50F527C-F4D6-49FE-A1B9-243EAA6F2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7C2FA5B-C544-42C6-8C75-23BA232A4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CC07A36-23DD-4B76-AE4D-1C7FFCC65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0DEF4C3-07D3-4540-9861-EB3240EA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B2A8463-927C-45C2-A645-F3BE26763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9905F3F-09CC-4117-A223-C82077058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071A89CC-30D0-4237-9948-9A98B216F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78BE4C3-5908-4194-9AD2-DA9D87F45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5E067B1-D29F-4261-AA6E-FC62DAD9B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32D566D-A2A0-4F9B-A146-281344B1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BBA57EF-DAE9-4E5F-AA81-D0E2E8E8B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7527EF5-5A03-43C2-9BC6-5F31C23DE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29562B0-B763-4FD4-9E68-8D823BCE2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B4867B1-A3C4-4D43-A25C-4F222A22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A31CD3F9-FCC4-4DF0-89CD-98236742B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1B5817C-6B95-4669-BAA6-DA5CBB280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B169F00-C259-4FA8-8286-5F39C77A3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756DA7B4-1FDB-4C86-A1C9-D0BFF0AB5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DF31C83-BBF5-46BB-8B5D-82BEC7A40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15C6CE4E-758C-428A-A2A3-72A02236B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E7C93904-C862-40A2-8F00-41F98911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07D6673D-FC02-4305-AFCE-FC62ECA99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49353310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26F06CD7-2DA1-4E25-95C5-2329D9A55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E56943-B69E-4F47-A8D4-EBE07B76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135559-CDD4-4E52-9B42-25BAA0B2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C4CAFA-77FD-4A75-AE07-B9C7EE88A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78AB4B-908C-4472-8E24-5BD99BF0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c10cd0e2f840b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2BD15C-2950-45C9-9B94-EA3BF7269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6383DE-8C33-4FEA-B23E-E1A8E5D61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C89DBD-1831-4072-B4C8-D0A65431B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22D3AC-7BCC-4CDE-8C01-0DC7A8633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AAAAC7-B377-45C5-91D3-8C96A65F5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F0141A-A64C-4ADC-B7F9-CDAE1E2A2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7CE443-776F-4121-B237-132AEAF2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22F827-C9AB-4F4A-B975-E0ACA9526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CAC08C-00D9-4C93-887F-72364C0CC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8B7386-EE0F-4629-A126-1E61F6F8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3B0C74-D902-4683-B6F6-2C085FB8B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534A70-6573-4354-9EB1-828789957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59D45F-8271-4F9C-BF3C-EA3CF2001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1D6DDC-CADF-4432-AC1E-D10463B6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055FD5-DD91-4B8D-B214-6BB90443E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BECE2B-03D7-4485-90E3-71007E008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6A61E1-759B-4036-A2E8-F4C837868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0E7C86-5C41-4C24-8A57-4C8523A65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FDA338-8FC9-4A8B-9931-C0AF74C41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B2B9E9A-EE00-4DFA-B413-7A3A6913F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9BA3FE-79E4-4A53-A61B-600561266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C53F21-A9AB-454D-A913-48CEAF5E9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B71EAA-A746-4DA8-B4FA-FCED7325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965A0C-9225-4617-8FB0-DF67E8365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3EED387-3ACB-4E56-AE50-7D2D5F56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ECC32BC-4422-48CC-8A53-28F508C12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E533E2E-35E3-4E84-A9F8-DB1714C40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C210BDC-89AC-42EA-9240-13DAE26C4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A912D41-1998-4BF8-8E04-35373C6FC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246DFFA-EF7F-4199-A495-089E9A275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F9D2CFD-8387-4AB2-8AB8-0127EC0E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B5DE897-1E52-4550-94CB-254EF5EF8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100834F-9BCA-4A67-83BF-445A735AB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08B0FA2-9E4A-4A17-9A99-0F3B98F82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90AB77A-994F-43F7-A75B-5CE7D1925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6C197A9-FCC7-4FFF-874B-B0D52E97A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389AC10-F6DA-4F23-B9A2-A61A2033D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27BF863-23A1-4D72-BE7B-A0FAAC357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60A9762-1530-4CD0-968A-51921A3A5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D6A5E78-3FB0-4689-981F-3163C110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FD5F1BD-9C55-4E32-AD0D-3F3379E16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3855797-0775-4C70-A06B-8AED319A0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3F77A3A-9934-4569-B14E-0DB4663E9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54B6A05-6453-4533-B21E-78909236C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09E6CE9-E279-48A5-9763-8DD4D8852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4F37C9B-5180-48BD-B676-629823B32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C867DAB-CA4B-4A9E-A9AE-D91D28A3A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A67C6F3-E4A2-423D-90E9-16069B1D6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A119D19-4745-4E5F-A6D0-AFD6E9546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FB09F6F-9646-4426-B2C0-80FB6C604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FC4215E-0860-4823-9BD8-0F066462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9EE10FF-1549-4A62-AF41-56F8C04BF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886E533-E2E9-4224-A01F-54FF6D4A1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0A71A96-12BD-4624-994C-4EE010917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9399E8B-3AF4-434B-8C92-4D4E44B90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5DF4124-4668-4F3F-B9FE-A657827FA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1BDB156-F09D-49F9-94E9-6BA8CA47B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4715221-1B24-4BAB-8773-4201115F3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8D79BDF-74FE-4363-A1E6-F88D024E0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D0170BA-1868-4C66-9203-A79954F6A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1BCA0B9-7D97-4150-A6AD-6080913C7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D173ABC-A12F-4EAB-8461-2BCCC81E1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AD2D5AD-8002-4A83-BE3D-557305D45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3DF9558-5F22-4FAE-8D75-93920A526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794C991-5696-42D6-BE28-76B47517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054CFCB-4183-43C4-A2C2-F5C1F8FCF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EEDAF34-701F-4F23-85C2-B5E82EA3A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A44363A-62A7-4411-A7B5-82558AB6A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785FD09-93BC-45EE-A980-72512F2C2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487AC52-2F1D-4645-9FA9-128727F71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E4441B9-56ED-43A6-936F-0E2BE8427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C61C4B3-0DBB-44A3-AD04-197CEC62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D1AC97C-0538-4AED-9E4D-8770ABB37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03E15D9-EAD4-40A2-9BCE-92AC76465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FD3E1CF-A94C-4CAC-9345-4C3A5D01A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56BB050F-DB97-424E-9F43-4744AEBF9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06F8DE6-47F8-4778-806B-8EA56038D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42606C3-9024-42CF-BBF8-AB1E05F6E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A92B870-190E-4B52-93B5-CA6947DD0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7D00992-0406-49FC-B76B-2F6075736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09791FE-741E-4522-AF9F-A7BFC066A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5323CDA-371B-4BA9-B13A-1BBEAA1F0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3997B92-FC9C-4E91-AFB1-C10C7F814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09854DA-DF96-4CCB-BFDF-F41F312A4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1D1A7CB7-C2B0-4370-96D7-A3238A4A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6BC5C3E-C924-49DB-B350-7C104978B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B11954A-E09C-4733-B2EE-72DC8C0F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2B249FBF-04D3-48CD-9F5D-FEC347925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8A3CCCC-14F5-4CDB-986C-FCBD08804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7ACAD0C-CE55-4904-BB86-A7248321C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202B3B9-F1BB-457F-A1B2-F9724312E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2808217-886A-41FE-B785-DBFE605B6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961680E6-2639-453C-9265-11391C7E9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7FC8B2F6-573C-43EE-B5D1-6C4410DDF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62B6E29C-5D22-4B39-B159-03D5D49F8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4610094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6340191-CFE0-4F29-A274-6E6971DCE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E1ED19-303C-450A-8DAC-813D91A9B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174B94-E382-4A46-9D46-F36B96AF1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5A60A6-04E5-4B7A-8113-2F9A2DE89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0502C8-3AB2-4BED-A2E1-6DAC2682C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49dc03ebdd4cd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78213B-1950-4975-8101-86F7813E0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3497E7-0345-4C61-A00A-5C6344A80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98000C-6BBB-404D-AD33-73326ED42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30847E-8092-47C7-9874-AE59B381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CC737B-5B20-4C23-8270-D1F0ECA4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421083-20BA-49F4-B886-03B721A7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02554E-3901-4AB5-85B4-2DD14AF14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666861-D36F-44AA-9D8C-07857A559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432DDE-0691-4B7E-8DC9-9EE459E2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5A94D1-A973-41ED-8B2A-D8AE690C3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06571A-E560-45C9-9FC7-E2DD7DF21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A6D275-743B-41FC-A314-2CF99358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0CC0EA-3FBA-4CC7-B667-BE90C6F44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CA0F6A-F1E3-4119-8D46-6212F3C65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6D5CE4-FCFE-4015-918D-9C9A22C0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F2C5C5-38E8-4D69-B7EB-BD3B7C534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007A17-9A3C-48CD-A8E5-501A066F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7F9D83-0CDB-4753-ACCE-74E850B5D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6CB45F-54C2-4EF0-AA31-C25532618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DDE05C-A86F-4432-9626-8F64F0DCB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B56492-ACCB-4E71-8911-CA9541D9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8356D8-6579-4AAF-94F1-0D6177A25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576B4C1-3575-4EF9-8F7D-669BFD578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504A15-73DA-48D8-900D-7F6B521F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407C9F-7CEC-4BBF-8C47-3F6B5903D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CD0F855-A930-49F3-8FF2-16E34DC7E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7AA3AB3-8686-4926-9798-20750CE7F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45B1379-AD9B-4299-92E8-2B62BB664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FC3BCF0-F82F-4B0A-A629-95F98926E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CEA91F7-02BA-46CD-B1E9-6ACD3AACE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E95666A-F7C2-4956-95BD-465176A53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B1AB78D-E7FC-41C3-A95B-40DDF116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930C6DD-B77F-4E6F-B5AF-CB7F92B51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4B5FD9E-B3B3-40B1-93A7-60DD5227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7D277CD-19A9-4293-817E-CCE037DE6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C8B1BAB-D513-4D38-929E-7C594EB1A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B630BA1-E84F-4CBB-B772-44FE5048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6817122-EA01-46DD-9B9F-C4FBCF5B1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0949AB3-4549-4121-B2C9-EE4F3C7A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03C8EE4-4964-4A05-8145-FA5AD21D9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3E7075D-3403-456D-B7BD-C91C9AA96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CBE98C7-3FB2-47F1-B61D-9FDA2825E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C654EE5-2BF1-4299-A406-A33E0B4F3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9DB53F3-5D45-4928-A5E4-DDC399154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FD6ED30-F26C-4F79-B928-79DF8E6D7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C439772-4EB0-4015-80FF-3CE978BED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A390113-2E49-403E-AFE9-A01DAA92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094EF5A-DFA0-49BD-B0E4-BBE48E682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2861A4E-5343-4ECA-A2A8-D672D9315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E605C10-A7A1-4697-8F15-95286AAF8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948F102-3D1B-4503-9988-FAEE5D322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43C23D4-FEB1-4DD8-94FE-A98D6E678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15863D0-3EC8-4E37-ABAC-68F4F0824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DA00897-8D4A-440A-A386-AE25099CA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8B49419-CC7D-47BE-9F99-C26CA9422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A1B661B-9F13-4385-8307-0FE76CDA0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3F766B2-840F-47A4-926D-607CCA321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0E8781E-AC9E-4C83-B4C8-BFEABB6C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05A4FB0-BF9D-4ED2-8915-1493217E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51BC703-3B0E-416D-A87C-F33492147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39B1134-14F4-4E7F-830B-1D2B9C950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D776B3C-1B0F-4247-8823-C2DBD3780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582A8B5-753F-4A0E-967E-80CF821CA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466B78B-55F1-4B4F-9D82-2450C4153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AAE250A-9EB6-415E-BE7B-030F787A1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4A37F72-FEEC-4906-8FE0-1B7936D3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2C34913-1616-4F87-92AD-8B8B83BB0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B439DF3-7E54-4C49-AFB1-59DD5031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EED2710-E577-41EA-BCB0-C80D49615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73205B6-13AE-46A1-9D0E-BA6886DE7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55D598C-F606-4A4A-80FD-B95FFEE5C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A855CBE-A940-449D-9EAA-659654916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392165E-D493-4D0F-A09C-29672554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F421D3F-404C-48F2-83B5-42B998908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7E858FE-FBD4-44D0-9A01-039D6CE27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70503EF-43D9-4061-90A8-0F6D51782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A151892-F037-469A-A4D1-16127075E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B9A19A7-E310-4187-9C43-00D41D165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F4DCD6A-63B2-47DF-BA1E-FA8ADC775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FF5642F-7F85-439C-98F9-6ED66A1D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ADDB042-0FFF-46B9-A80E-D6D3A7187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2DD55F0-3585-4D7D-A4EC-303B7E52E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0558F9D-68BF-4DF2-90A8-EC908522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4138186-830B-4A05-9E5E-6189DD3CF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1DAF8F7F-1C5F-4DBC-B298-47DB4195E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EAA7ADC-F1D5-4D35-B6FC-FE9223502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A953939-061D-4DB9-AD70-A77EAAFCE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02181803-20F1-4D37-AE1B-D548FA956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2F85BC6-E471-4C4B-A0E6-A62AD2ED8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43671501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7D91A37B-2216-4669-A34F-26BFCC3F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7F308F-6713-4DB7-9BB8-D174028C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67AD3E-F3EE-430A-83E9-CBB031A44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8FC2D7-D493-43D3-822A-5A59F3F80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9D7999-9E22-4331-8A9E-A779BE3D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32a58605f54d9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403788-951D-4E35-BC75-CFF340DF7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3C10D4-1E41-4ECE-9F08-1E85CCA5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3AE0BD-6401-4E63-85EE-484E2760E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FA3A4D-D85D-49BE-ACAA-BE7834600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Carteira, faturamento, backlog e parcelas projetadas por cliente.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2934C0-14A0-4403-B58B-22067A8BC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1582E0-C520-4E0B-BF4A-5B3057F68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38DF15-9D38-4D88-B988-115053413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733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40ECC9-9693-46C3-B194-52068055C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1752600"/>
            <a:ext cx="1085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7D8B00-5A07-43DC-BE45-867423DD0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5E0126-BAD2-4F80-9EA5-E2850AD0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8E99CB-2A47-4796-9EED-0AC521C08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94FA9C-76BD-4954-943F-8375EF432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ATÉ 2028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D4CF70-0525-405A-A8B7-1732EEFCE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PÓS-2028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C55F6C-C9C2-4448-A9D3-7323BAD6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004589-1F6F-4C4E-B5A6-09F1EEE2B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AXIA Energia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F11A5D-419D-4E18-B2FE-1BF5A285C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0859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E10428-8F20-4BE9-931C-C5A7482B8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R$ 42.544.856,72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289F55-F2DF-4335-B1A4-F212A3179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R$ 13.587.630,96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577033-85B3-4B77-890D-30F43C53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R$ 28.957.225,76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BE6F93-8932-4CB8-B854-8633D7BAD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EB9F3F-8899-42A5-93B2-EAA377554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CFB58C-F1D9-4D76-858D-95D31D97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DBA6CC9-7C9E-4511-9B88-2BB19CCE7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18DB9D9-4C8C-41FD-BB9C-8C9599259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Petrobras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6562AA-7969-4138-A0BF-58AEB717C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4288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B2101F-ABE1-44E9-85DC-455D534D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R$ 126.739.271,47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ABA7D92-4B88-4C7D-8085-3FA290F3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R$ 1.506.178,20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9205A8-BF3E-4470-84C4-FB13D5959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R$ 125.233.093,27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3EEBF1-C912-4D0D-B928-680ADA57B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R$ 123.670.948,92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560695E-1C50-4CFA-A69B-0B47AA4D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R$ 1.562.144,35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80DE240-E1F4-4388-9BB9-F563DDB8B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3169584-11CC-457C-8BCE-85C298570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Enel Green Power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70EBABA-06DA-4E47-A317-55326144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7717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DA27004-222E-457C-9B57-507EF7E4C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R$ 74.695.374,05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7D236FC-0459-478C-930D-35BA48F16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R$ 46.633.200,10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2E5C1D1-04A3-41A5-982E-9186E494A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R$ 28.062.173,95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6EF556E-2896-4128-8C44-51C170EE2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R$ 28.062.173,95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B8CFD04-BF57-4027-8945-F3BCC07E2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B4AE58E-F876-4644-B067-DC0ECDFA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CEE74B2-2156-4A10-BFCA-5451DCC9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FB79307-2BCF-4D4A-B6C6-A3E25A560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CEMIG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A8D1842-481A-4D0A-B7C9-94A3F5C25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1146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91B55F3-9476-46F9-A31C-F936420D5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R$ 157.646.971,08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9F713CF-A1BD-4D7E-BA05-038048DD8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R$ 15.287.450,14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2047B91-DABF-4C0B-B9CF-60103B715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R$ 142.359.520,94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F2A26CD-E66C-48A5-A4AB-8BBEF25FF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R$ 142.359.520,94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5D3D8C8-3B5A-4790-AD53-CFA0C5E5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4817785-C39E-4803-9708-247A5D06A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FA77B12-ACBF-4C66-BAD7-89517F81B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Âmbar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35FFD19-CDA7-4ACC-822C-431C63E56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4575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8D4FE16-25F8-4513-A9CB-F1890646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R$ 883.317,21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B888B24-2B66-4BCA-9DEE-5868D63E2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R$ 794.985,49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BBEE8AD-7ED1-40E7-991F-3DA8BDD4A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R$ 88.331,72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16057A9-3077-4674-A913-EF29B7CD1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R$ 485.824,46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035AF9F-5D65-4745-8D3D-A91BAC5A7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839A26D-C9F8-4CB2-B5A8-C6A41E11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5054EE1-50BE-455C-ADA3-D246F5F5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5DD25EA-ACED-471B-A81E-CDA282C59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Hydro Alunorte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3FE7C2B-7D7D-42C2-966D-693F3E8F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8004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4DF576E-D980-4C2B-AC90-6DFE6060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R$ 4.965.143,38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6207B14-7CD0-48EB-8DFE-2132AB7E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R$ 828.439,34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3F0E0C8-E7A8-433E-9DF5-D505634E0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R$ 4.136.704,04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98ECD0A-A0C0-447F-A1B3-98EBD10A7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R$ 4.136.704,04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126A765-0E2E-49DA-B66E-85CACD833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FC2CEDD-0039-478B-ACB4-84B5E17C6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307F13C-A6C0-4FBD-B4A9-E905B054A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Belém Bioenergia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3B64719-2397-497A-9368-9F2433F7E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1433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E63B290-DE70-4C77-88DF-AC5EC035C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05E5359-6B85-4D88-978D-93BDD32CA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R$ 279.135,36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B51A1CF-B736-46FA-AB8F-3ED4DB006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R$ 1.166.709,35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EA09134-CBBD-457C-9037-BB12E8FF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R$ 1.166.709,35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D461267-5203-4023-A7A8-99606988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4D18D37-114C-4EE4-8CC4-14DADC29E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419208B4-D787-45AF-964D-6C1232CD8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CFB91FC-A745-48E6-9D95-1FC5FF03F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Flessak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589DDF7-A2FE-42BC-95EB-162A9ECCC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4862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71404D9-A233-423C-A91E-FD4F08759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R$ 803.178,97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53854D2-580D-422F-A0FC-422AB8835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R$ 80.317,90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FED5A0FB-AAEB-41D0-A7CD-B55EDFC07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R$ 722.861,07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7423633-83F2-4614-A8DD-8281E35B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R$ 722.861,06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1D0BE2CF-88E4-4E98-929E-4206DE571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R$ 0,01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D955216F-F40D-4400-BDBA-9CF0BEC46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DF6FE476-CD37-446C-85FF-82CEC58A9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Harbin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D53379E2-A88D-4089-94A8-2E7FCF6BA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8291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77983773-DB9F-4E4A-A0E5-596940E9B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994CE14-6336-4567-9CE6-BDE9630CA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9A4039C-3259-4924-B294-8EDC38D27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E5436A85-56DC-4E41-9502-DBF452EA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2C3EB71-B538-4B11-8BED-F0CAB4729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7722062D-1E91-42FE-BB3E-F3043F094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640BD7E7-8E57-44FF-9145-27E166750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D558BDCF-76DB-4089-BCDA-DD1BE3327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ArcelorMittal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C44DCBB4-CA2E-40DB-9D53-DA0B71245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1720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3BBB044-8A77-4B44-8531-BBE1835D7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2419B644-8134-4B40-9E75-527965646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9918FE3D-DAD8-4D48-A39B-3F4EB58E1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R$ 261.601,20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27F66C8C-DC5B-4585-8E02-95A754AA7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4B29A127-E141-4E60-BA9C-B44CBAAE8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25C53083-F03C-41C8-91CF-931C9B883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385DCB83-284D-4868-BB89-E8BDEFC49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Andritz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26A3B364-C0C0-4D85-BDA8-2D369C2B6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5149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37233A77-1A4A-4AD1-BA9C-D49D96E27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77D52A78-9F83-4611-87DA-128EE89E7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F738D71B-FB13-4C3C-8D10-7314CA2CC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0F67D6AB-9D34-4D77-AE91-A7C0FF4FE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AE10AEFE-EC52-448D-8B51-35FBCC193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3A828792-283C-471B-9DE6-A2F7C6F5B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FFF2E337-FAEB-4FAA-8764-83B1DDBC4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79E6391E-E32C-456B-8C89-DE46112DC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Total da carteira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4EAB9B4E-8130-4C0C-82F0-6AD34FD5B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8578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11 cliente(s)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5A218E74-995D-4B15-A1FF-96300D8B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R$ 410.145.558,79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43EFC0BF-6FFE-479C-B54E-ECDF59262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R$ 78.997.337,49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890CD7E7-0575-458C-9D24-68A8976E5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4C9DFF"/>
                </a:solidFill>
              </a:defRPr>
            </a:pPr>
            <a:r>
              <a:rPr sz="938" b="1">
                <a:solidFill>
                  <a:srgbClr val="4C9DFF"/>
                </a:solidFill>
              </a:rPr>
              <a:t>R$ 331.148.221,30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0BD6CA8F-B999-48B2-848C-B8C5FB97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R$ 329.983.569,68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B95BD130-68E4-4CA0-8158-5BFE5B0ED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93513839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43CC92-6B6E-4A55-949B-B1A25AD3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4D1D95-F8A5-4D12-97BF-090EAC547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1FB207-9DD1-42C5-BD56-A34C1A6CF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C28BD6-135F-4087-8204-B3E7D2DC2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848911b755476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D0BB89-0FA2-4B36-BEEF-4C3B30EA0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C46034-FE65-49FC-A3C4-538F54D25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0017652b9647a5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7200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2026-09-22T20:40:11.0590000Z</dcterms:created>
  <dcterms:modified xsi:type="dcterms:W3CDTF">2026-09-22T20:40:11.0590000Z</dcterms:modified>
</coreProperties>
</file>