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c9fede42bf4db9" /><Relationship Type="http://schemas.openxmlformats.org/officeDocument/2006/relationships/extended-properties" Target="/docProps/app.xml" Id="R59a028c51b41464a" /><Relationship Type="http://schemas.openxmlformats.org/officeDocument/2006/relationships/officeDocument" Target="/ppt/presentation.xml" Id="R438606ec37f84d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b7fdd7b4bc4f6c"/>
  </p:sldMasterIdLst>
  <p:notesMasterIdLst>
    <p:notesMasterId xmlns:r="http://schemas.openxmlformats.org/officeDocument/2006/relationships" r:id="R3f6395b8ac534b49"/>
  </p:notesMasterIdLst>
  <p:sldIdLst>
    <p:sldId xmlns:r="http://schemas.openxmlformats.org/officeDocument/2006/relationships" id="256" r:id="R6e0bd1cb63714c34"/>
    <p:sldId xmlns:r="http://schemas.openxmlformats.org/officeDocument/2006/relationships" id="257" r:id="R5708f31999a14dac"/>
    <p:sldId xmlns:r="http://schemas.openxmlformats.org/officeDocument/2006/relationships" id="258" r:id="Re5d23737922a4378"/>
    <p:sldId xmlns:r="http://schemas.openxmlformats.org/officeDocument/2006/relationships" id="259" r:id="R9bfe56d006374d8b"/>
    <p:sldId xmlns:r="http://schemas.openxmlformats.org/officeDocument/2006/relationships" id="260" r:id="R96259a1313674984"/>
    <p:sldId xmlns:r="http://schemas.openxmlformats.org/officeDocument/2006/relationships" id="261" r:id="R0d16bac9aa104bd4"/>
    <p:sldId xmlns:r="http://schemas.openxmlformats.org/officeDocument/2006/relationships" id="262" r:id="R987d65ce8fe64b73"/>
    <p:sldId xmlns:r="http://schemas.openxmlformats.org/officeDocument/2006/relationships" id="263" r:id="Ra4df663ff12b447d"/>
    <p:sldId xmlns:r="http://schemas.openxmlformats.org/officeDocument/2006/relationships" id="264" r:id="Rf72293c2df2146ec"/>
    <p:sldId xmlns:r="http://schemas.openxmlformats.org/officeDocument/2006/relationships" id="265" r:id="R6c5175a842464a43"/>
    <p:sldId xmlns:r="http://schemas.openxmlformats.org/officeDocument/2006/relationships" id="266" r:id="R98a98122cfab45c3"/>
    <p:sldId xmlns:r="http://schemas.openxmlformats.org/officeDocument/2006/relationships" id="267" r:id="Rd0b27947b2064757"/>
    <p:sldId xmlns:r="http://schemas.openxmlformats.org/officeDocument/2006/relationships" id="268" r:id="Ref4c5bd6e10041c3"/>
    <p:sldId xmlns:r="http://schemas.openxmlformats.org/officeDocument/2006/relationships" id="269" r:id="R7b58a8c58bcf4c77"/>
    <p:sldId xmlns:r="http://schemas.openxmlformats.org/officeDocument/2006/relationships" id="270" r:id="R0a681b656d834b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efd6ab381d474a" /><Relationship Type="http://schemas.openxmlformats.org/officeDocument/2006/relationships/slideMaster" Target="/ppt/slideMasters/slideMaster1.xml" Id="Recb7fdd7b4bc4f6c" /><Relationship Type="http://schemas.openxmlformats.org/officeDocument/2006/relationships/notesMaster" Target="/ppt/notesMasters/notesMaster1.xml" Id="R3f6395b8ac534b49" /><Relationship Type="http://schemas.openxmlformats.org/officeDocument/2006/relationships/presProps" Target="/ppt/presProps.xml" Id="Ra3af46c94a724912" /><Relationship Type="http://schemas.openxmlformats.org/officeDocument/2006/relationships/tableStyles" Target="/ppt/tableStyles.xml" Id="Rae4436756f0d4dc3" /><Relationship Type="http://schemas.openxmlformats.org/officeDocument/2006/relationships/slide" Target="/ppt/slides/slide1.xml" Id="R6e0bd1cb63714c34" /><Relationship Type="http://schemas.openxmlformats.org/officeDocument/2006/relationships/slide" Target="/ppt/slides/slide2.xml" Id="R5708f31999a14dac" /><Relationship Type="http://schemas.openxmlformats.org/officeDocument/2006/relationships/slide" Target="/ppt/slides/slide3.xml" Id="Re5d23737922a4378" /><Relationship Type="http://schemas.openxmlformats.org/officeDocument/2006/relationships/slide" Target="/ppt/slides/slide4.xml" Id="R9bfe56d006374d8b" /><Relationship Type="http://schemas.openxmlformats.org/officeDocument/2006/relationships/slide" Target="/ppt/slides/slide5.xml" Id="R96259a1313674984" /><Relationship Type="http://schemas.openxmlformats.org/officeDocument/2006/relationships/slide" Target="/ppt/slides/slide6.xml" Id="R0d16bac9aa104bd4" /><Relationship Type="http://schemas.openxmlformats.org/officeDocument/2006/relationships/slide" Target="/ppt/slides/slide7.xml" Id="R987d65ce8fe64b73" /><Relationship Type="http://schemas.openxmlformats.org/officeDocument/2006/relationships/slide" Target="/ppt/slides/slide8.xml" Id="Ra4df663ff12b447d" /><Relationship Type="http://schemas.openxmlformats.org/officeDocument/2006/relationships/slide" Target="/ppt/slides/slide9.xml" Id="Rf72293c2df2146ec" /><Relationship Type="http://schemas.openxmlformats.org/officeDocument/2006/relationships/slide" Target="/ppt/slides/slide10.xml" Id="R6c5175a842464a43" /><Relationship Type="http://schemas.openxmlformats.org/officeDocument/2006/relationships/slide" Target="/ppt/slides/slide11.xml" Id="R98a98122cfab45c3" /><Relationship Type="http://schemas.openxmlformats.org/officeDocument/2006/relationships/slide" Target="/ppt/slides/slide12.xml" Id="Rd0b27947b2064757" /><Relationship Type="http://schemas.openxmlformats.org/officeDocument/2006/relationships/slide" Target="/ppt/slides/slide13.xml" Id="Ref4c5bd6e10041c3" /><Relationship Type="http://schemas.openxmlformats.org/officeDocument/2006/relationships/slide" Target="/ppt/slides/slide14.xml" Id="R7b58a8c58bcf4c77" /><Relationship Type="http://schemas.openxmlformats.org/officeDocument/2006/relationships/slide" Target="/ppt/slides/slide15.xml" Id="R0a681b656d834b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f8554dacd645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e7e4aed22a4f95" /><Relationship Type="http://schemas.openxmlformats.org/officeDocument/2006/relationships/notesMaster" Target="/ppt/notesMasters/notesMaster1.xml" Id="R2d97f96f2b174a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302b6b4d934435" /><Relationship Type="http://schemas.openxmlformats.org/officeDocument/2006/relationships/notesMaster" Target="/ppt/notesMasters/notesMaster1.xml" Id="R74c80d1334694d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a3d5b77aa34e3d" /><Relationship Type="http://schemas.openxmlformats.org/officeDocument/2006/relationships/notesMaster" Target="/ppt/notesMasters/notesMaster1.xml" Id="Ra01b8fae9ba541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adc4c0bb7b4e21" /><Relationship Type="http://schemas.openxmlformats.org/officeDocument/2006/relationships/notesMaster" Target="/ppt/notesMasters/notesMaster1.xml" Id="R04b711c7b34641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83314edf5848f7" /><Relationship Type="http://schemas.openxmlformats.org/officeDocument/2006/relationships/notesMaster" Target="/ppt/notesMasters/notesMaster1.xml" Id="R6cf48235f1664e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9e363187d64f1e" /><Relationship Type="http://schemas.openxmlformats.org/officeDocument/2006/relationships/notesMaster" Target="/ppt/notesMasters/notesMaster1.xml" Id="R626e6df146ee40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33237014954eee" /><Relationship Type="http://schemas.openxmlformats.org/officeDocument/2006/relationships/notesMaster" Target="/ppt/notesMasters/notesMaster1.xml" Id="R4aaca329943c483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d423b19a1d4886" /><Relationship Type="http://schemas.openxmlformats.org/officeDocument/2006/relationships/notesMaster" Target="/ppt/notesMasters/notesMaster1.xml" Id="R4dd60b1f91974d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e2933f11c54a77" /><Relationship Type="http://schemas.openxmlformats.org/officeDocument/2006/relationships/notesMaster" Target="/ppt/notesMasters/notesMaster1.xml" Id="Re7dcedea530142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66655908184d94" /><Relationship Type="http://schemas.openxmlformats.org/officeDocument/2006/relationships/notesMaster" Target="/ppt/notesMasters/notesMaster1.xml" Id="Rd664fb3884eb42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ef42c3d1cb4251" /><Relationship Type="http://schemas.openxmlformats.org/officeDocument/2006/relationships/notesMaster" Target="/ppt/notesMasters/notesMaster1.xml" Id="R892bbda2457248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045b1e2ad2441f" /><Relationship Type="http://schemas.openxmlformats.org/officeDocument/2006/relationships/notesMaster" Target="/ppt/notesMasters/notesMaster1.xml" Id="Rb022e10d15a24f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aad5a770264661" /><Relationship Type="http://schemas.openxmlformats.org/officeDocument/2006/relationships/notesMaster" Target="/ppt/notesMasters/notesMaster1.xml" Id="R7fc3cb611d4b4b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364c493b0b4002" /><Relationship Type="http://schemas.openxmlformats.org/officeDocument/2006/relationships/notesMaster" Target="/ppt/notesMasters/notesMaster1.xml" Id="R5a0681ce15634a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a9d974790a43e9" /><Relationship Type="http://schemas.openxmlformats.org/officeDocument/2006/relationships/notesMaster" Target="/ppt/notesMasters/notesMaster1.xml" Id="R10dfbfd95d0b46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11fcd76d844c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0d995105cd489e" /><Relationship Type="http://schemas.openxmlformats.org/officeDocument/2006/relationships/slideLayout" Target="/ppt/slideLayouts/slideLayout1.xml" Id="Rd6dbf6f968124f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dbf6f968124f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004ae8585487c" /><Relationship Type="http://schemas.openxmlformats.org/officeDocument/2006/relationships/image" Target="/ppt/media/image.png" Id="Rd0aaf6f0695e45c5" /><Relationship Type="http://schemas.openxmlformats.org/officeDocument/2006/relationships/image" Target="/ppt/media/image2.png" Id="Rd6121db43efc4fd8" /><Relationship Type="http://schemas.openxmlformats.org/officeDocument/2006/relationships/notesSlide" Target="/ppt/notesSlides/notesSlide1.xml" Id="R0ee8260f30b44a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5a613c54b4277" /><Relationship Type="http://schemas.openxmlformats.org/officeDocument/2006/relationships/image" Target="/ppt/media/image3.png" Id="R3d1e5c9ced5543df" /><Relationship Type="http://schemas.openxmlformats.org/officeDocument/2006/relationships/notesSlide" Target="/ppt/notesSlides/notesSlide2.xml" Id="R7ffb9878a09341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14a5fe9ce4c13" /><Relationship Type="http://schemas.openxmlformats.org/officeDocument/2006/relationships/image" Target="/ppt/media/image4.png" Id="R6942dc0ac1714027" /><Relationship Type="http://schemas.openxmlformats.org/officeDocument/2006/relationships/image" Target="/ppt/media/image5.png" Id="R7ed18a49c85c4746" /><Relationship Type="http://schemas.openxmlformats.org/officeDocument/2006/relationships/image" Target="/ppt/media/image.svg" Id="R0b1b4f026fa34786" /><Relationship Type="http://schemas.openxmlformats.org/officeDocument/2006/relationships/notesSlide" Target="/ppt/notesSlides/notesSlide3.xml" Id="R78129f380b5140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b94dcc7f54fad" /><Relationship Type="http://schemas.openxmlformats.org/officeDocument/2006/relationships/image" Target="/ppt/media/image6.png" Id="R30e868187b724bb9" /><Relationship Type="http://schemas.openxmlformats.org/officeDocument/2006/relationships/image" Target="/ppt/media/image7.png" Id="Rb6da3a6a673e4107" /><Relationship Type="http://schemas.openxmlformats.org/officeDocument/2006/relationships/image" Target="/ppt/media/image2.svg" Id="R7f267b8d8df94c05" /><Relationship Type="http://schemas.openxmlformats.org/officeDocument/2006/relationships/notesSlide" Target="/ppt/notesSlides/notesSlide4.xml" Id="R2535a93e2d8148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4c27ff1a44b7f" /><Relationship Type="http://schemas.openxmlformats.org/officeDocument/2006/relationships/image" Target="/ppt/media/image8.png" Id="Re152d869278c4a8b" /><Relationship Type="http://schemas.openxmlformats.org/officeDocument/2006/relationships/image" Target="/ppt/media/image9.png" Id="R5c0057b8f1e946a5" /><Relationship Type="http://schemas.openxmlformats.org/officeDocument/2006/relationships/image" Target="/ppt/media/image3.svg" Id="R1f3407f88be044e6" /><Relationship Type="http://schemas.openxmlformats.org/officeDocument/2006/relationships/notesSlide" Target="/ppt/notesSlides/notesSlide5.xml" Id="Rfea71d525cc540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a7a5888664bc9" /><Relationship Type="http://schemas.openxmlformats.org/officeDocument/2006/relationships/image" Target="/ppt/media/image10.png" Id="R429903acb1f846be" /><Relationship Type="http://schemas.openxmlformats.org/officeDocument/2006/relationships/image" Target="/ppt/media/image11.png" Id="Rfd00fa9a7ef84e9c" /><Relationship Type="http://schemas.openxmlformats.org/officeDocument/2006/relationships/image" Target="/ppt/media/image4.svg" Id="R7ce910301abc4eeb" /><Relationship Type="http://schemas.openxmlformats.org/officeDocument/2006/relationships/notesSlide" Target="/ppt/notesSlides/notesSlide6.xml" Id="Rc797432f533349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83ff6f54945ec" /><Relationship Type="http://schemas.openxmlformats.org/officeDocument/2006/relationships/image" Target="/ppt/media/image12.png" Id="Rf110366298c948f0" /><Relationship Type="http://schemas.openxmlformats.org/officeDocument/2006/relationships/image" Target="/ppt/media/image13.png" Id="R32725df6c5ee4949" /><Relationship Type="http://schemas.openxmlformats.org/officeDocument/2006/relationships/image" Target="/ppt/media/image5.svg" Id="R5679596613b34401" /><Relationship Type="http://schemas.openxmlformats.org/officeDocument/2006/relationships/notesSlide" Target="/ppt/notesSlides/notesSlide7.xml" Id="Rad7cef4de51649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896a76b16496c" /><Relationship Type="http://schemas.openxmlformats.org/officeDocument/2006/relationships/image" Target="/ppt/media/image14.png" Id="Rd5d39bd5b2a743b3" /><Relationship Type="http://schemas.openxmlformats.org/officeDocument/2006/relationships/image" Target="/ppt/media/image15.png" Id="R178831257d1644bc" /><Relationship Type="http://schemas.openxmlformats.org/officeDocument/2006/relationships/image" Target="/ppt/media/image6.svg" Id="R7f580e748c9c41e7" /><Relationship Type="http://schemas.openxmlformats.org/officeDocument/2006/relationships/notesSlide" Target="/ppt/notesSlides/notesSlide8.xml" Id="Rf49d9cc85bf54d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2389ef4ed4ae2" /><Relationship Type="http://schemas.openxmlformats.org/officeDocument/2006/relationships/image" Target="/ppt/media/image16.png" Id="R174386d782264cf6" /><Relationship Type="http://schemas.openxmlformats.org/officeDocument/2006/relationships/notesSlide" Target="/ppt/notesSlides/notesSlide9.xml" Id="R2e16278542ba44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04de3029d46e4" /><Relationship Type="http://schemas.openxmlformats.org/officeDocument/2006/relationships/image" Target="/ppt/media/image17.png" Id="R723bb05dd9cd412f" /><Relationship Type="http://schemas.openxmlformats.org/officeDocument/2006/relationships/notesSlide" Target="/ppt/notesSlides/notesSlide10.xml" Id="R9c1912dc22ea4b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72b7af70e484e" /><Relationship Type="http://schemas.openxmlformats.org/officeDocument/2006/relationships/image" Target="/ppt/media/image18.png" Id="R1e626288241c419f" /><Relationship Type="http://schemas.openxmlformats.org/officeDocument/2006/relationships/notesSlide" Target="/ppt/notesSlides/notesSlide11.xml" Id="R46978aad610245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40db53a71492a" /><Relationship Type="http://schemas.openxmlformats.org/officeDocument/2006/relationships/image" Target="/ppt/media/image19.png" Id="R78f7c324773d4c9c" /><Relationship Type="http://schemas.openxmlformats.org/officeDocument/2006/relationships/notesSlide" Target="/ppt/notesSlides/notesSlide12.xml" Id="R05ddd4d421db4c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2fbd3303e4f48" /><Relationship Type="http://schemas.openxmlformats.org/officeDocument/2006/relationships/image" Target="/ppt/media/image20.png" Id="R86e4477cb13e436d" /><Relationship Type="http://schemas.openxmlformats.org/officeDocument/2006/relationships/notesSlide" Target="/ppt/notesSlides/notesSlide13.xml" Id="Re49f58ae80c54c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725112aad429c" /><Relationship Type="http://schemas.openxmlformats.org/officeDocument/2006/relationships/image" Target="/ppt/media/image21.png" Id="R9addcea218ba44f9" /><Relationship Type="http://schemas.openxmlformats.org/officeDocument/2006/relationships/notesSlide" Target="/ppt/notesSlides/notesSlide14.xml" Id="R87ff8770536f45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b937cf32f4701" /><Relationship Type="http://schemas.openxmlformats.org/officeDocument/2006/relationships/image" Target="/ppt/media/image22.png" Id="R34b72ad2a9374520" /><Relationship Type="http://schemas.openxmlformats.org/officeDocument/2006/relationships/image" Target="/ppt/media/image23.png" Id="R95286d1282494dc5" /><Relationship Type="http://schemas.openxmlformats.org/officeDocument/2006/relationships/notesSlide" Target="/ppt/notesSlides/notesSlide15.xml" Id="R4643c28511ea43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6EB7F1-8091-4509-8A56-289FE413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5560E-CE50-4B18-9C3F-626C080B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6CB43-3122-4899-92D7-474062D4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af6f0695e45c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E0F91-C5F1-4CBC-8095-1A351A21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B0D0B-8507-40BB-AD8C-2D9069EE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21db43efc4fd8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EEE2E-95D6-436B-A670-F2FA0A58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2F510-6D23-4E82-B511-F5C19AEB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246A4-BAD4-47F3-8A70-2FB35F46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46FF45-F783-4F8E-8725-D30B7545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E0B7A-1352-49A8-B357-B7FF6F9C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82BE50-2847-4438-9EC7-7BE63247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73A66-8866-45AB-9881-1B00C906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933026-CAD4-436C-93A4-430D0672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2E74E9-59C1-4BC6-83F0-5D6A1B15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02309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2AA373-F220-4BB6-A533-5C106DFF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782BB-D9C0-4159-A172-2B805A2C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F5ACD-20B4-4898-B80A-B1895A38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BAAE8-EC3B-49C9-AD27-614DA7D7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7CE9F-84C4-42DB-A21B-68EC9857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e5c9ced5543d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6F966-EB1A-4AC9-9B46-D631B461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B2D40-0D35-4151-BF0D-02B15F24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2EBE7-8BFD-4610-823E-48D6472B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4A95C2-5487-4D83-A30E-AAECA966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8CACD-8EFB-4AEB-AE16-72689A20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DFC302-1A21-4815-AC7F-BA05EE37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4EC58-4F39-4E3B-9D18-49A92B0A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7F0ABD-A47B-4461-89EF-FA627E4F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3D8D7-03B5-49CD-90D9-D451FC5A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DAFAA-8B2F-4D8D-8F10-AB003C3E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E65AEB-2E80-4D85-8A93-B50AE0C6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A86DDC-6BC3-4188-9733-DB7D7D60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791B0-87CF-41D4-ACAD-4D7EE281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421857-033D-4C89-9DD8-79BFF441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733387-184E-4390-B63A-C8C06A1A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BC6F3-1F00-43A4-B175-FB93B188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65DDCD-BD93-439C-B2A3-E1ADBEA8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E0EA0D-EFED-49E6-ADCE-323AF049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BB9DB2-C682-4B71-842A-4AA08F50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2216B-EAFB-498C-AFF0-9CBF7B0E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B91382-D5E1-493E-91F8-98B1F8F6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63122-DF75-4CEA-BEE9-2FD697F1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2D90A8-D37D-49F0-8B40-10FF5A88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B27367-1739-4B7E-A593-78C3375D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12CD3D-7DE1-4FD7-8429-EE905A70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20F688-15A0-4E85-A82A-BC525B6F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1768D6-3E7D-4636-912B-8D6F6FB9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A28472-C76C-444A-893D-1B7DD744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7C302B-6E2E-4FEA-A9E7-ACBC851C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979E83-2C75-4A73-886D-411FDF5A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6AE384-33A8-428D-85BC-558C54A9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A2E6B6-9D46-4FA1-B4E5-2BEBD98D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98F284-B959-4059-8E16-F52EEBB9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4CA1EA-FB18-4EFD-BC02-076A6E36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132B9C-03D3-4594-9913-53CB3834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0096516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2DDC781-485E-43AE-A89F-DA88ACE7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D2468-7E0D-4875-A96C-7C5E2F4F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1E5EB4-0545-4945-94F3-A8BCC1DA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CE6D1-4D0E-4681-9D97-C0CC4F56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737AF-F75C-4A21-BCCA-E318D0C5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2dc0ac171402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74150-1D5E-4849-8E2A-2AC1A3F9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538A6-420B-4C91-8EA5-394D06C4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999D9-6EA0-4570-B2E3-05E66913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590B1-D9D3-4335-9F19-5E6003C7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A4935-13FD-49F7-9072-2BA8DFEA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4C71A-381F-4DCB-A728-53F0E31E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7E592-95ED-4EC4-8F80-DEE79720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6CE9D-99A3-4508-9CF1-103BB32C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F2470-A101-49CE-B4F1-65907D11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7F253D-6ED1-46F4-9095-5A87EEFF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099B30-EC0B-4F71-965C-99C977A8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2A2DCB-0373-4CD4-8F58-894043C6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CA1F88-8EDC-47C6-B8AF-8122F0E7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C2FF4-0C7F-4CA2-B7AD-38061AA6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864AD1-C702-42AE-A4A3-B45DF403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52CA5-DF27-4630-8AB4-D347B8BE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B5A80D-20FC-4B35-968F-52371133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51C142-F714-4D4D-BFCE-46CA4252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1A6F31-3AD9-46FC-ABB5-76DC0056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3A868-A635-417C-B982-CDBDA001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F9774F-ADC6-4143-A1CD-31ED81F8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D65119-0D22-4B9F-A201-D66A936A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226EEA-50BD-404E-B02C-AB6F7556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542E99-2F4B-4B25-8E77-3817BB55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5E009E-8405-4D73-936D-29AB3F79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4E5E1F-4A6F-4D97-8F7A-F296F530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168857-8E14-4D59-8D52-B5AAD75E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44B557-80D8-4D4C-9352-DDEC9B5E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57C074-DB00-4099-9BCB-8C2848CE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F59DEF-FB3D-47B4-AD43-19C29D3F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E098AE-2713-41F7-BC9D-FAD63701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18a49c85c4746">
            <a:extLst>
              <a:ext uri="{96DAC541-7B7A-43D3-8B79-37D633B846F1}">
                <asvg:svgBlip xmlns:asvg="http://schemas.microsoft.com/office/drawing/2016/SVG/main" r:embed="R0b1b4f026fa347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0FA48F-C149-455C-B85D-397FA618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AB1626-A724-4905-935D-BEE26089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99D104-8FB1-408F-9464-1D80CFF8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3E916D-2F52-4A62-AF84-FC44C76E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6EE391-CF93-41A6-96EA-95E9C87F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6B9386-F4C8-4C53-8472-EE1BBD3D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814A3F-0CB7-4CBC-94F9-A281B1B9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343887-4DA8-4AC0-A88F-511378E2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5EAFAD-DBE8-45A5-8407-D958BBD3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C7B3EE-5C4A-4404-84CC-B7E5AD0A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7080C5-89DF-4A86-9FEB-0836BD2B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AB907C9-7D9D-4181-A850-CF56F2AA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90DC7F-1D24-4600-8FFE-E65B8DBF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411FDB-B31C-4FFD-B88C-83260734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44530-558C-4B70-A1DC-B0B64EFF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10C2F6-A9F0-4527-96BC-45BC213F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A18D330-1441-4691-8BFC-8522F7DB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8AD7FAD-5255-4F2B-AB8D-3299DCB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07F756-5074-4ECB-B6FE-4F4B5DBC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37E7744-E645-4E9A-BC82-8CD0C01B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3EB3E81-AD4D-4C52-BB52-7FD78E1E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5A4FFB-DA9B-4F54-9AA2-54BF5ED1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131387-2777-4D1D-BF8D-C83655BE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E566B4C-4942-4EF0-91A7-E0ED562E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A51801-2124-4B8D-B989-4940EB19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7BC947-5F17-4D71-9929-A8F45BDB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9AD4CD5-F8FB-4BC3-A633-A8D60DC7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B080C7A-D9AC-4C95-BCF3-E516E46F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809FB9D-791D-4F0B-8653-4F7BE776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D2C0B5-C4C1-4D55-BEAD-C63D3607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01BAB6F-C156-4C1C-8E0A-EDDC3AAB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0E654D-D346-47F6-9E00-A7A877B3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508094-4AB3-4A4C-B165-BC09E776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222249-ABE9-4112-B919-2CD46AC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A1FF399-9527-4CE8-8991-5E533D5E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C12748C-0C43-4B3B-B859-D07FBD50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3F16ABB-E073-40BF-BE8F-B38E1E05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5104813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366761-D695-4BFE-B69B-8DA6E65F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22134-F48B-453E-9C75-03428051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2C4A5-4C85-414B-8E1B-A94A9A47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7E49A-51E9-4A1E-8725-FD6B868C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A632A-3138-4F26-AD1E-3B885082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868187b724bb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82E5A6-88A9-4DE1-B8F1-B27FCE03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85FA4-A627-46A7-BAA9-CBB1AC9F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38986-2D1B-43C8-B728-6BC3522C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CE12A-6BC6-4610-AC5C-E34195E8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781CA2-8933-4AD6-948E-0F524BC7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a3a6a673e4107">
            <a:extLst>
              <a:ext uri="{96DAC541-7B7A-43D3-8B79-37D633B846F1}">
                <asvg:svgBlip xmlns:asvg="http://schemas.microsoft.com/office/drawing/2016/SVG/main" r:embed="R7f267b8d8df94c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D6D0AA-72A0-4B44-84BB-E122F724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82A1C3-2DF4-4AB5-8993-E7919149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78D57-0996-49CC-B790-8E5857B0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CC2348-740F-43F7-AC1E-BCCD2573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9CD693-A947-413C-98B4-63D509D6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84568-3281-49F3-91A6-EB6C173A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CC4263-D666-49BA-ADDD-3BA871F0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601727-551D-48AB-B1AA-2E69F4BB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4000E1-A4A7-4BEC-9BBA-9B2B8DD1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93075-695E-424C-A3D1-C15DC589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1D04DE-5CEC-4489-A0E3-9289FF8B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339506-BED2-44D0-B8B8-864A47F7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B39194-5448-4552-9DCB-E5D420AD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1F1D8A-08B9-40C9-84DC-163ADE9A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2054BD-8D7E-464C-B731-F51E7D06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05EFD4-37B4-4615-BC5D-51275D5A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1B3602-0077-4B9F-99AE-B0BC96A3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832449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7E0FF3-B00B-4A55-A520-27280722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852B4-6022-4797-BA15-E744E25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A039E-C6A1-4BE3-AC8E-6D601D9D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5C0C2-9F40-438F-B896-C207488F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27EB7-00D0-4721-84E5-EBC01B9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2d869278c4a8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5B558-338D-4218-94F4-20EA60D6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9E761-141D-487B-80D3-1D612F5A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4C397-E588-40A9-B8AD-8554CCCA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F6BFE-7C26-4AE3-BF0A-47838461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66426F-340E-4709-ACE5-E234D79F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057b8f1e946a5">
            <a:extLst>
              <a:ext uri="{96DAC541-7B7A-43D3-8B79-37D633B846F1}">
                <asvg:svgBlip xmlns:asvg="http://schemas.microsoft.com/office/drawing/2016/SVG/main" r:embed="R1f3407f88be044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B9BBA7-4E2D-4573-87A8-C834C436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D91CF-F65D-46DC-ACF7-536D750F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7A916-611E-4349-91B3-05F7E0F2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5A49C-8B6A-46F5-9E64-38A97589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01046-FA62-44A6-BEE6-027A02D3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7B9356-AD10-4107-8527-E87CDAF2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ACDDE3-A36B-4B6E-91EA-6D1E819B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D5872B-3737-47E7-9653-1AE64CE4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2745C-ACC3-435D-B364-B69F8477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9E7ACF-5CE2-4B33-A84D-F9EEE3A4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B392A5-F807-4A9F-9E66-1F1F8729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8B90D-A4F0-4651-886C-682347C1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36133-E654-4106-AD17-1C325F77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CF9FC3-FF4B-4CD9-A16C-CF24D89E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CD5F29-8A05-4A51-86CC-9E112926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8E1A21-51C3-4CE3-A68D-819BBDF1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40689-C700-48C6-8023-54021A86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5D1101-A02B-471C-843B-0BE9081B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7BBD3F-ECFE-45A8-9592-6D47192E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9DCFA0-F560-4A1F-B421-F9837439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116429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A9CBFD-03C0-4379-94F5-018252C0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60DD3-E76A-45F2-82BF-7C0462EE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CF777-E222-40F0-9CE6-59AABEFB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639C35-785E-48AC-BBCC-B60E5B6F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7C580-9855-4B05-B90A-5FD3683D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903acb1f846b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967E0-E2E4-4CE5-B6BD-48FAFE15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730EF-19C2-4FEF-88F4-E08C42B1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92422-498C-4122-9A1D-78734237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C5A2F-A16A-4ADB-9076-81753F79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E953B-79F2-449E-965B-974F61EE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0fa9a7ef84e9c">
            <a:extLst>
              <a:ext uri="{96DAC541-7B7A-43D3-8B79-37D633B846F1}">
                <asvg:svgBlip xmlns:asvg="http://schemas.microsoft.com/office/drawing/2016/SVG/main" r:embed="R7ce910301abc4ee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9A5F4D-EDF9-41D4-8BF7-4E6BAB0F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3C5960-AC3B-4CEA-9606-1C73D25C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AB92D-5523-4862-9D29-13ED4EF9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434E97-875A-41F0-8DA2-E663B6D5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C59F03-954B-4375-BB3E-C8285D39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62A558-4B93-4C03-9C77-8AB4EB33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AAB3E-8651-45BA-8716-86BE0A8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C3C4A9-52E7-4B90-A51D-F80A477D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FAAC88-8898-4E2A-BAC6-989DA7A6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42B60E-C489-42D2-BBA7-7D9B3931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2C69E3-BB58-47B3-B3CF-80C674C8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FBC2D2-E3BD-4429-8D41-2226AD6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6BF578-E7D3-447C-A6D7-C75DB043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10242A-AE5F-407E-B1AF-867F5F4F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1594372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F4FEB2-4020-4C2A-8AAB-116ED1D3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BEAD6-2B51-4235-B635-95BFC3C9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4FC77-62CD-4F74-81DA-1296FBCC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55F6A-EB92-42D1-9677-CF645826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10F94-39B1-46C3-9B05-8089BACC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0366298c948f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BF5EA-56C3-45C1-AAF6-69134CCB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B1C7D-C1A9-4F2A-9CD3-B7C8D6E2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77536-D581-453B-8B79-71E1D6E1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AAF04-5042-40E1-9B06-9C066D9B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0BB59-AED1-478A-8FD3-6FBC8450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25df6c5ee4949">
            <a:extLst>
              <a:ext uri="{96DAC541-7B7A-43D3-8B79-37D633B846F1}">
                <asvg:svgBlip xmlns:asvg="http://schemas.microsoft.com/office/drawing/2016/SVG/main" r:embed="R5679596613b344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D57FE-3305-4EF0-B75A-A81471E2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3E251-30F3-4113-953C-2A36E049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32C55-04A7-470F-A5D9-CB2AFF28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80484-0F32-493E-B52D-47241DFD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88F05D-5BF6-457A-B1E4-0982EB8B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EBCEFF-FBB2-4B27-8AFE-19AB06B9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F36261-46CF-4183-AF60-30F7B857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37A3D-06BC-40B9-A859-60DA91A1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811926-4352-43FC-AAC2-C33866DB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BF377B-47E2-4D0F-B2AA-84ED3EB4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3AA20-FCF5-4542-954F-546C61F3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8BD25E-3695-4F19-B742-F46FADF6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CEAAC6-35A0-4175-A964-3A2BF85E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D8A03F-E556-4E42-BBE1-D34A4BC8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634087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420C5C-7C8D-458A-A410-8655E89C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8AED3-10E9-4D03-BE5D-8374C0E8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C0D1D-8B47-4393-8461-2038C1BE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69A98-8501-41F2-8E9E-3902B38E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C7D89-1E8E-48F9-9F38-D81A2903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d39bd5b2a743b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E60EA-C3E6-4E99-B338-46E9461D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74E59-A0C1-4F1E-A57E-E9219D8E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83F37-EDDF-42C4-B703-32DFFABC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FB5E8-8FF0-4F4C-8075-84F28680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BD0CE-2ACD-4FF0-9335-AD2B199A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831257d1644bc">
            <a:extLst>
              <a:ext uri="{96DAC541-7B7A-43D3-8B79-37D633B846F1}">
                <asvg:svgBlip xmlns:asvg="http://schemas.microsoft.com/office/drawing/2016/SVG/main" r:embed="R7f580e748c9c41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29D629-7FC6-4AC7-8D31-CB29763D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C88FD-5729-449C-BC35-724FCA3E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2FED87-7F4D-4EF8-87ED-C9DA0621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A9EC3-C9C6-4936-8585-8AF3E64D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A55306-F2CA-427E-8171-2013E7DC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82A08-D061-4554-8AD9-DD290B3C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DAF4DB-C72D-4F8D-A659-A55A4F99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0185AF-FD00-4330-B7ED-0072DC85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5C7821-E43A-42C4-8088-9D5ED961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D861A7-E6C8-4C8D-8627-C7B0FDA3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09BB20-55FD-4BAF-9857-D4D888D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508EC8-D652-4EDA-97EA-F8FB92DA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A60F65-83D9-4960-ADB5-B53AF383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0CE51B-86C5-493B-AC70-C4C6ADA8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CF1D95-47B8-436E-88D4-9CF3ED27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68D9E-D802-49A3-A436-E51E6AFB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B69477-3ABC-4505-A2F7-B8B80CEE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234FAF-C85F-4809-B035-66C07C49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34E6EB-9C1F-4A8D-AEFD-27634FC9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7D689B-D58F-43EB-BC03-36D71AD4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689C8B-3B3F-4E16-B427-BB4DACAD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730C74-833B-4FAE-95B6-550BDE46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9099788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8034574-38CC-4B79-A0CA-062139F9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0A179-7D84-4414-9694-52B17BC6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E5AAC-0953-42E9-B92E-C7100C3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C6E61-A2DE-4575-B375-5015DF9A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009CE-DFD3-4E52-8BB7-CFBB0514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386d782264cf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C917A2-F033-4913-8735-43EF5E5A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4A0D58-CF4E-468B-B1E3-C848986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9ED811-7263-4036-88F6-BBDED9DF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7EA4B-12A6-4FCA-B2A4-3F42076B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C3337-37AC-4EC0-8385-FBEE961B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31518-BBCD-4878-9A6E-2E3E23B3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4CBFD-983E-46D4-AD50-D11633C9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FA666-3F6B-48B2-9214-8C694595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334A8D-FF17-453F-9EEA-7740FC39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03BBCA-EE37-4183-B594-4A78AFAD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C5C7D-31B7-4A2D-8FC7-CE201A0E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88943-2185-4E45-ABDD-D0CA0397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90F5C-F22C-48D4-81CB-B053768D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A8A7B-C148-46AC-BE33-E884F5D5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4A83DF-05D7-4120-A33A-6462B33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9F508-F5CB-4766-BA55-DF351D26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84F7B-161D-4A12-8044-6DEB4181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23D930-DB79-4662-A8F2-F5E1F11A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4C5F06-198E-4BCB-B45C-63A2EF85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61508A-E10C-4AF4-A740-C45B3F9A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FE663C-F552-4304-ADD2-529724E0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2AA65A-0323-47C4-A605-B392B858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C5F0DE-D6FB-414D-9FD0-BF3187BD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ADA3B6-BBC2-4BBB-8B03-9B059C36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9E9454-457A-4B41-9A65-4DCCAE4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ED48B0-D516-4FCF-A58A-6258F7CC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F13FD5-23BF-431A-BACB-D94B93EC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364844-25AA-48B6-BF13-EDE7BCAC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63FACD-F8B7-4C8C-B6A0-75F821AC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7CCA2D-1AEA-4108-B7F4-38355F39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7B4F67-A2AF-4D63-B424-B845B977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6A5B5C-FA8B-41C2-98CE-9E8369A6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357862-474F-4141-8E27-91DD0D4F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2F3E51-0F6E-43D7-9211-06631362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D481D2-63FF-4A7E-87E9-D3AEB6F3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B4C43D-8814-491B-A997-06CCDF0A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3DD5C9-C213-4660-B2AF-57210C32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07A05C-3733-4674-83FC-D5F50B3E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67DE8C-2732-41CA-89DA-587CD188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031D62-922B-4338-AD7D-A1ECA0E5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AD71F7-DE39-4284-BE99-ED66924D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7BE22D-1FE7-43FF-BC2D-FE15010D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D7EE8F-CA8F-430E-BC12-98EC7033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30FEEC-DCBB-4F22-8434-0D88CD79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1AA817-8C51-4B95-8152-C8C9134A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B37BA87-6FBF-475B-B2B9-F169FC75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C102B8-37CA-4C5A-BE3D-201629D4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BA3291C-B320-4D04-94EF-549424AD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E05CE4-4F18-4901-B241-10674224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C7CB6E1-1A85-44DF-8596-9E0FBD7F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012D5C-A41D-466E-9507-8D92347C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3D630B-FFCF-482C-B1E4-202CC5AC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61CE4CD-F9BA-4ED6-859D-A9AA1E84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163DFF-722C-4513-9656-C27BCDDF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1881B32-2003-499F-8144-CCA6057C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840219F-DE8A-4B83-9BE5-BADC2FD9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B0EB01A-AE1A-4E23-A44F-07600DA1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19A7F2D-2F0D-462E-813D-1311F6E2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F7FD2AB-5BE7-468E-B8ED-690A20F1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6B58D20-D05C-41D0-96B4-90D45D0C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A1CECB9-7417-462B-9C37-B4C01146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2422B2A-BA3C-4C5A-A437-159731F9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608AEE-86F6-4DCC-9BC7-9CC84BA0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5B0077-D32F-48A2-9855-11E99CAA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FA940C0-5947-49A2-9FFC-BDB02F89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D17BBB9-49A6-414A-964F-F733775E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BF476DE-5F14-43CC-B220-D1D9802C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137BC1C-5D9E-40B4-AC91-9D2DFC21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045EFCE-8349-4892-A42A-374E58E6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DB5FBD9-7DC0-4A4C-9712-FC330FAB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3F5C156-9CA0-4E6C-951B-930BE397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7237565-033F-442E-AA17-EA512940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03AE387-7583-4F42-9431-97D6CD67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0040F13-7A49-46D1-B122-22F07A92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2D4BF91-AF1F-4345-9C31-4C57C40D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F9A1A7C-46F5-415C-904F-8BDAB637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4F9123F-B11C-4108-A144-8156EBFB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A7ED3BF-64F6-484E-A26F-FD84F85A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06B2BC2-9E5B-4DD7-AB2C-A100E9E5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76C4324-64C4-417B-8DC7-BB3D658E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2C26272-E929-483A-8E9B-6E4BC4FC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5AD5AB4-AB11-44AA-AF1B-A29972E7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960A978-01BB-4D52-98D0-3CA4BC09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D204DF2-4C3D-4EAA-9856-C5AB4859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B5EF541-D019-4919-9A72-98F5A824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32B9F45-0584-4AC6-B94C-5CAD38ED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A83B787-34AE-45ED-A78A-1BB6F4AF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D4EED2B-60DD-4F89-9716-DFDF59A7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24F27E7-E4BA-4B68-9BE9-C2299D64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79D8357-3D7F-41BB-82E2-28CF2659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A5B653F-444D-43C7-BB1A-5ED686C3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4E98CDB-7607-4FB1-8C93-B6475545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80F90EE-BE2E-41C4-8A4C-C721A4F7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8B40003-8732-49F0-897B-356E6563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2B1A496-FF62-4688-9F3F-53DD29CC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1097845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3DEE3A3-FFE2-49CB-AB1F-87DB9083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B8EC7-352B-47BC-BECB-A88C9C0B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E41DB-0CF2-4BC9-9B07-83EB5032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09417E-F880-4860-A227-BF68C88F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F8BFF-7D18-4CCE-8EB7-48E83A72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bb05dd9cd412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E7EAC-044F-4B5A-80AD-64A9DAEF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4EB15-CB9C-46E9-B49E-8B100CD0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85054-A899-4916-A2D6-98BCF050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84DB7-6FB1-4A65-A9F9-C8FA1599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FEC92-88D8-4018-95CC-E2FC2471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1780B-4AFE-4067-9867-C79DDAA4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6BC9FE-2D48-4903-85BF-F81F3FCE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575317-38A6-4F42-A7D7-8D4A58AD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52C7A3-1BE5-484E-96A4-811BC7C6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CFFCF-5761-4146-8957-A8FBE209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09144-5C67-4D57-A2E4-E5CC6367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5207F2-621E-4189-8507-F27D8671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46DFD-C3FC-49A5-80D2-2F5BB3B1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1A29DF-8D25-4C5D-BA73-1B441F6C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A6834A-32F4-4CD4-8D19-1452D0D0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8D54D-1B4C-4E51-8624-C9ADC352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D84BBF-961A-4CC5-9B36-1930AC1A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DF42D5-89CB-4889-B847-9E303E51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2B8FF7-D8A2-403B-A0BD-A999F5C0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13E13A-47D8-4608-B6FE-33C91193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5E9632-45E7-4C20-8F3E-DED0E759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88BD6B-1DC3-44FE-B196-A4CD7FB7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699C41-8369-44CF-96AB-94510E8A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1230AE-17F4-4F22-8497-163F5FBA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F76DF0-2D01-48F0-AC1E-F5FFEF8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9A2CBD-1D54-410B-BF0C-2C2D2C14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F0C4F-B05C-4FC1-9229-CE41E536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BB9B0B-E351-4709-97A7-A6AAFFA5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C51514-BB4D-496C-BC0E-818CF6D7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035CEA-7625-4F82-B2BB-9C48D258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196B7D-E98E-4C57-B286-F0020BCE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99D6F7-BED8-43ED-83C1-C1F96328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4F6DCE-8E95-4801-83DC-949FAF1C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55BCE0-D9F4-4C49-B308-8F146688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6C29DC-4EF6-4781-ADB2-891A8145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521DF2-BD09-4D09-B170-ABB78F1D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9AF64C-4450-4B63-8AEC-892FE644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BEFC78-CF96-4C82-9862-FD6D422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3223B8-1F61-4575-BBBF-02D37F80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0E6570-1D0B-4C9D-AECE-D5F6EBB6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96F014-1ACE-4FB4-AFFE-D0AB9148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A11C30-D8DF-4ACF-B433-D89BD870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745E9F-F75D-4316-A1A4-F6153223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D70FC6-5A91-4F54-94F5-CB538255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7325892-C61C-4EF0-8240-190DB396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51C6A6-20D5-4A68-9E61-F966BAFF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4F699D-6E40-4526-93BE-C4497BAE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126E5CC-842C-4A72-9ABA-A179DA34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C69B18F-AB91-4092-8E61-F9AA94D6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49BFF8-58F1-4C0D-8421-064A87FD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AF2124-D0CA-4CD2-8A71-D942C077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11D714-AFA4-443D-A34E-2527A9B1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D6D8993-58A7-4EB4-9330-A64D0301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54A014-D6A3-475E-9CE7-D86120C1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95BA10A-679E-465F-BB7B-93D44574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198EE63-C2A6-4F37-9157-6DF2322C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F57C36-3883-4828-B3B4-ABEB6022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40F796-26AF-4788-8BF0-A518E093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39F9C84-989F-4024-8CB5-5D3AFB5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C34916C-F99B-4816-A91B-C60569AF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28D604-1093-46E3-B258-64C77846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F39EA4A-A500-4FE5-9834-C45F3043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7373C75-B994-4BA7-9295-7A7A874B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FC826CD-36B2-4FBA-AE74-5E873B08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04A19B9-8041-4D95-A935-8AEE96C3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D083EB-DA95-4305-AC46-6B7270A9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BE9675B-3F00-48E0-B6D7-BFB7557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6A7146D-E064-4D08-BB63-7F9E4FCB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2FAA7D-DAE8-4477-A95D-3F0068AA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750933-9B5C-4F24-A623-C3486DC7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9A6F942-B134-4F29-8F03-E0E17A94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9AF928-B161-468D-BC67-650AC478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A25453C-E699-4003-B55A-4B3A8F01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17A75EF-46F9-43AC-8497-F63E6142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E353C20-8AB4-4D3A-BA8C-068B969A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BE9424F-63DA-4E3E-B915-85F14289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9B22FC3-582E-4ADE-B2CB-D6F166AC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19FE06F-BAD3-4750-B0D8-FA390514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C606926-C2E5-4C69-8544-09AB4638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9E2F441-3A24-4247-B849-4623356E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5FFBB61-16AE-490B-94A7-9D5A310A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BC0F46-B5B0-4E37-820C-77AA0D69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F680C3C-33F5-490E-A061-8F6D4876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2163C44-E6F1-47BD-821A-4F5473E0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99D9456-9F6B-4C71-B2C9-D9DB43E1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484DB02-5947-4D12-B521-B4E5994C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D6C63AF-92B2-4655-9F14-8DCF9973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FB76969-364C-4D6C-9B8C-C484C25E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FEBC569-E24A-4E1C-9232-BBE4DB79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61A70DA-2B0C-4711-BF50-1B97271C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BECB118-273C-40EE-B353-3C9E1809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26813A6-3212-4223-B189-D580254D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F28C62D-3566-4198-93DB-2263CD97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A203A25-4F06-4B22-B2DA-F30437D7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188C3CF-9473-4F6F-A4FD-DCB0F5C6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D89A8A5-95BA-48CB-9828-258FBC93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4242913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DD1BDC6-0897-47ED-BA10-3B240A1D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2A666-8DC5-4033-8AC8-4ABB4873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FB74C-CACB-4997-9D8D-F3158C8C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B8E61-1412-40FA-9AE5-E0B8CA0F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FFDD2-346A-41F3-9996-616C9405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6288241c419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86D19-0E9A-46AB-96EA-BC6291F6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E1916-2ED2-43F4-987D-20C71A78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5D16C6-5C1C-4C31-922F-5251D5CF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5A119-2647-4316-B15A-536F2EC2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60197-4B86-4D59-AB48-DDF78C0D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2B5FD-6366-48B4-B734-148538CD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56122-8CE6-47C4-A2DD-43B9957E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95829-FBD8-4BFE-9995-252ED268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31FCB-86E3-43FC-A9B0-1A67347B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BBB979-2892-4D6F-8E71-16FDBF4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934F54-FBCE-4B78-9D7B-5B6E519B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665C7-9B54-4F90-954B-C3DC7A09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3A73C-68D5-46CD-8002-A11E49EA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0C05E-7AC0-420C-8852-39E3F5E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F5DFF5-D0EC-45E5-A1DB-40C89975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F4BFC4-FCFA-4E7E-B5D2-B627FAE6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FA4756-7823-4C79-B7BF-2A59E4D7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42A6D7-7915-4C83-BD64-2E71F419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889FDE-0ED0-40BD-94DB-AD2C27EB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69472A-A28B-4A69-A655-F2699F99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A6E964-386A-4E3B-B252-ABD48C8E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2ACAB9-D153-4ECE-8CA9-B1F95ABB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99BCBD-71F3-4A5E-9E31-828B1D0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5903E7-7B2B-49E9-950E-31B1F481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B5BA8C-13DD-4BBA-8361-B13A9BA5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D15B35-018E-4A3F-A08A-C6AE3E60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E7FC27-D658-4D1B-9F44-B25F4E14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1EF5DC-232B-4AF4-AF36-F3F4963B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00DBC8-3232-4097-9D1D-59C13699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5E6C90-56BD-4222-B5FB-BD658E75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696C2C-AD0B-4ACC-B698-8C81F301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0368B7-13B3-4229-A30E-1CB7CEC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CDB90E-79D6-4409-A09F-5CBF42D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1037A5-7E5A-4977-9B56-29FDA9BD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98DA43-A6F4-426E-B873-14FB4FE5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C2BA94-EC8A-4CE2-A6A2-ADA864FC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8BAB28-B5C7-48A3-A630-E003E980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C1F286-A556-4DAE-A22A-1E448D06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B6C243-629F-4D84-808A-0B855D46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E5200D-42EE-4F78-961F-0AAE29B1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063ACD-12A0-432E-8432-71CCB8B4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1043E2-F9AA-40A9-9960-D7E0A744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9C4B86-BC33-47E1-8C21-9D0A16C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4B8DB6-BEBA-4F35-A4A1-DE162368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622424-202A-466F-A7A9-649C467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988EC1-4F7F-48E9-8BE9-879ACE22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CB153A8-39D1-4EBE-9C33-803442EE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40C2C2-773B-4B62-9116-7CAA28E6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14CE02-09B3-4D3B-BC42-9A23B8FE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0818CB-CEA2-4EF1-8B70-E46DDF86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9F08EC-1F20-45B9-80EB-D160A6AE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7942BF-39BA-4F7D-A90C-88E220F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8C4C318-D538-43FB-BED3-1B085C6B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CC4A5EA-074D-4107-B0E0-84836485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53370F1-D8F0-4B64-B226-D80EE56D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2C6881C-D945-4C5D-B554-2A81FE2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E82FB6-1AF2-4634-A5D1-73DB19A4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2C2FAE8-74C8-40DA-8664-AE50AE2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60D779-CCE5-491D-BD75-A471F89E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8E1D3EE-AA3E-446D-A996-2D79F0CD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1F9AF1E-173E-4015-B790-D79D49AF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030A066-8496-428D-8915-EACE9981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D0E421F-719F-4058-B39F-864397C7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2DC8CF-CAC8-4A92-A5F2-16F988FF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24BC550-8F80-4B14-98D0-0B23D6C1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D4F2950-6E59-4D27-8CCE-092A5451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5A22F0C-FA41-47DD-81A2-439F2117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B01D525-1CF7-43AC-9A19-80225B6B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54C3B1D-AE98-470D-8A8F-9299860E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00F72D4-3006-406B-BEC2-C08BA04D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5CCEA1C-F1C2-48DD-8AD3-35B48220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C0843D4-F0C5-4760-8683-C80BCB70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5E62CF1-7C44-46A3-B7B9-5FAD6CAA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09314A-1C9A-429F-9145-50956A45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7FD7FC6-6326-43EF-8332-635B510F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57D764D-ABA0-4D88-86BE-352486C5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765A7FA-26B1-4981-8BA9-0F38C6CF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410BBB0-828E-4BE2-ACB2-ED3DC00B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F3E7E9C-51B0-431F-913D-49C82EFD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C849E92-C79D-4BF4-BB92-7AAEBE55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694C547-6B0C-4D4F-BBB9-1983B6FC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9CA9CC3-4F40-4409-86C3-32841629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A1DCE95-8EFC-40AF-ABE3-4AEC9C7F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39D19F0-59A5-46B3-818C-F8AA606B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F828029-AB0B-4A14-B3EB-8FBE6F43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A3EB003-A086-4678-8A9E-D756DCFA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246115F-8339-4B74-AED2-E3F27FEC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611931A-6220-42E8-87EF-29D2B4C6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6891AFD-C204-4FC7-91A6-5738F44E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18A82C4-7E7C-48F0-899F-77882658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D11404C-0322-486E-900A-1910D620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066265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2941668-CC3A-4B2C-8724-D9910340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1AF39-8367-4337-8E7B-C05E00AB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2FE6C-2D9A-4D73-BC07-BC8B31E9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48323-D992-40AA-8C7C-3FBD64B1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F3D4C-4491-4C46-A00D-B67417A3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7c324773d4c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CD942-E771-4F76-9C1B-F257FBEE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0EF88-034A-4C10-8194-C948067F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8C60E-6423-49A6-8EF4-48633803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6816A-FA0A-4895-9282-139D42C1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84160-C7B9-4941-AC33-3819A911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E3FD1-57E5-410D-A8CE-BB7B7A11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28E80-6D8F-4913-B2D8-92F01612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C0046-A333-48C4-9D9E-21CC5828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7DB193-7D78-4F8C-A74B-C58A8299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F32A66-DF7B-4919-B76C-5588209A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3843A-08C0-43A8-BAB5-97B74968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1AF301-FF3C-4EBF-AD9E-839A30EC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12A61-D555-491C-A888-F8B1DCEA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B2EE43-68FC-4779-94B2-DC31C6CD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3E8E5-E825-462E-93F4-577E64BB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1812F6-AA1B-426C-8747-3BFF3ABF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45AA1-FE85-4304-AEFD-668DE5EA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1F471-3F54-44FD-BBA5-A4822143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F1A74F-DABB-4015-A10A-7E3CA7DB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C6F249-C82F-4CE9-AB43-9E50975E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5C1564-ACCF-40D9-9880-231D7E3E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0DE88A-AF94-4D58-960F-071A9003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BAF591-F084-42D1-AF10-F5DED822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3F194F-FD80-4FD0-ADBC-6A8D26C3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FFB9D1-B2C8-46A6-BD8A-695B8F0D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68B619-4BB6-4FC6-AC81-539044A1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A6E295-4053-42BC-B284-AF5CB28E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51C12B-6E83-4622-861D-F24FBC7C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FB29E8-9B6C-41AF-A530-190D15F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42888F-FF4A-4916-8254-E233F434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E70144-4106-4D02-B07C-49B39E17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5CF2A8-0687-438B-8DC6-DFC344BA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2ADB22-EA64-4CD9-B29E-6D07E89E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B01318-025A-4CFE-935E-8DFB88BD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0DB7B1-16CF-4A68-BF0C-5978E270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51B8C8-333B-4D40-ABE8-7B7B6CAE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7662BC-3357-4E6D-B54F-B609F91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CC432F-83E9-48F4-98FB-1D5233F4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53C858-C687-40F2-8166-CC233A6C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72205F9-E793-46F8-A721-5DAD9526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759D6A-2D80-44D3-8CB5-F7AFF607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FCF901-995F-49F4-9F8F-9F81F04F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F88220-6F83-4158-85C2-3454AB1C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AE12C2-C664-4738-B82A-EB779B9F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D09D55-927D-419E-9FB4-7C88597E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BDFDD7-1BAA-460A-AE2C-134400C4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86234BD-4D75-4792-8B08-7450EF28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EDCDE7E-0B94-4770-B62A-400462FD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F1647B-47A8-49FF-8170-842ED4AB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06D19F-4688-4B92-8B74-227A46CD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3D70D2D-99A8-4AF3-A0FF-D5972632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6BE5A24-BFF1-440F-BFB8-D6772822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056FC89-EAF1-4CE3-A300-8E2E381F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B798DC6-AB98-4C4B-B2DF-F7668074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5946A7-27AF-4CB5-9BDC-315893D6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552C82C-F82E-4C45-A7E7-39C5F22D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2EDB8F-CC5E-4FA1-8B42-0C69CAEE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38D6D68-0CE9-4A81-AB8F-85C2E98F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82EC4F0-DADE-48B2-AD16-DE1FD74D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5948F2-B870-4DBC-8933-ABF98807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DAB0205-0F6B-472A-A98F-9885A23A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AF58BFD-A703-4ECE-AA0E-7C799B6E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BED8C2A-3FC7-467C-B971-A488B0BB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07863F-156B-4333-8AC6-47F4F3E5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0A41762-2549-4901-8E01-C71BF14E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DFF41D1-4A26-4D7D-B50E-23CD3F8E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AF26859-B1A5-471A-A318-96C64A33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FA490A5-809F-48AF-938E-E3603C7C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500F380-6902-4063-AB13-FFE1B450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A399736-69CE-483F-BC3A-87EEEFEF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7C420F4-D576-4E42-8BBE-C418C198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0C381CB-FF1B-4710-B98E-B9C0CF6B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1188E9-0B3F-4D22-B553-AE41DE8D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EFC966F-5C86-44AB-8F35-B62C5284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C325A9-A007-41F4-A22C-1F0C7D8E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59CC0D6-69E2-4DDA-B09F-3EBCB154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6EE4EFD-2671-4527-A61D-D2D0F846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21D4E7B-692D-47FE-A8CF-EC9B18FA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3C4F06B-C037-4954-A233-38BF34F1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58FE244-9015-4F4E-A095-9FF09581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DC4CCDD-9302-4888-9FA9-68291634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980F8A9-15AA-459C-B072-E4A46BF0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DDCC28A-B873-4AA9-BB1C-1CE3D42F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81F6547-8E66-4E5D-9007-50F990EF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CAD778-7490-4B73-BD4C-300AC86F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491A435-E0F3-4E83-85CE-EB64390C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8AAA80C-AE02-45A6-944F-94218F15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7CB3C90-01CC-40B0-853F-2ABAA027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5CD5603-D460-4945-ACAA-001EA169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A55E179-1990-4A8F-B6B3-09090D4F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D216F3E-5EA6-4222-AE46-043F5F18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B1D598B-1E18-4B59-B46F-FE4F0290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13CFC23-7120-4661-A8A8-7876DC1F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E2708BA-1C53-49B9-A69E-227CA5CE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805602-2423-4703-BB57-B3B22387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1482775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FD2B44-5775-47C8-BAC7-8273F39B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EC80B-7081-4962-8610-1934C47E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D97E2-4226-4DB0-A83E-D4270E88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0317B-3839-4F04-B555-D805A36A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7EB58-0D3D-47BC-A893-96C9047D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4477cb13e436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40205-41F8-47BF-8866-A2069A5A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53D5E2-1592-49A7-91DC-C878976D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2F8E5-AFC5-4B65-B8F6-5EB2439F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C30E2-C4DA-4508-B50A-9C36207B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14C0A-C61D-43EE-AC91-8DBE5DF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0A6F7-A858-4ED8-8C5B-E3EC2E57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75AA2-9EA4-4371-86B1-8206D76D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E42E1-01D4-416D-94EF-618086DB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8DA2DD-87C4-4047-97A4-A2F07C2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8A9E3-89AC-4ECE-98B6-ABFC98ED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2DA93-B7C3-4AD0-B79E-891E957F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7C897D-21B0-4353-8AAF-CF64DE27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7B7356-F2AF-4AD3-8716-24B80FD4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66653-21CA-47D3-BF7E-D457CE23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F7B81-D228-4289-B772-660A9B2E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BBE92E-E555-41BF-8099-C13069BA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1E95D1-131C-4450-A861-FDC79DA6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2CFD3-E6EE-4B38-9578-E9D9905F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C2F4F-4534-4D6E-B9C4-3D61BE09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6A4DA-06E2-4A20-A8AA-62EC7C21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E3041D-D0E9-4D75-A0AC-0D229D20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DED5EB-9FCE-4E4A-8A6B-C4080F49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C42D42-90CF-4E72-8E87-9EB09B6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56966B-3E1E-442A-AFA1-CAACE1C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3D492C-7B96-4041-99B2-6D279CEE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286E9D-902E-4959-A44B-FCD4EF48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411A3B-EBF4-4039-98B6-A30BF33E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543BA1-8E5E-4777-81A7-9E4CE358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89C126-0E7D-43C9-8860-396FED16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09F18C-88BB-423B-B689-97BD9E70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47147-7BC7-4F3B-9FE1-B572F854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8BE381-4905-4D0F-8A71-6F2504F9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CC3739-CDBC-4D8D-8779-CFF81314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3B90AC-7021-40EE-883B-6A59ADD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08FDC0-03EC-4A14-89D5-94CB467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DC5B59-BE6F-4448-9E4C-EE0B92BB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62E460-7ABF-4B78-87EF-576D434B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C8CFDE-81E3-4DA6-B99F-7B6B6887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8BB259-6C55-4DA8-901E-D5700875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8E702F-5F35-4F13-AF8B-E390B7B6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BEA6E4-3B67-44FA-9DDD-59E20824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8A3FCE-56B0-46AC-90B2-0397BD31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752C69-9368-45A4-B112-B24E7D53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D3DC85-B14F-4DB2-903B-0B0A7B92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7F5849-620F-4B0A-947F-D65DA989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43ABFE-D920-44FE-8B53-3EABD2B4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2E9470-9D29-4863-A4D1-6E0D905D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D12656-D2C8-4B55-A319-A14AAC1E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A7CEBEA-6D34-4A80-B551-0836FB64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3E4AFC6-1A43-4DCB-9DC7-7C503632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31356A-34C4-42DC-BFB9-CFC5619A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E36271A-9B9D-4DCE-B2B0-07AA501C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0A5715A-A1AA-4153-A4E7-44DC1621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A8131A-D871-4093-B740-ABB17535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A44AD40-10B7-4850-A5B6-D7C4150D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1352A75-92FD-40F9-B483-74749DB3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3540A2C-5A6F-4C6F-8B0C-AE1AE9CE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645C1C9-6148-4AFD-9D50-C760710D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CE75B6-0229-4318-AED8-0B2A9D1C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313681B-077A-4F78-A3F0-7AF23330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38CFDC9-80EE-4AA6-8793-1BC6CC3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AA6E52-3810-49B3-B070-1D701B10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B99D21-1EDE-454E-BCDE-1DB267E1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0D73FE7-A00B-4888-80C1-DDB5647E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C5683E9-F94D-4A75-B721-64737EA5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880403B-2468-49F3-87CD-CD05AF67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9091FD-5A29-40CF-BD20-EEB2849C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14F8FE9-7672-4B81-9394-F46CD1BB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EA6066F-ECB3-491F-947C-98BD1EC9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2BF77D4-5E03-4B33-95D3-BB2D7171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403771B-FBE4-4056-8FAF-DF42B882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7602A41-7D67-48FD-9B82-72430AC1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68A2E49-E066-4F75-A431-340E4CA2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CFE1803-0622-4F58-9299-14C12750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2109D3B-0E22-4587-BE85-C353D16C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5B33E87-FE3C-45F6-9095-15B8533A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8B66600-025A-4AA4-B1B9-A07D963E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4C6CF45-B378-47F0-9CDF-92D31FE7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45D32E5-8E1A-49FA-BA09-5CC4799C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FF53135-4638-4F22-AD27-7C95C533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D6452A0-0825-4410-B466-BF45ADD1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17AACCD-68B9-4FBD-B590-655B39C5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EBB7EA3-2AEE-473B-97B4-95AB62E3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DDE03C3-4005-4FC8-BE45-A8A55E46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3FB81B9-4DD3-4D5E-A55A-C106B50F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FF3EBD5-5F05-4363-839F-8BE03B7E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D79E989-2C5D-4787-8245-CE2B1840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E32F599-31FE-4EE8-93C5-33E96D61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89FA0A2-28AC-4091-8F35-BD946114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378553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504D17D-6E40-4D7D-89F5-C6BCDEF0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5CDBB-D87C-40B2-B8DA-7DB1C2E5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ADCA7-510F-42B5-B670-314805FC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033A7-FD08-4257-9174-DC86C846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73BDF-520B-4779-907D-0D1D3EB1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dcea218ba44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CD581-7A34-424D-8BB1-8C454DF9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06742-3E16-479C-AA46-82319C2F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52B05-7A50-4F8A-B065-2D67E6E8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50D8F5-0352-4EE9-B7AE-524BB6AD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89A85-10DD-450B-8676-83B20529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81BDA-8E5C-4E31-87AD-E5CB389A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ECD79-3213-484D-9363-508CB625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00810-8A50-4459-902C-FBFEC332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3ABA1-A48C-4F84-BAA6-91394791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6B1407-B42A-499A-98B9-1DF7F96B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E2A16-DB79-4DDC-B232-4B119F36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B6B25-8084-4673-870C-B230A6EB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FC8CFE-F527-4375-B25E-49650803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9FBEA0-A102-4186-89CB-A3735EA7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47B024-AD8E-43AA-8D2A-4556EFDA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BDDC94-D635-4F9A-AE32-EF7B76EE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12964-DF51-49D3-8181-A74FD87E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FA62B6-1C68-4B86-A174-0EC61AF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A65713-6AFA-4851-8A75-0C3603AC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31027A-37F6-430C-9990-76978028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5BA0D-0AC8-47AC-A67D-CE7D0E42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4A6A97-877C-482A-84BA-701AD3B3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FECCAA-C408-4694-8994-A86630E0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3A34F9-A179-4BBB-8945-D061DD1E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08282A-5D4A-4792-AD6F-E88627C9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9D9D1B-3343-47F8-AC34-B52D794C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BCD501-33F6-4754-90B2-3B34E0E4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7E753A-8A88-4FC9-83FB-DFC60E57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C13B22-9970-4C4A-8858-61B01ED1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7DDC23-3F9A-4FF5-92FD-A1DBE8FC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62C63E-C562-4C77-98FE-C0F1D3B8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BDF169-BCFD-4226-82B1-49984293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AEACCF-4DE7-4A85-B86F-2563443F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12E745-4BA9-4BA2-BFC7-826435A1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8C4AD3-0CA6-432A-BE37-6071FBF7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2E92B6-EA47-44A3-8DDE-AEE44EBE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76AD46-DC6D-4A38-A9D1-CF671829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BB2E1D-3348-4ACE-B8D8-584336D5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61D154-FB09-4D3C-A4A3-A55BC8A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D07061-AC13-4C83-82C5-C4FB92C4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7FE647-09D2-42C8-BD75-2FA0AB52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058354-E92E-4AE6-9BF5-F219FD52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0FEC107-FC79-4C84-875A-187C8D6D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9A38DA-E704-4435-B8B3-E415F4B8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82EEE6-2C71-47B0-AD64-A6652769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305755B-272B-4AC9-A7AF-843B54EC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D13A078-3532-4013-AAC2-393B4D42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97277D2-E398-4CD2-8ED7-8D0FFA5A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513F8A-8513-40D5-A3E1-F9FC508F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90B7CA8-9AEC-41B0-8DB3-6AE5909A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2FCC1E6-60F6-437D-9B78-25C78A22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74EDE3-B286-4B08-A551-9B150B50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B2168B-B538-4470-9FD5-74C53C67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A02FEB-3F39-4073-BD36-E89B6271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099D8D-A957-44D8-8B21-BA640795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A5A386C-323E-48D7-ADDB-D1BC3CC4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3498D57-6F99-442A-97FC-30088303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E0E144-8518-45CC-95A3-E586BC9F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3B9379-35CC-4C49-87CF-77528C1B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B7D9BA-A994-4C23-AAD7-41FF1B06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FDB37B-7663-410F-ACBC-CE4EA17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5110945-E4E0-4E61-AA65-4B9F1AEA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025C30-BF74-4554-B2A9-9455D5F7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80F9B6C-C42E-474A-8153-090F2380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62B75F3-B923-498F-AE91-99A3320C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8513106-A07C-4EC5-B1E4-BE3ACD21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C836F82-BE23-47F1-BFDE-E83127A5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7B1A0E8-C769-437F-8522-EAC0ED39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E2F35A5-4091-4822-88EE-DC8ABB9D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734153-9275-4152-8D95-A9B05E8E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4FCAA14-C454-47EC-933C-0B066EB1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0762A91-A76C-4A32-8565-2647963F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B8D3638-26EE-4589-B04C-41AE831E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CD88147-464C-4B58-9BAF-E07DA123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954C0D2-62F7-4D50-A3A2-221D9F39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BDBB79F-9878-40F9-BC68-3A7393D9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5D53A6A-27B7-4E80-AFBE-F44D6B1E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6A9B551-78A8-442F-81A6-7A3B07E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CE78DAD-B71D-4A2C-99BF-279842B8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AB1197C-64F1-4212-8389-4EE2094A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34D0EF7-1457-48EC-9E46-48FC20D7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41A3FF-B1D9-4702-BA92-E0D9D8CE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B486C6F-9A2D-48CC-B3CB-1E7774FF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44463A0-DCC6-420A-95D0-CD7213B9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2F82B55-A0A7-4EB5-AD1F-083681A2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ED90863-CB38-4A96-B9DE-17452DED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2C63A9E-A9CE-45A4-9726-83476E6F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642AFB5-8EB8-49F5-8E22-1680AC8B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A159AA3-29F0-4675-8772-B4825097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6F388A8-64E2-4628-BE42-D92DE595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17CA91C-8AE3-4862-9A34-A1622A0B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C8A7E08-2CED-4415-BBFD-CB8EBCB1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C6FA55D-96BD-4544-86E1-6F190580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2C2771A-E37A-4B5F-BA8A-B2DA82E4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E2A416C-A8C7-4144-A721-C81DE4D6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1F29A10-3956-4D1E-B872-B4C09AD2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FB08124-1039-4749-96DA-A68E1168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B1C8869-F618-40EF-8DFF-043D1C03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1F7E5E4-5045-40FB-87C3-34DF22DA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3065920-41E8-4B43-81C9-F3AD2825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0536D8D-3FF0-4B24-9BAB-3E8F5A56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45A5004-0A83-40DC-8D67-052CA345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8875F24-B47C-4C72-9032-455D966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C21A4D-75F9-43E7-9F64-08C4E6A4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E6C98D7-E284-486D-B98D-80A9FC2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06A0B1A-93F7-4CD3-A647-D7FE0D61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579F0BF-81E1-4C9E-9EBB-20A074B4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8993776-6BBD-4BBB-A4A4-C0D35442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7550CD2-FE5E-4699-9EC1-B734053C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9F54CCE-CE36-4B9D-928E-ECCAA7F4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0153B01-3BA5-4561-8387-E5F6459E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2061E4F-A1A1-4D32-A670-240151A5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1D5BC8-D0AA-47E2-8369-33CBE917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02301F4-1673-4A6F-A6B1-9E86766A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B0F5B35-A02E-42CA-8F15-2A407F4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AB17071-52CD-42EF-B72B-DEAC34AE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4B26944-D65A-47ED-BAD7-1B6DFB25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073E173-56EF-4805-9D2C-C8159D34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7BA54AC-F184-41B4-B3C0-4C27037D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83F5A69-8A50-4AA9-8B17-2784EDC0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2CF164F-E207-4AD5-A627-54C11473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84448CB-5397-4CDA-AA4B-DA3034A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4FAAFAA-12FD-45A9-ACF0-7EA5AAFE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EAF2926-EA60-4BB5-83A4-C67F1521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5CC8502-1296-48CC-A64A-AAFFDA73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CAF4987-7E62-4114-8E30-48FE54C2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C8EEAD8-FB0C-4224-855A-8C3679C8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9F4C271-B3CE-4E3A-A2CD-DFD10ED6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8164373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B9925-FFF2-497A-9B2E-4424E550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09C1C2-4DEF-48CF-B01C-B1FFFF83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C2287-3D04-43E5-9561-19ED8622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3A6BC-3934-4A5F-8D04-9958B21C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72ad2a937452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AA570-C847-4E2F-A642-A5BD07DA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ECE85B-816C-4451-8C8B-E16A611F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86d1282494dc5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65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2026-08-25T03:46:58.5330000Z</dcterms:created>
  <dcterms:modified xsi:type="dcterms:W3CDTF">2026-08-25T03:46:58.5330000Z</dcterms:modified>
</coreProperties>
</file>