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8c884a8d224242" /><Relationship Type="http://schemas.openxmlformats.org/officeDocument/2006/relationships/extended-properties" Target="/docProps/app.xml" Id="Rfdbaa5d9cd894f21" /><Relationship Type="http://schemas.openxmlformats.org/officeDocument/2006/relationships/officeDocument" Target="/ppt/presentation.xml" Id="R079abea7eb094c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436f536dc14545"/>
  </p:sldMasterIdLst>
  <p:notesMasterIdLst>
    <p:notesMasterId xmlns:r="http://schemas.openxmlformats.org/officeDocument/2006/relationships" r:id="R3f3ee90e50f24cdc"/>
  </p:notesMasterIdLst>
  <p:sldIdLst>
    <p:sldId xmlns:r="http://schemas.openxmlformats.org/officeDocument/2006/relationships" id="256" r:id="Rbbc8acc54c7247d1"/>
    <p:sldId xmlns:r="http://schemas.openxmlformats.org/officeDocument/2006/relationships" id="257" r:id="Rbcb7366e3e9a4948"/>
    <p:sldId xmlns:r="http://schemas.openxmlformats.org/officeDocument/2006/relationships" id="258" r:id="Rb17e42e49e4c4de2"/>
    <p:sldId xmlns:r="http://schemas.openxmlformats.org/officeDocument/2006/relationships" id="259" r:id="R95ac6d10ed4446ab"/>
    <p:sldId xmlns:r="http://schemas.openxmlformats.org/officeDocument/2006/relationships" id="260" r:id="Rb9fe272eaef04087"/>
    <p:sldId xmlns:r="http://schemas.openxmlformats.org/officeDocument/2006/relationships" id="261" r:id="R47bef620771247fd"/>
    <p:sldId xmlns:r="http://schemas.openxmlformats.org/officeDocument/2006/relationships" id="262" r:id="R29c5390c0d5c4224"/>
    <p:sldId xmlns:r="http://schemas.openxmlformats.org/officeDocument/2006/relationships" id="263" r:id="Ra57da3c186a344ee"/>
    <p:sldId xmlns:r="http://schemas.openxmlformats.org/officeDocument/2006/relationships" id="264" r:id="R69d2ac007c5049f7"/>
    <p:sldId xmlns:r="http://schemas.openxmlformats.org/officeDocument/2006/relationships" id="265" r:id="Rb17e566ffef3440e"/>
    <p:sldId xmlns:r="http://schemas.openxmlformats.org/officeDocument/2006/relationships" id="266" r:id="R13c480737b934a6a"/>
    <p:sldId xmlns:r="http://schemas.openxmlformats.org/officeDocument/2006/relationships" id="267" r:id="R31335fec92554adf"/>
    <p:sldId xmlns:r="http://schemas.openxmlformats.org/officeDocument/2006/relationships" id="268" r:id="R247fa836764246e1"/>
    <p:sldId xmlns:r="http://schemas.openxmlformats.org/officeDocument/2006/relationships" id="269" r:id="R4b1895462e1e457e"/>
    <p:sldId xmlns:r="http://schemas.openxmlformats.org/officeDocument/2006/relationships" id="270" r:id="Rff8a4732294046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af9b779ccd4de9" /><Relationship Type="http://schemas.openxmlformats.org/officeDocument/2006/relationships/slideMaster" Target="/ppt/slideMasters/slideMaster1.xml" Id="Ra4436f536dc14545" /><Relationship Type="http://schemas.openxmlformats.org/officeDocument/2006/relationships/notesMaster" Target="/ppt/notesMasters/notesMaster1.xml" Id="R3f3ee90e50f24cdc" /><Relationship Type="http://schemas.openxmlformats.org/officeDocument/2006/relationships/presProps" Target="/ppt/presProps.xml" Id="R6e9bd732554e4412" /><Relationship Type="http://schemas.openxmlformats.org/officeDocument/2006/relationships/tableStyles" Target="/ppt/tableStyles.xml" Id="R3aec4080b23745a0" /><Relationship Type="http://schemas.openxmlformats.org/officeDocument/2006/relationships/slide" Target="/ppt/slides/slide1.xml" Id="Rbbc8acc54c7247d1" /><Relationship Type="http://schemas.openxmlformats.org/officeDocument/2006/relationships/slide" Target="/ppt/slides/slide2.xml" Id="Rbcb7366e3e9a4948" /><Relationship Type="http://schemas.openxmlformats.org/officeDocument/2006/relationships/slide" Target="/ppt/slides/slide3.xml" Id="Rb17e42e49e4c4de2" /><Relationship Type="http://schemas.openxmlformats.org/officeDocument/2006/relationships/slide" Target="/ppt/slides/slide4.xml" Id="R95ac6d10ed4446ab" /><Relationship Type="http://schemas.openxmlformats.org/officeDocument/2006/relationships/slide" Target="/ppt/slides/slide5.xml" Id="Rb9fe272eaef04087" /><Relationship Type="http://schemas.openxmlformats.org/officeDocument/2006/relationships/slide" Target="/ppt/slides/slide6.xml" Id="R47bef620771247fd" /><Relationship Type="http://schemas.openxmlformats.org/officeDocument/2006/relationships/slide" Target="/ppt/slides/slide7.xml" Id="R29c5390c0d5c4224" /><Relationship Type="http://schemas.openxmlformats.org/officeDocument/2006/relationships/slide" Target="/ppt/slides/slide8.xml" Id="Ra57da3c186a344ee" /><Relationship Type="http://schemas.openxmlformats.org/officeDocument/2006/relationships/slide" Target="/ppt/slides/slide9.xml" Id="R69d2ac007c5049f7" /><Relationship Type="http://schemas.openxmlformats.org/officeDocument/2006/relationships/slide" Target="/ppt/slides/slide10.xml" Id="Rb17e566ffef3440e" /><Relationship Type="http://schemas.openxmlformats.org/officeDocument/2006/relationships/slide" Target="/ppt/slides/slide11.xml" Id="R13c480737b934a6a" /><Relationship Type="http://schemas.openxmlformats.org/officeDocument/2006/relationships/slide" Target="/ppt/slides/slide12.xml" Id="R31335fec92554adf" /><Relationship Type="http://schemas.openxmlformats.org/officeDocument/2006/relationships/slide" Target="/ppt/slides/slide13.xml" Id="R247fa836764246e1" /><Relationship Type="http://schemas.openxmlformats.org/officeDocument/2006/relationships/slide" Target="/ppt/slides/slide14.xml" Id="R4b1895462e1e457e" /><Relationship Type="http://schemas.openxmlformats.org/officeDocument/2006/relationships/slide" Target="/ppt/slides/slide15.xml" Id="Rff8a4732294046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fce46a075d48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51ac2c20414195" /><Relationship Type="http://schemas.openxmlformats.org/officeDocument/2006/relationships/notesMaster" Target="/ppt/notesMasters/notesMaster1.xml" Id="R0318fd87149949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f3176f5d8a47d7" /><Relationship Type="http://schemas.openxmlformats.org/officeDocument/2006/relationships/notesMaster" Target="/ppt/notesMasters/notesMaster1.xml" Id="R0efd5c4a029241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8e91f4fa784552" /><Relationship Type="http://schemas.openxmlformats.org/officeDocument/2006/relationships/notesMaster" Target="/ppt/notesMasters/notesMaster1.xml" Id="Ra3278727342e4a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aca17f912e4b9f" /><Relationship Type="http://schemas.openxmlformats.org/officeDocument/2006/relationships/notesMaster" Target="/ppt/notesMasters/notesMaster1.xml" Id="Ref375e59f7cf4f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9fab7227dc4cfa" /><Relationship Type="http://schemas.openxmlformats.org/officeDocument/2006/relationships/notesMaster" Target="/ppt/notesMasters/notesMaster1.xml" Id="R2ab576b68a1245e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8297e9b6d654852" /><Relationship Type="http://schemas.openxmlformats.org/officeDocument/2006/relationships/notesMaster" Target="/ppt/notesMasters/notesMaster1.xml" Id="Rd046aa60c9fb45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e7c926079b4891" /><Relationship Type="http://schemas.openxmlformats.org/officeDocument/2006/relationships/notesMaster" Target="/ppt/notesMasters/notesMaster1.xml" Id="Rdd357afc6b854a6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6cb1ed2f1d846f6" /><Relationship Type="http://schemas.openxmlformats.org/officeDocument/2006/relationships/notesMaster" Target="/ppt/notesMasters/notesMaster1.xml" Id="Ra9ee9786227a43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f0b52919ba84c19" /><Relationship Type="http://schemas.openxmlformats.org/officeDocument/2006/relationships/notesMaster" Target="/ppt/notesMasters/notesMaster1.xml" Id="Rd25b8e09648c4c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34fd09874694e5d" /><Relationship Type="http://schemas.openxmlformats.org/officeDocument/2006/relationships/notesMaster" Target="/ppt/notesMasters/notesMaster1.xml" Id="R1bfa618197ee48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5a773f643d74ca6" /><Relationship Type="http://schemas.openxmlformats.org/officeDocument/2006/relationships/notesMaster" Target="/ppt/notesMasters/notesMaster1.xml" Id="Ra328a1498f304e7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f344f35f23e46a2" /><Relationship Type="http://schemas.openxmlformats.org/officeDocument/2006/relationships/notesMaster" Target="/ppt/notesMasters/notesMaster1.xml" Id="Rb8ccd9fbc7af4bd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e00283e7e147a2" /><Relationship Type="http://schemas.openxmlformats.org/officeDocument/2006/relationships/notesMaster" Target="/ppt/notesMasters/notesMaster1.xml" Id="Rae789ef4fa5642b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c4da9bf0ed4061" /><Relationship Type="http://schemas.openxmlformats.org/officeDocument/2006/relationships/notesMaster" Target="/ppt/notesMasters/notesMaster1.xml" Id="Rc085d34dca73448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88aabc4c1846cd" /><Relationship Type="http://schemas.openxmlformats.org/officeDocument/2006/relationships/notesMaster" Target="/ppt/notesMasters/notesMaster1.xml" Id="Ra0ee0cafdb664f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dd50fad2a242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367e67aa2e24fa7" /><Relationship Type="http://schemas.openxmlformats.org/officeDocument/2006/relationships/slideLayout" Target="/ppt/slideLayouts/slideLayout1.xml" Id="R7826fffa7e474a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26fffa7e474a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886cb69c1049a8" /><Relationship Type="http://schemas.openxmlformats.org/officeDocument/2006/relationships/image" Target="/ppt/media/image.png" Id="Rccb86166c4e34b5b" /><Relationship Type="http://schemas.openxmlformats.org/officeDocument/2006/relationships/image" Target="/ppt/media/image2.png" Id="R124de3c2a0044d13" /><Relationship Type="http://schemas.openxmlformats.org/officeDocument/2006/relationships/notesSlide" Target="/ppt/notesSlides/notesSlide1.xml" Id="R9088f0b2d38f4e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338168a4044af" /><Relationship Type="http://schemas.openxmlformats.org/officeDocument/2006/relationships/image" Target="/ppt/media/image3.png" Id="Rac1536b7ce114d2b" /><Relationship Type="http://schemas.openxmlformats.org/officeDocument/2006/relationships/notesSlide" Target="/ppt/notesSlides/notesSlide2.xml" Id="R179c270021fa49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d9b7712284b54" /><Relationship Type="http://schemas.openxmlformats.org/officeDocument/2006/relationships/image" Target="/ppt/media/image4.png" Id="R2af1705cbe8942f7" /><Relationship Type="http://schemas.openxmlformats.org/officeDocument/2006/relationships/image" Target="/ppt/media/image5.png" Id="R8c177ce758344d21" /><Relationship Type="http://schemas.openxmlformats.org/officeDocument/2006/relationships/image" Target="/ppt/media/image.svg" Id="R5ef460a09a504757" /><Relationship Type="http://schemas.openxmlformats.org/officeDocument/2006/relationships/notesSlide" Target="/ppt/notesSlides/notesSlide3.xml" Id="R24c30ecb657944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ace91e04947e8" /><Relationship Type="http://schemas.openxmlformats.org/officeDocument/2006/relationships/image" Target="/ppt/media/image6.png" Id="R4f8f0b91811d4fc3" /><Relationship Type="http://schemas.openxmlformats.org/officeDocument/2006/relationships/image" Target="/ppt/media/image7.png" Id="R15c0d85f998e40b3" /><Relationship Type="http://schemas.openxmlformats.org/officeDocument/2006/relationships/image" Target="/ppt/media/image2.svg" Id="Rebc25ea115d84a74" /><Relationship Type="http://schemas.openxmlformats.org/officeDocument/2006/relationships/notesSlide" Target="/ppt/notesSlides/notesSlide4.xml" Id="R33f3231a892a45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3172110b94a7d" /><Relationship Type="http://schemas.openxmlformats.org/officeDocument/2006/relationships/image" Target="/ppt/media/image8.png" Id="Ra9c641d412dd41a8" /><Relationship Type="http://schemas.openxmlformats.org/officeDocument/2006/relationships/image" Target="/ppt/media/image9.png" Id="Re08f8b5e20fc4c55" /><Relationship Type="http://schemas.openxmlformats.org/officeDocument/2006/relationships/image" Target="/ppt/media/image3.svg" Id="R28762b3783eb42d0" /><Relationship Type="http://schemas.openxmlformats.org/officeDocument/2006/relationships/notesSlide" Target="/ppt/notesSlides/notesSlide5.xml" Id="Rbd181446cae346c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e383b9ce3c4c91" /><Relationship Type="http://schemas.openxmlformats.org/officeDocument/2006/relationships/image" Target="/ppt/media/image10.png" Id="R3966feb000ec46d8" /><Relationship Type="http://schemas.openxmlformats.org/officeDocument/2006/relationships/image" Target="/ppt/media/image11.png" Id="R8e3efda0ddcb46a1" /><Relationship Type="http://schemas.openxmlformats.org/officeDocument/2006/relationships/image" Target="/ppt/media/image4.svg" Id="R3f43128f419c469e" /><Relationship Type="http://schemas.openxmlformats.org/officeDocument/2006/relationships/notesSlide" Target="/ppt/notesSlides/notesSlide6.xml" Id="R55702816a2f84d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e342bd6b04012" /><Relationship Type="http://schemas.openxmlformats.org/officeDocument/2006/relationships/image" Target="/ppt/media/image12.png" Id="Rd698ce6f088d4f1e" /><Relationship Type="http://schemas.openxmlformats.org/officeDocument/2006/relationships/image" Target="/ppt/media/image13.png" Id="R471066bfb3a44120" /><Relationship Type="http://schemas.openxmlformats.org/officeDocument/2006/relationships/image" Target="/ppt/media/image5.svg" Id="Rc0e0887ceb9c487b" /><Relationship Type="http://schemas.openxmlformats.org/officeDocument/2006/relationships/notesSlide" Target="/ppt/notesSlides/notesSlide7.xml" Id="Re1c2267142584d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eefa7eb33435d" /><Relationship Type="http://schemas.openxmlformats.org/officeDocument/2006/relationships/image" Target="/ppt/media/image14.png" Id="R3a1c16a629884ac6" /><Relationship Type="http://schemas.openxmlformats.org/officeDocument/2006/relationships/image" Target="/ppt/media/image15.png" Id="R67504f3d30774acd" /><Relationship Type="http://schemas.openxmlformats.org/officeDocument/2006/relationships/image" Target="/ppt/media/image6.svg" Id="Rfc1c457014744b62" /><Relationship Type="http://schemas.openxmlformats.org/officeDocument/2006/relationships/notesSlide" Target="/ppt/notesSlides/notesSlide8.xml" Id="Rd5a6b531a08a49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5bbefcb504661" /><Relationship Type="http://schemas.openxmlformats.org/officeDocument/2006/relationships/image" Target="/ppt/media/image16.png" Id="R55b68cea8ef24d57" /><Relationship Type="http://schemas.openxmlformats.org/officeDocument/2006/relationships/notesSlide" Target="/ppt/notesSlides/notesSlide9.xml" Id="R8ca65c45c334420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9fa424ed043e8" /><Relationship Type="http://schemas.openxmlformats.org/officeDocument/2006/relationships/image" Target="/ppt/media/image17.png" Id="Rb4a1e2832a25435a" /><Relationship Type="http://schemas.openxmlformats.org/officeDocument/2006/relationships/notesSlide" Target="/ppt/notesSlides/notesSlide10.xml" Id="R6aee1f9543834e4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751d6d99641ce" /><Relationship Type="http://schemas.openxmlformats.org/officeDocument/2006/relationships/image" Target="/ppt/media/image18.png" Id="R837d63bdf3d2432f" /><Relationship Type="http://schemas.openxmlformats.org/officeDocument/2006/relationships/notesSlide" Target="/ppt/notesSlides/notesSlide11.xml" Id="Rc1bc798fbba94e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543bec909f414d" /><Relationship Type="http://schemas.openxmlformats.org/officeDocument/2006/relationships/image" Target="/ppt/media/image19.png" Id="R92cda35394af482a" /><Relationship Type="http://schemas.openxmlformats.org/officeDocument/2006/relationships/notesSlide" Target="/ppt/notesSlides/notesSlide12.xml" Id="R18577b59f4954f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38dbd56824be7" /><Relationship Type="http://schemas.openxmlformats.org/officeDocument/2006/relationships/image" Target="/ppt/media/image20.png" Id="R841c2989fdc8492c" /><Relationship Type="http://schemas.openxmlformats.org/officeDocument/2006/relationships/notesSlide" Target="/ppt/notesSlides/notesSlide13.xml" Id="R5b906a972e3c458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1f509fa6e4d1f" /><Relationship Type="http://schemas.openxmlformats.org/officeDocument/2006/relationships/image" Target="/ppt/media/image21.png" Id="R159888bdc6db4775" /><Relationship Type="http://schemas.openxmlformats.org/officeDocument/2006/relationships/notesSlide" Target="/ppt/notesSlides/notesSlide14.xml" Id="R6c2503934b654af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2fc32a11f94f97" /><Relationship Type="http://schemas.openxmlformats.org/officeDocument/2006/relationships/image" Target="/ppt/media/image22.png" Id="R53ad822deec44395" /><Relationship Type="http://schemas.openxmlformats.org/officeDocument/2006/relationships/image" Target="/ppt/media/image23.png" Id="R2e719c06126a4a3c" /><Relationship Type="http://schemas.openxmlformats.org/officeDocument/2006/relationships/notesSlide" Target="/ppt/notesSlides/notesSlide15.xml" Id="R28d7066209f341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294A8F-13A6-4DE5-B2C5-77E58689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B718D-D61D-4E8C-9813-725B3484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9A4AC-4826-4930-964C-53BCE2AD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86166c4e34b5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A0F0B-D490-4C64-879A-BA93CBBFB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A535FE-7AEE-475D-A24F-DCB93838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4de3c2a0044d13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10C65-A908-4391-970F-7460B61D0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D3EC2-C59D-4677-BF4A-388A98A26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5E6BB"/>
                </a:solidFill>
              </a:defRPr>
            </a:pPr>
            <a:r>
              <a:rPr sz="900" b="1">
                <a:solidFill>
                  <a:srgbClr val="35E6BB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D73EA-C691-4203-B512-968C9CAB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2FAF9"/>
                </a:solidFill>
              </a:defRPr>
            </a:pPr>
            <a:r>
              <a:rPr sz="3900" b="1">
                <a:solidFill>
                  <a:srgbClr val="F2FAF9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984EB-E77E-44D2-886C-D139675E8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58955-374A-4DFE-B9F9-F709F983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CB4291-35D5-44E0-A040-C3D7B4C2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F91FEF-1F92-41CB-BA2C-0EBDCC2E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6480EC-3B5E-4323-B10B-73D53D63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3659B2-B0FD-4E0D-A437-6F506B95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CBDBDD"/>
                </a:solidFill>
              </a:defRPr>
            </a:pPr>
            <a:r>
              <a:rPr sz="1275" b="1">
                <a:solidFill>
                  <a:srgbClr val="CBDBDD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993646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4F2200-7F28-4FAC-928E-6653DA31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385DAB-36C1-4CC4-9210-9D27313F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DE46E1-61D8-4B40-AD76-07031F191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208F82-7750-436C-9EF3-A39D8D65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341CB0-F1BE-4485-A69E-D16C47643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1536b7ce114d2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36394-AD06-4C19-ACF3-9DAFCF1D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E97F30-A840-4AF4-9A75-D0B142B64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63960A-B96F-4A12-AD89-82792C4C6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DDA14-C67D-4A37-9D5B-8424926D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4A5F61-2429-4296-BE2B-E7FB8E29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B361C-0784-4F0D-A187-F7FC3F13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231BD-94E1-476E-A792-F962B310C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4F66F-33FF-49E9-8934-2A45FDB4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2B440-9B29-40F6-B066-135CAC6A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765E9-3580-4312-86AC-B69BE9C6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573986-8F71-44F2-877D-29AA5FB9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AD1BC7-1DB5-45ED-AC82-E16C103B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C19E81-13EA-4AC3-B03F-87A4E333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1F214C-6ACB-4F31-9428-591129E0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193B93-3385-4C31-AE7E-4EC3A6C55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D1590E-2757-4F4B-8689-B40C66F4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7A0AF-0586-46AE-A32B-9DB38B45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0C683C-2489-4BA6-B301-5CFDCE32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E7EC57-5010-4B64-B499-93790997B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DBF787-A019-407B-8762-CB1E23B2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D5010-9832-428D-9499-ABEB3287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FE62B5-337E-419B-A905-FBFA31B8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440B49-5D63-43E6-AA54-F3D275B57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4B7B77-0C20-4591-9E0E-457422D0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43735CA-4E9B-4A7C-BDAE-2232CA09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757DC8-2271-4147-B913-C65DCFD2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87FF6E-E937-4C2D-A3CB-F528E1C7F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7796E3-6846-4AA5-BC3E-1A0194EDB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4C8B63-44DB-4F56-A402-14F33C5CD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C96D2B-B87B-40A1-9303-4D7CDF8E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B8BD57-5FCA-475F-8193-86744EC8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734F697-958A-46AB-9A9C-99AC638AB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9076B40-0E4A-4B26-9555-F60BA5A57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4184D0-F26D-427A-971C-86CE3C58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FAF9"/>
                </a:solidFill>
              </a:defRPr>
            </a:pPr>
            <a:r>
              <a:rPr sz="1425" b="1">
                <a:solidFill>
                  <a:srgbClr val="F2FAF9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062CDBA-1E0E-4B6E-B705-58C43992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5E7880"/>
                </a:solidFill>
              </a:defRPr>
            </a:pPr>
            <a:r>
              <a:rPr sz="1013">
                <a:solidFill>
                  <a:srgbClr val="5E7880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14972346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49E1827-DD23-4B8A-B1E6-F772E955F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B15326-68CE-4745-A253-A98BCB18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3BA4AC-5826-4854-B58C-288DD8F3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4CEFF-66A7-4AB2-9E07-48158CC2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2A51C1-1222-404F-834F-3F9F3641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f1705cbe8942f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510C6-23BF-4633-AD94-B0D191075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1B0C7B-A11F-4B25-A126-ED8AF5EB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79D49-A36F-493D-96C2-CA73A35A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2FAF9"/>
                </a:solidFill>
              </a:defRPr>
            </a:pPr>
            <a:r>
              <a:rPr sz="2400" b="1">
                <a:solidFill>
                  <a:srgbClr val="F2FAF9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46375D-6735-4779-BE25-CF3FE2CA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CBDBDD"/>
                </a:solidFill>
              </a:defRPr>
            </a:pPr>
            <a:r>
              <a:rPr sz="1200">
                <a:solidFill>
                  <a:srgbClr val="CBDBDD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4EA4E5-F168-48C4-A7C8-C2252ABCD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5EF646-ADB0-472B-B501-F59E1B1B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EA3213-B887-493D-B17D-A0CD286CD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DCA1F5-6B91-4BB9-89B0-D815CDCF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6781F-93A6-4BFD-9AB7-0F69AF52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EEE797-4A30-46DE-AF06-372DC269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B3B779-3700-4CE3-83E1-4D3186ABA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16A0D7-B519-44B5-A5A0-0F7E26E08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492B9F-DB49-46DA-A4BC-DA4CC7F28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77A007-4824-4D5C-9CD5-B23205B4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F2AD3D-2CDA-4CB4-B542-673E22A6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B9856F-C6FC-47F3-BE55-A62F6923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B19B7E-D58D-450B-86C3-9DA4A94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E7C410-F7DD-4898-94A3-AB1FDD21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4C9DFF"/>
                </a:solidFill>
              </a:defRPr>
            </a:pPr>
            <a:r>
              <a:rPr sz="1950" b="1">
                <a:solidFill>
                  <a:srgbClr val="4C9DFF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BB1B49-9A8C-492A-8C87-54DBBF01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CAC79E-BE85-4C0F-99C3-BD64FB4BF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30E758-2307-4270-A184-89C1F0785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F86FA1-95C1-4D8F-A74B-4D6B8C65B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F5430C-5B8E-4017-BF69-6BCDC53D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D5D1B3D-D5E7-4FC2-87FD-2A09F1B2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B74D"/>
                </a:solidFill>
              </a:defRPr>
            </a:pPr>
            <a:r>
              <a:rPr sz="1950" b="1">
                <a:solidFill>
                  <a:srgbClr val="FFB74D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26ECA82-9A2F-42EC-A91F-63D045A25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E3C4E5-B1F9-494F-8FAA-24A7F378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7712B8-33C7-482A-9C9C-1C73F46E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F4EF52C-D8A2-4C94-8EC4-40C4C1DC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5E1E7A-FE55-426D-A314-DBB173DDA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106B79F-8C17-4B0E-9280-B0C125D9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5E6BB"/>
                </a:solidFill>
              </a:defRPr>
            </a:pPr>
            <a:r>
              <a:rPr sz="1950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A1BDAB-1BCA-450F-A32A-FD8617B0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177ce758344d21">
            <a:extLst>
              <a:ext uri="{96DAC541-7B7A-43D3-8B79-37D633B846F1}">
                <asvg:svgBlip xmlns:asvg="http://schemas.microsoft.com/office/drawing/2016/SVG/main" r:embed="R5ef460a09a50475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FAB6E6-15F6-427B-B73E-6F47F5BB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CED5B38-D1B2-4880-8A5E-D1348113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E4B5DB-5A95-4CB0-BD54-5BD0A793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E3A4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1231BD-D4A0-4134-BD28-21CDF9D6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528AC05-4638-4AF4-B190-E2814DEB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4EB4D8-1DE4-412D-8C41-1C549B91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D67DFC-83CE-495C-AF20-0A815CD2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3526BD2-5913-4BF4-884F-5AF2907D4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1F49F5-FF12-4174-A780-CD98558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856485-5E5D-4789-A021-DEDDFEA6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AFE1F67-8063-462E-8042-33D515EC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43D481B-D11B-4EED-AA16-24C83892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241399A-42BD-4A3A-AD34-B7ADCDC2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D2EBF37-6669-4012-A8B1-DCE30C21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8EF4882-4DFC-48B5-9994-2CFF25DE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300DF88-596A-41AA-92C5-D500AE9E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BE2E34C-FFAA-4EE2-8845-83EFA4DC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9A77662-0731-4C00-881D-B2EE2003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9B7A025-9FF4-4EF5-B4E0-08B98027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5631F6C-7C5A-4DA5-9929-0B0DFA4F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1DC267C-1354-4415-8E6B-63622474E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8A84421-B475-407C-A07E-84FAA71E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67E0D60-EB43-4DFA-BB29-A142C36E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4E5F02-D1CF-4C38-92F0-6FCA67BF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241F458-F524-41F7-AA8B-B19CD933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5C372A-EE1D-4F1B-AC1A-DDC1629C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FFB74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41DC8C7-FD92-4117-BD20-051C16D9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FFB74D"/>
                </a:solidFill>
              </a:defRPr>
            </a:pPr>
            <a:r>
              <a:rPr sz="675" b="1">
                <a:solidFill>
                  <a:srgbClr val="FFB74D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27ECDC-CE31-442F-AB20-1E448922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FB74D"/>
                </a:solidFill>
              </a:defRPr>
            </a:pPr>
            <a:r>
              <a:rPr sz="1425" b="1">
                <a:solidFill>
                  <a:srgbClr val="FFB74D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02B032F-3501-47E8-BB1B-DC83C8046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4D0433-1A91-4EC4-834B-1FF07403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40A10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D4F088-FAE6-4D17-A843-D31C57DCC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BEDC68B-3AB6-4083-A47F-9DCE7327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B48E616-1474-4FB2-80F7-C7162CCAB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5AAB2AA-404E-4A46-9E80-7FD89A5C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35E6B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915C0A7-D88D-45F7-AADB-C7511DA7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35E6BB"/>
                </a:solidFill>
              </a:defRPr>
            </a:pPr>
            <a:r>
              <a:rPr sz="675" b="1">
                <a:solidFill>
                  <a:srgbClr val="35E6BB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6A8D8D4-22E8-4228-9039-0A2EB609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35E6BB"/>
                </a:solidFill>
              </a:defRPr>
            </a:pPr>
            <a:r>
              <a:rPr sz="1425" b="1">
                <a:solidFill>
                  <a:srgbClr val="35E6BB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7EB067C-2329-4757-97A7-08C57D53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20365166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3100AC-EF90-4024-8DED-3350BBDE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13CB3-24F3-4052-A941-1ADC7799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7818AD-CE5C-4534-824F-190DEBDFE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4D9846-5A8A-4F3B-9F3F-88F017FC1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188764-2E80-4DE3-9A65-1C34EC23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8f0b91811d4fc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A3F99-CCAF-42D4-9A99-9C5FEFBE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71B76A-DB68-498D-B558-C6FE33F5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DAC73-30E1-4A24-BD03-E9A5C049B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4212C8-6E47-4904-96EF-E35EA767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1659ED-E085-4A9B-9FDD-55AB3689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c0d85f998e40b3">
            <a:extLst>
              <a:ext uri="{96DAC541-7B7A-43D3-8B79-37D633B846F1}">
                <asvg:svgBlip xmlns:asvg="http://schemas.microsoft.com/office/drawing/2016/SVG/main" r:embed="Rebc25ea115d84a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34A345-586D-4ED1-8C9A-22704AA50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5847F9-621A-434A-B298-2DE1779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7BEC2-EB9D-4244-82D8-AA6E7BA5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4C9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464A49-28DB-43EF-AA4B-9F353F8C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F64D4-4AA6-4BA0-8D82-13256005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424989-3405-4770-B644-ADB000B32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BF11CC-D8BE-413D-BC9C-C1CC3764E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FFB74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2E6349-FDE4-456D-92CE-6833F7D4C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68526-518B-444B-AA34-73BE9E69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639FBB-0F87-47E9-9283-0DB22E49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58D9BB-8919-4575-8C0F-DF6A318E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1E4F47-4E3E-437B-A77C-3E030C71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7E9938-6AD8-4DFD-BBDF-2711B539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FC84EE-7C91-4A6D-989E-CA86C0F37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B55416-D4BE-4223-A04B-3CA9C808E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DC116E-F20E-4251-A260-6EA4769A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08CD0B-1859-4347-BA2D-D4A0F184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94915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E5B330-304C-4749-A2D6-0F21CC20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54883-CC33-4747-9436-62EFE68B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EEC46-BA20-49C0-AA65-D57A7D38C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F0AB79-E246-4413-B79B-962CD6F4F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FFC1A9-9CD0-4EBC-92FE-4CFAAB14A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c641d412dd41a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AEF293-6A1C-4EB3-A500-A51923C5E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2E5F5-1D43-4166-B4FD-407A57C7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F2AF24-7104-44D3-A14B-B3E626E2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A990A-A4BC-4698-85E0-9390629D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78367F-0474-4688-A708-8266BAFFE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8f8b5e20fc4c55">
            <a:extLst>
              <a:ext uri="{96DAC541-7B7A-43D3-8B79-37D633B846F1}">
                <asvg:svgBlip xmlns:asvg="http://schemas.microsoft.com/office/drawing/2016/SVG/main" r:embed="R28762b3783eb42d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0AD3E7-D79D-4910-BC66-71475F50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3E3661-4F04-4C2D-AC50-3AC883AC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26B8D8-51C7-4813-AE71-1CF5A1C7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F04B7B-F78B-4359-AC50-1BFE6AC4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C45019-F95C-479F-ACAF-15C3CC2F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76DCEC-AC8D-47F5-B4E1-1F9D20354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294758-151D-4FD0-82B3-2524FC23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20DDC7-6409-4FE5-A43E-8D4426F1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08C2B8-AE63-433B-AE79-5BDDA053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A59FB0-6D19-4648-90BB-DAE3D1B9F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070070-76C2-4F9F-8710-14433ACF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4F9CA5-E5CD-4D90-BA5B-11703871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7CFD5AC-84C8-4BC8-BCBD-138AFC18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22FFBA-4347-4FA6-8A15-A9958193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5A2BA2-4F7E-4275-A01B-90763371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68D520-B67F-4A3C-9737-E7284A02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114A46-08A8-492A-953C-0CDE0C85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AAF7AD-2F9B-46D2-9F82-8626FE213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7367A1-EDE5-48D4-A262-F33B70AEB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E7D100-886B-4916-889F-04A33AFA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59554885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C7CE33-8BFF-48C3-BC49-0C016462A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A48D2C-1FCA-4533-9863-F4D90C90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7186F-A766-442C-9CBC-D4BE3153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B1C2F-BF39-494D-8FA1-0A7D529C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447472-CDE9-4938-B8D0-F6D7C591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6feb000ec46d8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78B7E5-1B9B-4052-9C17-018A0A50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140ED8-DD60-4AB8-917B-BF973B3CA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4EEAB8-3F9E-4399-AB70-16F43C5A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9AA96B-8BFE-449C-857A-5E9A1CDA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967699-6FEC-42FB-94F4-AF1FC805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3efda0ddcb46a1">
            <a:extLst>
              <a:ext uri="{96DAC541-7B7A-43D3-8B79-37D633B846F1}">
                <asvg:svgBlip xmlns:asvg="http://schemas.microsoft.com/office/drawing/2016/SVG/main" r:embed="R3f43128f419c469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0376AA-4635-411E-BDC2-930B5A5C9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B18622-583D-47E5-875C-49E338966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A63A08-28F1-43BB-BA24-3CB17F98D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2BED53-D2A3-4E23-BEFB-69429C3D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839049-265E-424E-A2C6-ADDA52E4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41A31-FDE5-4B64-9C1D-201EDC0A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6AB1EF-FF05-48A2-B7EF-6CAEA301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D6B685-1146-4D71-80E5-E93445F4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B5E08-8B84-4DA9-A80B-A7BE81F7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D0E967-A9D2-467B-A451-17ADC125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CC843D-A5F7-4D70-9EFE-52D4565E4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26E439-1E85-463A-9229-36A642B0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723D98-69F5-4892-B859-1031B5D5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AE885B-E155-4E96-B810-A5284C51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4408106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DE5329-3D6A-4D5D-82C3-1480BA25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73EF4-52A7-4FDD-B549-24A8E4C03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28140B-0E4E-4DE3-96BA-A7930A3C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718B5D-4432-44F8-86A6-131679419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9BF1B0-5204-422B-9298-9CCD635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98ce6f088d4f1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FA306-85EE-42EA-93F4-2B040BAC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0CD76-2306-4466-B75A-85933CAF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699E28-B79D-47C1-87AB-71D5C8D9A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C7F453-03FC-45B2-B4F3-A494BFAF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86D48D-7F6F-4A3B-B20D-A9AE3EF0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066bfb3a44120">
            <a:extLst>
              <a:ext uri="{96DAC541-7B7A-43D3-8B79-37D633B846F1}">
                <asvg:svgBlip xmlns:asvg="http://schemas.microsoft.com/office/drawing/2016/SVG/main" r:embed="Rc0e0887ceb9c487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FC17A0-2C13-46C1-93D9-2A6247C0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FEDCD5-7190-45E8-8FDC-CA36A696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45C908-A58D-44C2-B653-065511CEA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B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DD132A-F963-40B0-A4C7-A212462D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90FF0-DAAA-46F1-B525-5E43D464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8C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431765-981B-46F1-8C9F-2DC45964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61923F-16FB-40DC-90D6-E4BD9DF25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5E7880"/>
                </a:solidFill>
              </a:defRPr>
            </a:pPr>
            <a:r>
              <a:rPr sz="863">
                <a:solidFill>
                  <a:srgbClr val="5E7880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2E441-CFD2-40EF-9183-78C8D2F36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A8C8A-13E8-4783-8276-ED69FE5A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D9FEE6-51DA-4485-8033-B6F42CF7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5E6BB"/>
                </a:solidFill>
              </a:defRPr>
            </a:pPr>
            <a:r>
              <a:rPr sz="1350" b="1">
                <a:solidFill>
                  <a:srgbClr val="35E6BB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8C4CE5-B6C3-481B-BB9B-7B56ED5A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985D71-8AE8-446D-BC9B-395612CD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CBDBDD"/>
                </a:solidFill>
              </a:defRPr>
            </a:pPr>
            <a:r>
              <a:rPr sz="1350" b="1">
                <a:solidFill>
                  <a:srgbClr val="CBDBDD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2BD00-3605-45DE-A14B-53959067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E7880"/>
                </a:solidFill>
              </a:defRPr>
            </a:pPr>
            <a:r>
              <a:rPr sz="825" b="1">
                <a:solidFill>
                  <a:srgbClr val="5E7880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E450AC-CCC2-47A5-A6A5-7089521F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FAF9"/>
                </a:solidFill>
              </a:defRPr>
            </a:pPr>
            <a:r>
              <a:rPr sz="1350" b="1">
                <a:solidFill>
                  <a:srgbClr val="F2FAF9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4709462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F4ECDE2-2F1A-440D-94B5-26A026278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676284-0BBF-4F11-9D4A-C509AACD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C3877-32F5-4A74-9345-392E35B1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1B8497-AFD2-4202-BAA2-37459C4A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8F3ED7-6B7C-4C0A-B499-2005BB9C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c16a629884ac6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24604-62C1-4330-9652-DB11C74E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04E1F9-345D-45FB-9058-3673053E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21B26-7ECE-4ECE-B3F1-661B8449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E9313-82BA-4BE3-B992-77F1EE34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4E52E4-E38A-4C18-BAAF-D8A07A78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0C1C24"/>
              </a:gs>
              <a:gs pos="100000">
                <a:srgbClr val="06121A"/>
              </a:gs>
            </a:gsLst>
            <a:lin/>
          </a:gradFill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04f3d30774acd">
            <a:extLst>
              <a:ext uri="{96DAC541-7B7A-43D3-8B79-37D633B846F1}">
                <asvg:svgBlip xmlns:asvg="http://schemas.microsoft.com/office/drawing/2016/SVG/main" r:embed="Rfc1c457014744b62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CC23B-B3A7-481E-B291-863AEA5E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E1FBB5-BF54-4234-8941-D72701C8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1B1124-AE5C-44EA-9B82-4368A8F1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A45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D012FC-A5F7-40C6-81D9-4D20102B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188A9D-0FF1-48ED-ABCF-EF94B765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A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FB93F3-AD96-4BF9-B0F7-DDBEFC40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FB3B81-9E2C-4F83-91AA-489686AE0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3C94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B8CC00-1305-40A9-93F5-364939A6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78EE9F-702F-454D-BDF6-A6AE73435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4B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1F91E6-4BFF-433D-8720-D7B0937B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491972-B7E4-4CA9-8047-0F3A79D46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CD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5BF5C3-2EBE-46D9-B63F-7C3836A9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709EFC-8B5B-4F7E-A641-87C8E00E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7F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11614C-B24B-4F19-A568-0DE94EA8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4F7DE9-35E5-4189-92E4-E20FCCD0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A2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AFB596-EC73-465B-A394-72FC5FB6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E58C06-E631-4616-AA2E-3E6B96CCF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8A9E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C47169-1F6B-4B9D-9267-8F467F75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30EF37-71D5-4E28-9F24-12E1048F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8AA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B1C7D6-2275-405C-A0FC-5361802B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ABFEF7-6FB2-4369-BB22-1436A766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B8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E95676-D227-4C1E-9CB0-580BB0501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8CA5AB"/>
                </a:solidFill>
              </a:defRPr>
            </a:pPr>
            <a:r>
              <a:rPr sz="975">
                <a:solidFill>
                  <a:srgbClr val="8CA5AB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11363324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4E60088E-A78C-4E46-9A27-4A684D949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654936-425D-4B53-8B99-EFE5F66B9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D75EF6-A293-4E73-8EA7-46214A984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793AE-5685-4C3E-A4BD-9998918A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333D-E1AC-4040-822D-44CDBB98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68cea8ef24d57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23D49E-8A2B-4C23-8B91-F0BCED0F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BCD7CD-A921-4706-8B8B-D29E4BD3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92971-50A5-4A4D-B52A-31B1CDF1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E4348B-C069-42FE-91A8-1B4E93EF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545FBC-F8BD-4B87-82ED-8FD10E42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33253C-0D7E-46F0-9821-D90ABB8E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3C92E-F6D4-4E48-8D26-CC0CEA76A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0AFDE8-FF27-4F64-93C1-911C960FE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C8505C-881A-4E1D-8E9D-20E11662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A00856-0A04-4194-8BE7-1D0D0C90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483381-3280-4EAD-B159-B57E12256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88EA4C-945C-45B0-B557-9EBCB6C2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99666F-E7D1-465D-A176-B74BE578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597C9E-7B6C-456F-B632-BE05CEC5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A669BA-3074-4A5A-A77E-CEC2B915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0E5C5-C612-4CF3-898F-E6B3C42A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A9EE92-30E2-4322-86E0-C76BC3A4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14A949-5164-4926-B23D-87F44536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160E7F-56CE-4928-9799-91062E9A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BC517A-A22F-4100-971C-F5101C83C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E449C3-8579-4A85-842A-7A31E4F2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7F6309-96CE-4E69-9A84-3A455F94E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767A15-3D3A-4D3E-AFAD-878DDD3DD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1260D0-7CDB-47BC-A6FB-D1BFC080E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A8AD0F-9A94-4F9F-BC83-4CB903C5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61E7CE-FD27-47F3-80AC-A9CA63E1C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019B950-6C22-43D1-93D8-B6A4F916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932F7B-09FB-4629-B9F9-FF9B5ECB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D2E30C-470A-452C-A1FA-F8501FD05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24A235F-85B1-4845-9C68-A5CF6D8A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1E8579E-9342-44AE-81C7-74659024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4DB8CF-BD9B-4B9B-A492-4C3BAA2A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623F712-F7DE-4E96-8B28-3C0420A1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962BE82-4223-4C1A-BA8E-9DAED60B7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0257CA-1DF6-41C5-A2E4-88B8020E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BA69B6E-26EB-442D-B59D-8B3233302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E5F910-C6B3-4A81-B00B-2663319AB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71A0253-453F-478F-8E2C-DB17A5F7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940DD4-9064-4544-8EBF-681D1D4B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615DDD-C597-4B06-87B1-B0D53FD4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0FDC0EF-3A5C-4129-82E3-C8D5ED12C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7F6975C-AB26-42A3-A41B-7DC1B43B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E49361E-F94B-4FD2-84A6-9459149DB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0AD51E8-F294-43E0-91CE-3111D35F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41B54EE-85E6-459A-B344-3A2D36F9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51500C-CBAC-4DF1-92A9-CDF1392B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711A437-F480-4ED3-8D19-77EB031D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064FDE-D7E6-4BA6-9C49-80FCBADC8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8F73C8-E2DB-4B4B-9407-CA9056CA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4306B7-C268-45BB-BDBF-3A4BF370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9B21A96-12B5-4C44-A22B-4BEBB01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9C966AD-C123-42C1-9F6B-50A04F6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0EDA43D-C517-48DD-B95B-42AE4EA64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49CB78F-5BF2-4F0F-8540-D6E0105A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DBEB251-4114-4A24-BCE8-AF942FF51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FF7B622-8BA9-4EE6-A91A-E798CB8D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FC46CF3-552D-4CE0-9607-8AA4F91D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FF994E7-9E7F-4770-9E89-CAAB9B1CF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B2413AC-73FD-4C90-A665-8107AD570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39134A8-3E08-410C-ACC4-3072FB6E5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B69A406-12CD-46DB-A4A7-2FA754D1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FB049C19-EE6B-4686-AA4A-95242902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87FEB3F-2651-4322-B49D-4F86D76C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EB718FF-8FA2-4365-9081-24F07F8D7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487A662-A814-4BE4-8C60-018D5CBF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9DD30B7-EC89-4195-98AA-3F9021C5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BDD5F9E-FE29-4C4D-A04F-485E2C98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17F381-3285-4004-A6AF-FF8E4B9F0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172ACF3-27CB-47C3-9EC3-D69DCC08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5211B8E-6E79-4C9C-BAFE-0BD21655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676776F-765A-4569-A5EC-6A1DE9524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DA98BCD-BA4F-4C6B-8FC5-45658E0D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E52D4A1-86A3-4690-AD79-9ED8AE20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47CA93C-84CA-46C1-BA63-1BBEFE63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6582492-F516-4164-A851-043A3E01B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E78C4C5-998E-4B54-B155-A780A59D9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442F185-F984-4D88-939E-5A42E162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C798B97-F64A-4612-9D07-809BC8DE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C09FBF0-9A9F-46B9-BB05-D4507CFB2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839B191-7BA9-47A8-B8FB-21C4C53AC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FFE12AD4-CC50-4657-B6D1-47104542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540E77B3-5B64-4BC8-BC7C-CDEF7D47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705189C-A7F7-4206-BE71-36DD3228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9743E31-C52C-45D0-AB52-5568C6D7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84A95BB-A31F-4EEE-9ADC-40DB73A61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8F462A2-B484-4D8B-826E-8BE62E1A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7E8560CB-A108-4FE6-9BCD-71BE1C50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55ADADE4-004F-4219-A125-A9219CB79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7904647-B93C-4D02-94D6-F9DA289AF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16DB5E0F-A2DB-4D03-962F-09C88FA6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A321253-353F-4506-8D5B-E679DA55A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33793AC8-1F29-48D5-8205-2ADB91A9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78A5331-54D3-418F-B379-158E50B1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BEAF40E-7F20-4AAE-A553-523704864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3D107B3-7D7D-406D-AF05-5EB161FC9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3178233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89190797-6393-4743-9FAB-3F686CEE3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93DF5-F155-4718-9F63-B94898B3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528E49-9725-45A5-AAF0-63386F46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363D7C-A28C-45D0-912D-41A8BDCB9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684AB9-21BB-499C-A0C1-F97456C86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1e2832a25435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12B9A-A3FF-4FC9-A5F0-7F91F4AB8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94C13C-5D13-4D98-B37F-569A65FF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4EF5C4-1E34-4E89-9EF9-A0CD1EBD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B52DD-AD7D-4496-887E-DDDDC77A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D68578-6EC8-4048-A4BF-383D3485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ED13FB-D2E0-4E80-B991-20BC4647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2E2DF-A6E7-41F3-BB14-EB2E5217F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578A8-CF12-4E9F-8AC1-B28B980C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50E5E-D26D-4E60-93AF-B0593241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ED1F8D-1C2F-4E81-89C5-B8C3DFC0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1242C1-88C6-49C7-9650-88FC35B3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81E3D2-C266-42C5-BB98-0FD629D32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5F0A98-5E8C-4281-8C63-B530BCBCB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934FA-14D5-4A6F-AFAB-3AE5177A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26EBD8-2EC9-413D-95DC-ED3087E5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223E21-B1BF-402B-AFFC-D68E8FC9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7CDCE0-6599-4550-A092-C7A1DDB9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26DFA0-9D49-44A5-9DEA-A3409271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0696F5-8C35-4D3E-A3CC-FEE75E04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574A7D-6A6B-4F4A-BD99-0A5EA9D2F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E2ED22-90A8-452E-8416-53E5F9372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B14816-30F4-427C-BC14-830FAA88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47F798-893D-4B54-AD45-A88B2567F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082632-BFD4-45E3-9F9C-233B8E1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061023-A1F7-4732-A89C-33494987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7DE510-BA6C-48E9-A6DF-DE378008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F7D822-743E-4B4A-996E-F8C8F7BF0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CECA73-07C7-4A1C-B4A7-C7B769D98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9D8AD3-F051-48A9-AD06-108C01F1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C688BB-B3FE-403A-8FD9-4FD98D70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7E23D2-7676-4EA4-A292-CCAC13AD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C6A863B-21A8-4D27-9FA1-E40257E0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FC8DCF-7D91-4FFE-A661-1D83E593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B1DD8E-38FB-42A4-B563-690C62BE2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6127931-AF3E-4805-AB70-7B1C5C2C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008431C-07E0-468F-B79B-65719BCDE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198856-F983-4CA7-B801-A3B37234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B49465B-55B6-4800-8C73-9172D2EC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69D25AC-D266-4D92-8345-41223C8B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8B3E7C-6D71-4706-83E7-6235EC846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13A6EA7-72C2-45B3-8830-B4A7E516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5F8D20A-00C5-4A26-80C1-466E0A84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7EB31B-8B0F-4630-8830-C8B0715CB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21DCED7-AF67-4852-83AA-4BA04DB0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FEAEEC-D7FA-44AD-A904-3B4D6B1D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ACB1660-6E62-443E-A9F2-F31195A6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54E26-5225-4E37-ADDF-C321D318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E6F299-097E-4EF0-814E-BC160D6E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4A47338-4C21-4A76-9DAE-54A1720E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E85E829-3052-40F3-9145-0EAEB67D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41926A6-E950-497E-87B1-79FCFA0D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ECA5A52-E831-441E-98DF-300695069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F83FE67-BF03-4016-A48C-9E23FD6A8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1E18794-1DB2-4ADD-9BE4-583693340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1EA9926-7CD3-4DAF-AA15-9454CA29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D8E89B8-6997-4E2F-8B0E-57DFAA8B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FD70FD4-85A5-47AC-AD0B-33FC5DBF5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4B939A2-78A2-4217-A49C-EE4CD3B8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0EEDEC4-64ED-458B-A026-83EC68D9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B1E2BF8-8BFD-46F9-BBBC-F4FC8BBF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6A48A1E-4047-4B75-8B3D-13F2C11E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D395CE-4E80-48BF-98B4-9F4FE4FE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DE9A27A-24AB-45C4-8E6A-872167A96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05E7511-0430-446A-A7FA-F456E0DA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BF4E990-8B77-4876-8D27-02076BC56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0D243FF-FA85-4007-8540-E07CC0B0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5E26E8D-CDD0-44AD-AD31-1EA9C04AC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CF89476-7119-4FAF-9606-4F5E8147A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B54B512-0467-4CF0-A8C0-50896839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332C8E0-E485-412E-BB7D-08996D55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8B24942-D0AB-451A-A4B1-5DF99466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DDF90E2-72C7-43FA-868E-5E5DE7B3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9EFCD2A-4397-4C06-AC50-9E1C26EA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4BFC78C-4072-418E-BABB-45A27530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A162617-534E-48E1-8196-A55DE016A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D8EABC5-210B-407C-82B5-182F630A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983F984-D6CE-4F73-94E1-D1C30C88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F4EBA60-9B6A-411D-96DB-1C4FE84BF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44992B41-2D55-43E1-ABC9-66CD5E07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B0C3315-F04D-42F7-878F-F4E8030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09BFF7C-2013-4BC1-B05F-C9A28F5D1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812F188-ACB2-4351-91F0-D0938040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747A9D5-F7CA-4219-AB0D-A205891B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9637E45-5A6B-413E-B91C-12855BD8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78024E9-583F-4700-AE57-12EC4EB0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2AB712D-A613-4428-872B-C58DB1C4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C160FF9-28A8-4A97-B795-C058DC3F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E91DD58-5E64-4514-9FBA-57488B5D3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0C415D4-0D71-4957-8619-92FCB029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9A5E7032-2F1D-4E4D-B8A3-ADDC06F8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4D5EA4C-3920-4D46-B8A4-76E6A573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092C9EED-424B-4B3C-89E8-DE809B1F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FFE61A1-4E65-4918-B39F-E786B9F6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976485E-977E-4027-97E7-B0740DCA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D6D66620-71D4-4DC7-ACE9-0035EF1A6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68077D4-656E-4010-B37B-2E2639B1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2492384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4616139B-BB42-4FE1-923E-19EC51D6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2C65A5-7679-46FF-95C8-FCB80847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E33CA-A2A3-4BFB-AC26-B67129E60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73B631-2A33-4CAE-AFE3-FBD7CBDD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D0BC1-3EBD-4E8F-9885-790F40AF9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d63bdf3d2432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0F52C1-658C-44AD-AB81-5F45CAD1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EF03F0-2EB9-44D6-BD61-10F05520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81C9EB-3AE2-4522-9411-031342B7B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2AB08-9BF7-4594-B6A0-49B3C410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4DC301-A476-437F-893B-468C4CA6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BE3039-48AA-4DC4-9D7C-E81E7CE3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01C52A-2CA5-4D03-A396-1A8D2ABEC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313E5-3517-48A5-89A3-D9DD6FEC4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3BB4DF-E708-498A-9759-3658806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AEC3F-0481-4C25-A42B-F90A54A7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5C7E11-446B-49C1-AD0E-279E080F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AF9694-E153-4371-8456-20430B26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A1CBF1-70F2-4BD6-8862-F792F85FA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A6657-AC7B-48B8-9741-05DECC064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BDAC35-E042-4E93-ADF4-02E92A89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35355C-E5F6-4FA7-8414-4D434773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8ABD1E-CBCF-4976-BD3A-AB4E36E7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EC59D6-D8E3-44FD-B49E-4D4BC04D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1684DF-409D-4328-A28B-293D24B5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400BAD-556C-48C7-9393-7ECBC675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DB63A1-AE64-44E5-A64A-6BB9FD26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C04AC6-B05B-4D5B-8624-EBFC7A3A9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868547-8385-4031-8E01-9F77ABC69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4B65FD-A159-400D-AC1D-B1845E14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94F76C-92CC-4D52-A426-033D52E1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22A324-FBAD-4056-B0AA-576AE856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62AE46-7970-49B2-A754-F3FF7C998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C78E2C-CE93-45C1-A269-3CF40CDC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776064-3779-4C19-B07A-55188859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71BFFC9-3BA4-44EA-8E7B-9BBEF9FA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769FD9-8057-472C-8935-A18D05BD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A6A864-80B8-4965-8741-7C8DF9BB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984690-094D-4C40-B888-2336B06F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5BB172-53BF-40F0-A34F-BE10B132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F3B2EAD-4574-45E8-AB7E-1661F6E7D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C203BD-30D5-4C4A-92DE-347F9CCE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7A53BC2-7DD5-4845-BA79-E1A11FC3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D8D9A5-83DD-4807-A07A-2D9C39FB4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1B0C709-0A54-48E5-BD91-C1D4BFD4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CAACAE4-9251-4A11-BFCC-A045EDFF9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99A2801-E7C4-4C3E-A3C3-7005129B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D39B22-01DD-4B45-9F18-B5C23757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5AED68-5646-4C5B-8DC2-C2CFFB47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E6AB2B1-8530-40AD-A847-B0D30E5C1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4C9DFF"/>
                </a:solidFill>
              </a:defRPr>
            </a:pPr>
            <a:r>
              <a:rPr sz="825" b="1">
                <a:solidFill>
                  <a:srgbClr val="4C9DFF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2306D91-923F-4381-9A44-D957070CD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C9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33D0A80-F8A0-468F-8DAC-AFBA40046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52AB32-0C3C-4C0B-A044-62C5792D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9433A6C-4AAD-4522-9C04-99FD72FD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4E5826-876D-4E73-B697-EF5CD694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B1208C3-324A-49BE-85E9-63642571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20D53E-0FE3-4D05-8397-D984CEE9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C0B1AB1-3AE7-43B4-B441-A214668B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EA6A217-799C-4278-BB91-F8C3D5A6E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1BD68F9-B6D6-434E-9D0A-46F050B3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7DEAFB8-D3B7-4378-9D0D-3D3B78C9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4C8A019-1ADA-4C3F-9CD2-10565C6A2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5FDC57C-384F-4583-8D7C-5DD523EF2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C1974FB-0849-4F98-9061-45F563D49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7D02110-A2B2-4099-919B-ACA1E34A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1D7D781-1895-4D2E-A62D-BFA02FA4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097C8B8-C703-4479-87B5-90875D25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BCE8E21-EBCB-49E7-BDC9-B6ECE133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F5F3746-25B8-4DDB-A47A-B8EBC37AA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D8B67EC-7936-443A-BFAF-E8245A50C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2BB595-7DE3-4A70-93BA-64CDB2B0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D905DBE-A755-47C0-AEEA-2D60EC8A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86BB9D54-723F-486F-AE4F-F558257A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942BE9E-A9B6-4494-BC36-A216C0311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7E4B350-B3A0-49FA-87DE-3C0E50C8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93339E4-C355-48B8-BA32-314B77FE5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491D07E-C827-4646-9A41-906B79E5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6C6C472-6378-4443-9839-F58B0B18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2EB1B04-06E6-4B6B-BECC-B569B210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4B3F0D5-7FCE-4EDA-815C-93574274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C0E9DC4-6B83-438E-9AB4-67885F015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94C82B70-64CD-4EC8-9824-F73C7AD6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7699843-3725-4941-813D-38AED015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E25B369B-794D-4026-9641-14F64189C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9CD2773-7DE1-434E-9BD4-AF6476400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03E09D25-DF30-42D9-988C-52D4761D2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A05FBE9-BA72-4322-88AA-659DBC6A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8C281126-1F37-4D59-BDCA-EB25CE65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E01E3D17-2C6A-454E-BC2D-EB9EC07FF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DC3E359-9BB1-4CED-8A54-D9D2E960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81D38CC4-C121-4D4F-B3AF-A8303E5E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3838894-4DA3-4968-92F2-51B9564C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0232580-93D8-4339-8088-000030BD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1A25E31-7F1C-47BD-A6EA-2BA27DB2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57CE743-6B31-4FFD-9A5B-FB8B4927B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DD184579-7859-4A19-B283-BFEEDAEC1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C5652C0-BE88-4E01-9153-2A9C5C8D3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7127792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B8AC757-3926-4421-9CD3-709B59D3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1B21C6-E997-40FA-B61F-91C1BC3E3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BAFBC-AE39-4B77-B1E2-355FC7065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4E9C7-DE42-47E3-B57A-3C25B46F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38B7A-9D6A-4FCF-9B42-707C3349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da35394af482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54822C-B11B-4951-9819-ABDA8EA0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C55112-440A-4F26-8BA2-093BD92EA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406785-CBDB-4684-8C5F-9BF8EB25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E06BA4-26A6-446F-A5A6-54D2B9C19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CB6E8-2ABC-4303-9152-75E3CD81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1B36A3-35DB-4A5E-A7B5-26F223E3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7C8744-59FA-4659-B23D-FF112241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A62A70-3FA3-4D5C-A85F-67150479A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80AC7-B91A-4BD0-8E6B-C90DC89ED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BE595F-BFCA-46C7-80D7-7ED28E0E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3908E3-2269-4DAF-909B-386496AE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5F135C-BDFA-43AB-8373-43B29F98B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BFF6B4-94C7-48FF-BCE4-97FE7674D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5D7C72-1DE0-450D-92D1-243410C47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2ED8DD-C2FB-4FF7-B565-44FDA0BA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44E679-C8D0-4144-AB98-4C8C94E1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6A22CE-0364-47FF-ADDF-EAA641ED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B15D0E-36D1-42E7-82C4-C2E7C485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28EC28-0847-4397-983F-DD53488A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09229F-86FE-482E-947C-BF18C0C17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59763B-9BAB-4ED4-AF65-2C1FDF9D8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025F44-0202-4A63-A59F-7D897AEB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27E9B2-8906-4569-9BE4-F2469A2D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0F4B97-6C9D-46CC-AA22-47990081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BFEF981-6DF9-4B07-9070-7479F3C0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4E81711-8471-44FE-AFE7-49AE6A706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AA3DAC2-6C76-4D6C-A1B8-89C8E668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BCE1DF-C68F-4A53-BC3E-BA74074F6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D7AFDF-38CC-49DC-BA01-66E9B9B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0655BE1-B19F-47B4-AF07-85CC72D6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A5D426-77AA-4E00-8108-E7ECC95A6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28D6FB5-99DB-4EC3-97EC-F8B664BE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9F8B29-B5B8-4941-9C4D-3F63C797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13EAD0-AEFB-46EE-86EB-815AB24BF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6AE6A1-F6F6-4E7B-91F2-285FE5D5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D844979-E3DB-4421-9F35-171D1656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F5EA5A0-4F5C-471F-94CB-185729B2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1663D4-BD1D-49E8-B729-3745AA19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36528C0-D85D-4AE2-BA6B-C5F03AF9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0996D2A-0686-405C-A9E0-86032BA7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A7BB95B-FAC3-4860-AC77-1D9B3E11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ADD6510-ACB5-4631-AFEF-566D12452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3950261-79AB-4F4F-8355-35C55D87C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DDB6C3-6340-4CA1-AB3B-FFC3D4D5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4639EF6-089B-4351-BC46-CD579E4D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C919344-5BC1-4398-BE60-13DA985B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9936EC-C987-419A-8E5B-70932C5A2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33FEF52-2E6B-41E3-B2CA-41B04AA1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499C0C7-7E19-4A87-A351-02606A1C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5DCE9A-DD8C-48B9-9F7C-952FD2C6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F213821-8F43-4EAB-9E68-9B06B633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7005395-8E1C-4F28-8B1A-05B3CC87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C48C87D-991F-44FE-BF6F-87212B4A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FB5D538-629D-4D5C-A0FA-AEA15C37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49BF6D3-EC96-4F58-B761-A3B98CAF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47C169B-34C5-4AC9-B801-BC4E5706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A6062E4-EA52-4E81-B82A-22D1E7A4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28D8452-D5BA-4AD9-A420-A6FC3316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E607C52-0CDF-4D1D-A409-15665CDC5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2E1136F-8AB1-4DDE-8FEE-B3342ADE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0B5A7A3-D74B-4DCB-A063-9A2CB833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EB3F108-AE47-40B8-AE9A-E64B4BEE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94A62A5-86DC-4ED9-9EA9-D586FE8E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CAB2295-77A1-4EE3-9334-55935A16C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96C992-29D8-4421-8305-19E2A07B2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BE77E19-B4E6-4EA7-AE7B-91A11B6C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8BFABFB-D53F-40B7-99A9-B93414D7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C05E4D6E-6AE0-4B21-8D99-15ADFC54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01BA5C0-E628-4368-B53B-EF8914225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AD105B8-B755-4783-BE6C-5BB5711A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0D5A295-7290-4D3C-9356-8F5580BC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BEF34A-A0AE-45AF-8180-B644D3D3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4CE2B6A3-ED0B-440E-8487-1B03D34F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A77CB27-4B49-417C-A950-059E4035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D237E0D-066B-4DE5-8E34-7D2AAD80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BE8087F-6093-4537-AFBF-E3FD1630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48298FC-B6D3-471C-AFB8-EAD0ED03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89B1999-DDBC-4AA8-BD66-9E99DCC29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024F7AB-C35F-42CC-B739-A4FD1EDB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0DF6296-8657-42D3-B8D2-C1AE85FB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18397498-3EE4-40E7-83BB-D592B9EB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D303E02-1F4A-46DA-8EF6-B87B124C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1FBFE4D-34CF-4675-AC57-2AE0688E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5D19F7F-3546-468F-B46D-2DB637A8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40A45A7-541A-4FB0-8052-0402F4720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EAEB108E-890A-4DE9-A29A-565FD30C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D4709878-6335-4F8F-8E2D-3C0733672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84E2D72-346A-47AA-B7A4-EDC6CF9D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332B17EE-6D7B-463D-B477-32984F8EE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8FB3EA4-E1D8-4C59-8677-7D54F51F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F9928780-A4E9-47A9-B26B-6AC6A73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01F0B04-525A-417F-B1F9-ED5E1398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FA994DB0-B6F4-4CB1-B1D4-B4752725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14B18D69-3820-4AE8-BD0E-300F47F6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F9CE779-1AF8-44CA-AC9E-1A01021E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3107935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712F1391-6883-43BE-BDEA-8B661A66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D2833D-E8F0-495F-9AF4-A36882A6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CA954-515F-4667-90E9-CCE3A69D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8D683-252B-4160-821A-EA5C0626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36318F-9A9A-43B4-A67E-9B7E1A8D4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1c2989fdc8492c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3EFFD1-4EA7-4524-B95D-E2DC9CAC0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7C219-E4C6-41E1-B2C1-58F769644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0E76DD-7642-43D5-A596-E926EA448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12D43C-927D-484A-8848-1E7D0A066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044589-6C96-42F9-83FC-89B4BE6B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F9771B-314D-4E00-B9F0-E1314FDE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ACE10-64ED-4A63-BF20-7136D63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708896-A264-484A-A6EC-606F561B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9DC0B-83FC-431B-B70F-428CF5AC9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E6DFA-4133-41AC-AC43-8585A7FE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B238D4-A207-4EF5-82C7-B016E181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0FC3CD-A1B1-4971-B333-0228AB08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B92205-3150-4299-B402-AABCEFA3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B113B3-4F3F-4754-9E34-3760B098B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BAE11C-FB1B-4144-8573-C3CB8807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41D170-4E4B-4349-BFB3-369EBBE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298926-90D9-4E7B-AF62-F473AC99B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BBE6D9-4079-403E-888B-449E6C66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E709D4-AD19-46A2-B7A2-4D2C0D0A6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D22A67-FB77-473B-AEB3-0EA8C4CAF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2B5D7F-7823-48FA-B0EE-A56CFE9A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4D3ABA-1897-4CF6-936C-79BD7832F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6622CB-E2A7-44FA-91A3-734D37315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9796CC2-CD9C-4542-8F8E-415E6429D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986172-E442-4814-824D-F108A999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BD614D-55E8-4E9C-BAEA-8C6A3AAD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D04725-87A9-4BAD-8D6D-007DC7EE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0D5F87-29A3-4667-A732-C6C08848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FED7733-27DD-4050-A27D-0FC87378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76E88A-7963-4CAC-ACAF-C4BC3F84E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CD29F4-1476-405E-97D1-CAC51DE6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3F46E9-95AD-4515-B410-07F9912E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BEB41D2-0CDC-4D55-832B-5D7107F91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B46892E-B2F3-49D3-8371-8D3DFC59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52800D-8972-4F64-B9BB-86320254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A4DED-4413-4D03-867E-4EC5696DB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6D4155-0E14-4E56-BC75-7F7177EF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44D1B9C-5678-461C-A073-52336028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A32960C-BD0A-4CC0-B24D-CCFD427B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DCE7F1-3487-4E34-9A63-F5A67BB2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DA668F6-7F21-467D-846B-DCA694BE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F299F0-C77B-4D42-B2A4-0E1F83DFD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0986611-AADC-43F2-8B9B-45107EED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7243703-8BE1-44BC-B238-A37C10EB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611E3AA-1EBA-4097-84B3-8D1D693B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929938-D506-4EB3-AE11-808CE08E6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73009C-C1FB-40C2-9295-5258A36D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EDB7845-C274-4F5B-8B9B-8E9D33664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2B73DB7-492D-4639-A3D9-3AE0C7FC7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329C0-C754-4038-8DBC-C8B7013A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ADAC447-02D2-4515-A83C-615F174C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E7CE21-8351-4481-88BE-5D70EA21E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DD16C11-370E-4986-BA61-5E081B5D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F39DC9C-06EB-4C23-84E6-81A49BEF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57ACBA9-49A1-4B56-81C9-C47779D7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3B865FD-97A8-4038-9637-E6FA91C6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E8F1EA4-1C2B-4B4C-8FDE-39299B35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5DEF8EF-73DC-4F70-A297-358BC6907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C6F167-B111-4CA1-959B-3046800A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CF7C8F2-A7B2-4B3B-BE69-68EB42D0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7429DAC2-B134-4D0F-A5E4-01DF179A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AFD585B-C123-4CC0-8EF7-56B79E52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5DEC347-A0E4-4BAD-A838-681499CE7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2413720-0AFA-44BC-9333-95D18DB37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797E421-B1BE-473E-8B68-012B74F75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497BB7-A8D9-4D09-B91D-66D8460F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A35F123-1509-47E3-AF9E-92A45F345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E5F7074-FEE9-484B-AD99-A6BBF58A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4C9DFF"/>
                </a:solidFill>
              </a:defRPr>
            </a:pPr>
            <a:r>
              <a:rPr sz="1050" b="0">
                <a:solidFill>
                  <a:srgbClr val="4C9DFF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9030DC3-BCBF-4F20-8FF6-2AF54538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35E6BB"/>
                </a:solidFill>
              </a:defRPr>
            </a:pPr>
            <a:r>
              <a:rPr sz="1050" b="0">
                <a:solidFill>
                  <a:srgbClr val="35E6BB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DDE05CB2-1890-4B84-8965-7BC7733D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CBDBDD"/>
                </a:solidFill>
              </a:defRPr>
            </a:pPr>
            <a:r>
              <a:rPr sz="1050" b="0">
                <a:solidFill>
                  <a:srgbClr val="CBDBDD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6914E2C-DAD0-47DA-89B7-AA997421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A5F917-F702-4ABC-AC1B-123CBC081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60D56770-EA25-41F1-BF93-91BF14DA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561D15A-5448-403A-8208-D934CA0C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86ECB54-51F4-4D57-9FB7-5B030AB9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06663C-713D-4AE5-8DD4-8A7FA3C6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9D0F4E4-A9FA-4ACB-8108-5C966E5E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08E1449-6C9E-4209-8C91-EB55E9EB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045937D-C5AF-4D8A-BB5A-EA6CF3B5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5A05E5B-DE78-4863-A385-4DA563DB3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4C9DFF"/>
                </a:solidFill>
              </a:defRPr>
            </a:pPr>
            <a:r>
              <a:rPr sz="1050" b="1">
                <a:solidFill>
                  <a:srgbClr val="4C9DFF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9AB4DD92-6271-417B-A00F-3D143035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3342F919-8707-4D08-9C60-33195BC0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8CA5AB"/>
                </a:solidFill>
              </a:defRPr>
            </a:pPr>
            <a:r>
              <a:rPr sz="1050" b="1">
                <a:solidFill>
                  <a:srgbClr val="8CA5AB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771C200-4CAB-4B58-A7F4-C607C1D7C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A03D2832-3999-483C-80C0-D9A5EA74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019D8A8-F3D0-47B6-A8C2-716AA7A6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EE00EC5-CF6B-4F8D-8B9A-313EDD97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A3A9D19-ECD5-4954-A3C5-F040D404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9F7D716-0345-4F4C-8350-74C7C6A4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B5B2E95-6D7A-4089-A7E6-04EC23FE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F2FAF9"/>
                </a:solidFill>
              </a:defRPr>
            </a:pPr>
            <a:r>
              <a:rPr sz="1050" b="1">
                <a:solidFill>
                  <a:srgbClr val="F2FAF9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161204417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51B2E033-227D-4C29-8825-4FDAE2467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037E2-DCA6-45D4-8F4B-DDCF23D2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DC552-F4BE-448A-BBE2-AD804176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5E6BB"/>
                </a:solidFill>
              </a:defRPr>
            </a:pPr>
            <a:r>
              <a:rPr sz="975" b="1">
                <a:solidFill>
                  <a:srgbClr val="35E6BB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98798F-2FDD-45A7-A8FC-030D5127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B3E32B-B4EC-4D7D-8EC5-A4DAB310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888bdc6db477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1C8F37-FDCF-47A1-98FA-32E22A92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606178-FACE-4A1F-A10D-223A51134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2150D-66AD-42E1-97CC-8DDDE1D23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2FAF9"/>
                </a:solidFill>
              </a:defRPr>
            </a:pPr>
            <a:r>
              <a:rPr sz="2550" b="1">
                <a:solidFill>
                  <a:srgbClr val="F2FAF9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6D99B-C6CB-46E4-89BD-2DACADAF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8CA5AB"/>
                </a:solidFill>
              </a:defRPr>
            </a:pPr>
            <a:r>
              <a:rPr sz="1125">
                <a:solidFill>
                  <a:srgbClr val="8CA5AB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F6A5F-063B-4354-9EFF-DC8F87D2F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AF4D6A-8E2E-4280-A527-CC0A92998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6B9FBD-2D80-4A23-A435-C2BE1BBFB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710CD6-099C-4547-A739-AF836D3D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D75DC-FEBD-47C0-8F36-B22ADDC7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3A207-3B23-4596-89C7-3833BF3A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F3A14-3FF8-440B-9085-5A97D426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196FEB-FC68-490D-B326-95CBFE07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CA87B3-A3F4-4EA1-9372-D4432BC8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351BC9-6B28-48CB-91E4-5905B44F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8CA5AB"/>
                </a:solidFill>
              </a:defRPr>
            </a:pPr>
            <a:r>
              <a:rPr sz="825" b="1">
                <a:solidFill>
                  <a:srgbClr val="8CA5AB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C1B4C7-4BE4-482D-BC48-67DFFFAE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05B0A9-83F3-4BF7-A677-6E25A8B2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ABAC64-029E-4159-90F0-C5062FCB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861755-A1C9-4BEB-B2EA-D92C4C96E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6AED79-ED12-4A8F-9709-07F84437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1626B4-0E45-444D-94BD-74483DB4B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3C5D1A-EFE2-4758-8EDD-D4C9C8FB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CA07403-B1D6-4409-8DC9-CB4CDD96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6916E1-6069-4A24-9C78-71DF0BE4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371A92-773A-4B56-8875-6655FE669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5CB20A-D149-43D9-9685-347FE64E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650DED-D0C7-4BC6-AC34-5384778D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BE0DDB-C0D2-452E-9975-D037746C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5EFAF1-D327-4B18-B2AB-7121B23F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C9167EB-4F34-4699-8E69-4D48F07C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D84EC3-3908-4829-A263-5C42AEE6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A641CB-6143-4325-B258-EABC2705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0E00B6-AB21-4931-AE3D-7A296062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E5DB1A-3B4F-4A9C-9143-C5ED145B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266739-B6B2-431F-8815-8601134C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A7935D1-5B42-446F-A500-D91F7D94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7D22F6A-9B1F-4D63-A008-58CD29FA4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5CDDC57-5730-4999-BBDF-69A77B9A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531A82E-FFAA-457A-84F2-EEF215A3F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2B0D022-3343-4A14-9EC8-BF89CDA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2B0D83-F746-41E0-BF8A-84D7B00A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A3404E-8638-4E10-A605-AAFC245F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2BC26D-4CDC-4413-A707-2D5B1523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E472AF-BA34-433C-A543-62F853BC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34D46CF-1B2D-4315-84E4-7B198437E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6B11B09-D466-47AA-A2DC-568189C3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23584A-122E-4163-AFD3-B8CA1967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739384-5212-4C0E-9F9B-22AF38D7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0D6121B-5193-47CB-A12F-F9E35DD6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31D7988-2012-4D22-AB55-56266990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801144-E8B5-4283-A1D0-D8058414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0ACCF80-C4D4-4A6D-AF3B-142F616E1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8F368EB-5C1C-4D88-8C97-BB89DA6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02F9872-F221-406E-B37B-DD9711F8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3F2A8EB-625B-4112-A7EE-A630BDCBF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F8EE75E-7697-4C6B-8B79-0C25496B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C70C7E-C0B7-42D9-A3B2-E29483B6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FFFD264-63DB-4D5F-B18F-70DA12B1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8E0C3D5-2DB9-429D-83FF-2392B1F8B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9C470FD-C6A4-495B-BDE6-828D8BA1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EF8B9D3C-B0C2-4BAA-B73C-048C466FA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43A05AC-529B-44EF-9BE5-B89709B9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77FE151-1B49-4905-82CA-8044DBF8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5A1F41D-C8C4-4A79-91EA-946FE88C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A5F957A-F466-4655-876C-DC39EA07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928E20-B373-4140-8A13-3160774E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8D2B0EF-454D-418B-B204-C184EB76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2C9E98B6-E667-4949-B67C-C9583853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5B93D02-9782-4C70-839E-87B32B40A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98181B9-72C9-4628-910D-2418A872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013E6E5-EBAB-41E2-8E9D-93F9EB8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DC4BE9D-6E4B-4E99-AE95-B05F5570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DA735D4-1C19-44DC-A779-C2778C357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178E62FF-4F87-445E-9FF5-55554306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677635D-2F5B-4243-ABD4-3769476C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72B4428-F30C-4DF3-99E9-D4DB00D2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2CA9BF0-CFE1-4BD5-B354-134BE550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1B0E7B8A-BC5B-4725-8D67-35699DA3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8ACEAF5A-B46A-4958-AA36-2216F718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298E58B-24DC-4A77-B093-772D2E317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11C4BAB-76CB-48D6-8DC6-C6CA1D57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DE870B8-49CB-4C89-BB80-182AD0F3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F4ED216-0A18-41E5-8EFB-10668BAB2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FFC8BCF-A492-48AD-8075-49390C148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6932C4B-BE6E-452A-A19D-82287B8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09331CB-F2A3-4865-B9A3-D4714B5C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00142F3-5479-4F32-BAE2-6404BF53F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9AE5F5F-14D6-4B62-A751-57A62EC8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1BDF0EC-902A-458A-AFE9-092420B8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F4A6605-8964-4C18-BE29-B50FE23E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98345BE-DD5B-4D81-95E0-3823BBBFD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C00C431-FE27-40AC-A32F-2F55FCC7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582C265-92CD-43F9-AB41-3B44DBFA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8A17A1C-8B63-4845-9646-FB50EF14C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ACFEB20C-0D49-4E40-86CE-994256AE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900CCD3-83C4-4193-8A8A-C647EC68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D44D6EC-6403-4136-8F04-564D8205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DD846FB-F3AF-4B61-B665-4E53FF17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7FE3A2B0-0F91-4446-B5A2-00C2D91E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A71F2C4-89AA-4ED5-8D62-D079D9C1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2EBC3938-B4EA-44F6-BDD0-C36C2AD9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2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3BE4669C-E658-4560-9F2D-B00E953A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7F18D4C-7E51-4717-9973-9C9FEFE2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5FE4F96-940B-4BC2-8A22-48F5328F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FF4446D7-E9F4-4115-92BE-2F49D035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F8C03251-D001-4B00-9BC9-66702874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940C1A6-20F1-4AEE-A7DE-28846356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BC64CA7-DB28-44B7-BD0E-5B774D03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AF96F17-69F2-4188-AADC-11C7EF76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8019DC3-6FBF-4B6A-AE9A-3A5F37EC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F430C57C-05D7-4CFA-B9C1-52537035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DF8089FD-7F0D-48E6-B553-91097C70F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E9251C60-7B32-411A-B0E5-FFC9F01D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C2C713F1-A5A2-4C24-AB36-747E93CED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513B9FF-CED8-4334-8DDA-D70E7A52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6F2C7DA5-44AC-4F7E-9A9C-5BA0FF52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4C9DFF"/>
                </a:solidFill>
              </a:defRPr>
            </a:pPr>
            <a:r>
              <a:rPr sz="938" b="0">
                <a:solidFill>
                  <a:srgbClr val="4C9DFF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CB03FFD8-C5FF-4CA9-8D4A-8873F23D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10A90793-AB6F-4D77-8D35-D97BF54F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ACA6EC2-A54B-4924-8DEA-BB1DEBB3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CBDBDD"/>
                </a:solidFill>
              </a:defRPr>
            </a:pPr>
            <a:r>
              <a:rPr sz="938" b="0">
                <a:solidFill>
                  <a:srgbClr val="CBDBDD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438A8EB8-BEFE-424E-918C-592B4FA0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1C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625CFD6-D029-46C7-A4C6-08E30CB2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CAFC691-91B9-4AF8-889A-062367A22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4183C94-F8DC-407F-9158-B51E09569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92C9AD85-D775-4CBA-8BBE-7A444955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2405D589-10C5-43E3-9DB0-33280B50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8E845D4B-759E-47E2-B049-E32134D8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4C9DFF"/>
                </a:solidFill>
              </a:defRPr>
            </a:pPr>
            <a:r>
              <a:rPr sz="938" b="1">
                <a:solidFill>
                  <a:srgbClr val="4C9DFF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166FAC07-3ADE-4F75-BAE7-56BD63AB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92E719ED-59D7-4191-B825-C1025EFA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98812C05-C437-4B1D-88F7-68C315EF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F2FAF9"/>
                </a:solidFill>
              </a:defRPr>
            </a:pPr>
            <a:r>
              <a:rPr sz="938" b="1">
                <a:solidFill>
                  <a:srgbClr val="F2FAF9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78043047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40A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621AC-7E6D-4B25-9091-9C52A0FA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32A3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CD1167-4DA3-4D40-92FC-343E26272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E6B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5764D4-A4E7-4F80-AB5F-13A65C70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5E7880"/>
                </a:solidFill>
              </a:defRPr>
            </a:pPr>
            <a:r>
              <a:rPr sz="900">
                <a:solidFill>
                  <a:srgbClr val="5E7880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F673A4-D089-4054-BC70-858B7BB5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3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d822deec44395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A66911-4C66-4E39-B9E0-2A8A550CB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0DBBB-B69E-4544-A8B1-B345C52B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5E7880"/>
                </a:solidFill>
              </a:defRPr>
            </a:pPr>
            <a:r>
              <a:rPr sz="788">
                <a:solidFill>
                  <a:srgbClr val="5E7880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719c06126a4a3c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88210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2026-09-09T23:06:50.1240000Z</dcterms:created>
  <dcterms:modified xsi:type="dcterms:W3CDTF">2026-09-09T23:06:50.1240000Z</dcterms:modified>
</coreProperties>
</file>