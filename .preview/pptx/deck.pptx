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9f4af8cfc34e60" /><Relationship Type="http://schemas.openxmlformats.org/officeDocument/2006/relationships/extended-properties" Target="/docProps/app.xml" Id="R38452c40686c46da" /><Relationship Type="http://schemas.openxmlformats.org/officeDocument/2006/relationships/officeDocument" Target="/ppt/presentation.xml" Id="R5300994a2fe141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9eab9ace60405b"/>
  </p:sldMasterIdLst>
  <p:notesMasterIdLst>
    <p:notesMasterId xmlns:r="http://schemas.openxmlformats.org/officeDocument/2006/relationships" r:id="R7fc6dd838efe46b9"/>
  </p:notesMasterIdLst>
  <p:sldIdLst>
    <p:sldId xmlns:r="http://schemas.openxmlformats.org/officeDocument/2006/relationships" id="256" r:id="Ref0b069ab93c4aaa"/>
    <p:sldId xmlns:r="http://schemas.openxmlformats.org/officeDocument/2006/relationships" id="257" r:id="R27bd233398df4433"/>
    <p:sldId xmlns:r="http://schemas.openxmlformats.org/officeDocument/2006/relationships" id="258" r:id="Rb280458754d84f00"/>
    <p:sldId xmlns:r="http://schemas.openxmlformats.org/officeDocument/2006/relationships" id="259" r:id="R9e4ee9174b4946ed"/>
    <p:sldId xmlns:r="http://schemas.openxmlformats.org/officeDocument/2006/relationships" id="260" r:id="R8eb1a8a392044db0"/>
    <p:sldId xmlns:r="http://schemas.openxmlformats.org/officeDocument/2006/relationships" id="261" r:id="R347a9f44ec6d475e"/>
    <p:sldId xmlns:r="http://schemas.openxmlformats.org/officeDocument/2006/relationships" id="262" r:id="R9c1b7bcaebb340cf"/>
    <p:sldId xmlns:r="http://schemas.openxmlformats.org/officeDocument/2006/relationships" id="263" r:id="R66b221a87daa4ba2"/>
    <p:sldId xmlns:r="http://schemas.openxmlformats.org/officeDocument/2006/relationships" id="264" r:id="R3a417572686a4b34"/>
    <p:sldId xmlns:r="http://schemas.openxmlformats.org/officeDocument/2006/relationships" id="265" r:id="R21bf7dd6395e4ca0"/>
    <p:sldId xmlns:r="http://schemas.openxmlformats.org/officeDocument/2006/relationships" id="266" r:id="Rdf8bccdd91604ba4"/>
    <p:sldId xmlns:r="http://schemas.openxmlformats.org/officeDocument/2006/relationships" id="267" r:id="Rba4dae5c65c64c31"/>
    <p:sldId xmlns:r="http://schemas.openxmlformats.org/officeDocument/2006/relationships" id="268" r:id="R4f825fb6f27c41d0"/>
    <p:sldId xmlns:r="http://schemas.openxmlformats.org/officeDocument/2006/relationships" id="269" r:id="R80a7ec1e4b8240f6"/>
    <p:sldId xmlns:r="http://schemas.openxmlformats.org/officeDocument/2006/relationships" id="270" r:id="R819498bac16241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7813ed942747e1" /><Relationship Type="http://schemas.openxmlformats.org/officeDocument/2006/relationships/slideMaster" Target="/ppt/slideMasters/slideMaster1.xml" Id="R219eab9ace60405b" /><Relationship Type="http://schemas.openxmlformats.org/officeDocument/2006/relationships/notesMaster" Target="/ppt/notesMasters/notesMaster1.xml" Id="R7fc6dd838efe46b9" /><Relationship Type="http://schemas.openxmlformats.org/officeDocument/2006/relationships/presProps" Target="/ppt/presProps.xml" Id="R5202902503c7493c" /><Relationship Type="http://schemas.openxmlformats.org/officeDocument/2006/relationships/tableStyles" Target="/ppt/tableStyles.xml" Id="R79d283401bb845b3" /><Relationship Type="http://schemas.openxmlformats.org/officeDocument/2006/relationships/slide" Target="/ppt/slides/slide1.xml" Id="Ref0b069ab93c4aaa" /><Relationship Type="http://schemas.openxmlformats.org/officeDocument/2006/relationships/slide" Target="/ppt/slides/slide2.xml" Id="R27bd233398df4433" /><Relationship Type="http://schemas.openxmlformats.org/officeDocument/2006/relationships/slide" Target="/ppt/slides/slide3.xml" Id="Rb280458754d84f00" /><Relationship Type="http://schemas.openxmlformats.org/officeDocument/2006/relationships/slide" Target="/ppt/slides/slide4.xml" Id="R9e4ee9174b4946ed" /><Relationship Type="http://schemas.openxmlformats.org/officeDocument/2006/relationships/slide" Target="/ppt/slides/slide5.xml" Id="R8eb1a8a392044db0" /><Relationship Type="http://schemas.openxmlformats.org/officeDocument/2006/relationships/slide" Target="/ppt/slides/slide6.xml" Id="R347a9f44ec6d475e" /><Relationship Type="http://schemas.openxmlformats.org/officeDocument/2006/relationships/slide" Target="/ppt/slides/slide7.xml" Id="R9c1b7bcaebb340cf" /><Relationship Type="http://schemas.openxmlformats.org/officeDocument/2006/relationships/slide" Target="/ppt/slides/slide8.xml" Id="R66b221a87daa4ba2" /><Relationship Type="http://schemas.openxmlformats.org/officeDocument/2006/relationships/slide" Target="/ppt/slides/slide9.xml" Id="R3a417572686a4b34" /><Relationship Type="http://schemas.openxmlformats.org/officeDocument/2006/relationships/slide" Target="/ppt/slides/slide10.xml" Id="R21bf7dd6395e4ca0" /><Relationship Type="http://schemas.openxmlformats.org/officeDocument/2006/relationships/slide" Target="/ppt/slides/slide11.xml" Id="Rdf8bccdd91604ba4" /><Relationship Type="http://schemas.openxmlformats.org/officeDocument/2006/relationships/slide" Target="/ppt/slides/slide12.xml" Id="Rba4dae5c65c64c31" /><Relationship Type="http://schemas.openxmlformats.org/officeDocument/2006/relationships/slide" Target="/ppt/slides/slide13.xml" Id="R4f825fb6f27c41d0" /><Relationship Type="http://schemas.openxmlformats.org/officeDocument/2006/relationships/slide" Target="/ppt/slides/slide14.xml" Id="R80a7ec1e4b8240f6" /><Relationship Type="http://schemas.openxmlformats.org/officeDocument/2006/relationships/slide" Target="/ppt/slides/slide15.xml" Id="R819498bac16241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d979fa0b2544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802932d5034115" /><Relationship Type="http://schemas.openxmlformats.org/officeDocument/2006/relationships/notesMaster" Target="/ppt/notesMasters/notesMaster1.xml" Id="R7de12fc376b84d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3b32239a374d10" /><Relationship Type="http://schemas.openxmlformats.org/officeDocument/2006/relationships/notesMaster" Target="/ppt/notesMasters/notesMaster1.xml" Id="Re75cbe47bced46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28dac0dd56487a" /><Relationship Type="http://schemas.openxmlformats.org/officeDocument/2006/relationships/notesMaster" Target="/ppt/notesMasters/notesMaster1.xml" Id="R9b770cd69a1243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a9d11ddf4541db" /><Relationship Type="http://schemas.openxmlformats.org/officeDocument/2006/relationships/notesMaster" Target="/ppt/notesMasters/notesMaster1.xml" Id="Rb004cac7347344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08c944abe44d57" /><Relationship Type="http://schemas.openxmlformats.org/officeDocument/2006/relationships/notesMaster" Target="/ppt/notesMasters/notesMaster1.xml" Id="Rfd15ae03f2e541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1a17f1371d4e75" /><Relationship Type="http://schemas.openxmlformats.org/officeDocument/2006/relationships/notesMaster" Target="/ppt/notesMasters/notesMaster1.xml" Id="Rbd0702cda08c42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f30d3cf988412a" /><Relationship Type="http://schemas.openxmlformats.org/officeDocument/2006/relationships/notesMaster" Target="/ppt/notesMasters/notesMaster1.xml" Id="Rd0a9905af3e94f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3271e6ff5d4ca8" /><Relationship Type="http://schemas.openxmlformats.org/officeDocument/2006/relationships/notesMaster" Target="/ppt/notesMasters/notesMaster1.xml" Id="Rb4fea5fc7a634f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c7be5a7ef4437e" /><Relationship Type="http://schemas.openxmlformats.org/officeDocument/2006/relationships/notesMaster" Target="/ppt/notesMasters/notesMaster1.xml" Id="R55962efda533454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418878571d4ad8" /><Relationship Type="http://schemas.openxmlformats.org/officeDocument/2006/relationships/notesMaster" Target="/ppt/notesMasters/notesMaster1.xml" Id="R2d3280fccbc74b5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ef011b608e48bf" /><Relationship Type="http://schemas.openxmlformats.org/officeDocument/2006/relationships/notesMaster" Target="/ppt/notesMasters/notesMaster1.xml" Id="R98976d58b3d447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db1eca855b449f9" /><Relationship Type="http://schemas.openxmlformats.org/officeDocument/2006/relationships/notesMaster" Target="/ppt/notesMasters/notesMaster1.xml" Id="Rcc137af435f6434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a1617c265ed4279" /><Relationship Type="http://schemas.openxmlformats.org/officeDocument/2006/relationships/notesMaster" Target="/ppt/notesMasters/notesMaster1.xml" Id="R00416338c1574b2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d19149db69f45d4" /><Relationship Type="http://schemas.openxmlformats.org/officeDocument/2006/relationships/notesMaster" Target="/ppt/notesMasters/notesMaster1.xml" Id="R1239b31d801e4d5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e25cdf239834a2e" /><Relationship Type="http://schemas.openxmlformats.org/officeDocument/2006/relationships/notesMaster" Target="/ppt/notesMasters/notesMaster1.xml" Id="R55becd19678c49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586975260a4c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439f96e0d9499a" /><Relationship Type="http://schemas.openxmlformats.org/officeDocument/2006/relationships/slideLayout" Target="/ppt/slideLayouts/slideLayout1.xml" Id="Rd545e07768704ce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45e07768704ce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b090bd00a4d19" /><Relationship Type="http://schemas.openxmlformats.org/officeDocument/2006/relationships/image" Target="/ppt/media/image.png" Id="R0af38819fc3c4fa6" /><Relationship Type="http://schemas.openxmlformats.org/officeDocument/2006/relationships/image" Target="/ppt/media/image2.png" Id="R6c1c65a69ae4470a" /><Relationship Type="http://schemas.openxmlformats.org/officeDocument/2006/relationships/notesSlide" Target="/ppt/notesSlides/notesSlide1.xml" Id="Rc399ea1787cb46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3839a815e4c98" /><Relationship Type="http://schemas.openxmlformats.org/officeDocument/2006/relationships/image" Target="/ppt/media/image3.png" Id="R371f791e51f84d12" /><Relationship Type="http://schemas.openxmlformats.org/officeDocument/2006/relationships/notesSlide" Target="/ppt/notesSlides/notesSlide2.xml" Id="R47f116ee666446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74a857d96240bb" /><Relationship Type="http://schemas.openxmlformats.org/officeDocument/2006/relationships/image" Target="/ppt/media/image4.png" Id="Ra72819ae28204a3f" /><Relationship Type="http://schemas.openxmlformats.org/officeDocument/2006/relationships/image" Target="/ppt/media/image5.png" Id="R442394b8816244f8" /><Relationship Type="http://schemas.openxmlformats.org/officeDocument/2006/relationships/image" Target="/ppt/media/image.svg" Id="R1d1081224dc9407a" /><Relationship Type="http://schemas.openxmlformats.org/officeDocument/2006/relationships/notesSlide" Target="/ppt/notesSlides/notesSlide3.xml" Id="R494d14bbd2eb47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c34120e724fb3" /><Relationship Type="http://schemas.openxmlformats.org/officeDocument/2006/relationships/image" Target="/ppt/media/image6.png" Id="R7336a27ea9d1450c" /><Relationship Type="http://schemas.openxmlformats.org/officeDocument/2006/relationships/image" Target="/ppt/media/image7.png" Id="Rb995622debd14319" /><Relationship Type="http://schemas.openxmlformats.org/officeDocument/2006/relationships/image" Target="/ppt/media/image2.svg" Id="Re862f47dde2d47ba" /><Relationship Type="http://schemas.openxmlformats.org/officeDocument/2006/relationships/notesSlide" Target="/ppt/notesSlides/notesSlide4.xml" Id="Re4a5ca4af9fe4a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422b819b94680" /><Relationship Type="http://schemas.openxmlformats.org/officeDocument/2006/relationships/image" Target="/ppt/media/image8.png" Id="R549ab8ade2c446ea" /><Relationship Type="http://schemas.openxmlformats.org/officeDocument/2006/relationships/image" Target="/ppt/media/image9.png" Id="R3536eecebcb445f3" /><Relationship Type="http://schemas.openxmlformats.org/officeDocument/2006/relationships/image" Target="/ppt/media/image3.svg" Id="Rd030e23eb9ef4cdd" /><Relationship Type="http://schemas.openxmlformats.org/officeDocument/2006/relationships/notesSlide" Target="/ppt/notesSlides/notesSlide5.xml" Id="Ra3ad874d0bc34e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4ddf03ce404657" /><Relationship Type="http://schemas.openxmlformats.org/officeDocument/2006/relationships/image" Target="/ppt/media/image10.png" Id="Ra265002761374d6e" /><Relationship Type="http://schemas.openxmlformats.org/officeDocument/2006/relationships/image" Target="/ppt/media/image11.png" Id="R2304b1dc30b04784" /><Relationship Type="http://schemas.openxmlformats.org/officeDocument/2006/relationships/image" Target="/ppt/media/image4.svg" Id="R0e17655483dc4a7c" /><Relationship Type="http://schemas.openxmlformats.org/officeDocument/2006/relationships/notesSlide" Target="/ppt/notesSlides/notesSlide6.xml" Id="R2ffe69ee6b1740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a06718a7f44299" /><Relationship Type="http://schemas.openxmlformats.org/officeDocument/2006/relationships/image" Target="/ppt/media/image12.png" Id="R9875ad651c13470c" /><Relationship Type="http://schemas.openxmlformats.org/officeDocument/2006/relationships/image" Target="/ppt/media/image13.png" Id="R4f065071cb284bae" /><Relationship Type="http://schemas.openxmlformats.org/officeDocument/2006/relationships/image" Target="/ppt/media/image5.svg" Id="R3ad78c8b48774189" /><Relationship Type="http://schemas.openxmlformats.org/officeDocument/2006/relationships/notesSlide" Target="/ppt/notesSlides/notesSlide7.xml" Id="R739574a5e5134a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c9498d0fa45b4" /><Relationship Type="http://schemas.openxmlformats.org/officeDocument/2006/relationships/image" Target="/ppt/media/image14.png" Id="R4f3e7b2275db4d3d" /><Relationship Type="http://schemas.openxmlformats.org/officeDocument/2006/relationships/image" Target="/ppt/media/image15.png" Id="Rbe0a2450848a410d" /><Relationship Type="http://schemas.openxmlformats.org/officeDocument/2006/relationships/image" Target="/ppt/media/image6.svg" Id="Rd0c22a5ceded4e67" /><Relationship Type="http://schemas.openxmlformats.org/officeDocument/2006/relationships/notesSlide" Target="/ppt/notesSlides/notesSlide8.xml" Id="Rad0f827dd04049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bcd6e95e1450f" /><Relationship Type="http://schemas.openxmlformats.org/officeDocument/2006/relationships/image" Target="/ppt/media/image16.png" Id="R44d5fda23b4b4a65" /><Relationship Type="http://schemas.openxmlformats.org/officeDocument/2006/relationships/notesSlide" Target="/ppt/notesSlides/notesSlide9.xml" Id="R945df83bc71845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bdba6ce8444e5" /><Relationship Type="http://schemas.openxmlformats.org/officeDocument/2006/relationships/image" Target="/ppt/media/image17.png" Id="R6bd5be8c5c474f35" /><Relationship Type="http://schemas.openxmlformats.org/officeDocument/2006/relationships/notesSlide" Target="/ppt/notesSlides/notesSlide10.xml" Id="R74fd03b89d8646b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d2b583e534688" /><Relationship Type="http://schemas.openxmlformats.org/officeDocument/2006/relationships/image" Target="/ppt/media/image18.png" Id="Re7d54d15a7d34bba" /><Relationship Type="http://schemas.openxmlformats.org/officeDocument/2006/relationships/notesSlide" Target="/ppt/notesSlides/notesSlide11.xml" Id="Rfb50b6a8904e4a3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168d255a894e59" /><Relationship Type="http://schemas.openxmlformats.org/officeDocument/2006/relationships/image" Target="/ppt/media/image19.png" Id="R170fe9b80d3f4839" /><Relationship Type="http://schemas.openxmlformats.org/officeDocument/2006/relationships/notesSlide" Target="/ppt/notesSlides/notesSlide12.xml" Id="Rfc99ab3cb08742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0e57721324c2d" /><Relationship Type="http://schemas.openxmlformats.org/officeDocument/2006/relationships/image" Target="/ppt/media/image20.png" Id="Rdb9197b9cbd941e5" /><Relationship Type="http://schemas.openxmlformats.org/officeDocument/2006/relationships/notesSlide" Target="/ppt/notesSlides/notesSlide13.xml" Id="R9e6b1ab98616462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5778ead9f84954" /><Relationship Type="http://schemas.openxmlformats.org/officeDocument/2006/relationships/image" Target="/ppt/media/image21.png" Id="R528b6e70419143f3" /><Relationship Type="http://schemas.openxmlformats.org/officeDocument/2006/relationships/notesSlide" Target="/ppt/notesSlides/notesSlide14.xml" Id="Rcda7fba4f565495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6acd6b2c042c2" /><Relationship Type="http://schemas.openxmlformats.org/officeDocument/2006/relationships/image" Target="/ppt/media/image22.png" Id="Rbad32dd8db034777" /><Relationship Type="http://schemas.openxmlformats.org/officeDocument/2006/relationships/image" Target="/ppt/media/image23.png" Id="R39e34bba96894922" /><Relationship Type="http://schemas.openxmlformats.org/officeDocument/2006/relationships/notesSlide" Target="/ppt/notesSlides/notesSlide15.xml" Id="R438cf4b2c3124d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BA6E0C-BAAF-4EFA-9335-45E8F5CC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B1189-EB48-4A95-8A02-2192BFA8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BCD70-7244-4F80-8D01-2F02CEEE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38819fc3c4fa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EC56DC-73FB-4AAA-ABF6-5712CC34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65EDB-B82D-4FFF-A2FD-8EFD3018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c65a69ae4470a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A3A53-3C7F-453E-8D0B-7EE891F3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5FBC99-E01E-48C0-808F-E2865622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91B22-5E1F-417B-987C-DB8A983A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A10609-BA38-499B-A9ED-3E35D9DC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93EC0E-6ED6-44D7-86CA-E12C5162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4A1559-4267-4061-BC81-6010C015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233C6-3278-40AB-A2A4-BFC65828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B5A7A5-DA3B-4A2B-B1CE-79B6DD95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BB76EA-657B-4C0D-A6FA-576C818E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6280569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0586D2C-7B2B-4973-AAC1-A113B149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61C8B1-5127-4D6D-B290-47E56085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B82953-F228-4CBD-B4A3-18E35453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968248-47E7-42A1-8F40-5FC5C7CD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68099B-DE2F-4206-9995-07734416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1f791e51f84d1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84679A-D69E-4303-A356-CE0A9633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6E5152-667A-4D85-9A4F-5FE64FA6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1AEB7A-A48F-4BF9-A59E-E6E72068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31ECCC-BFEF-4585-8EE5-B660C35A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264411-3676-4E01-A229-9520FC5B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816795-FC0A-49CA-8A18-D15DEB99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F25165-7009-48E0-82D1-5F03D99B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F4814D-8243-4CD7-AAE7-42C9327E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104E63-10C2-4467-996E-3D6F184B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B21D4D-7CD3-44BF-93CC-B5F859A0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CC8F7B-C0A1-4C83-9E2D-08519C1A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C1A52-0DA1-4059-A4AC-0D8BCDC6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E01692-6F10-4FEA-8D68-739BF96F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7CCFA-094C-42C8-81A5-14DE1B9E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59878C-1FB7-4168-9B02-628CC8BA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EE92FE-7CC9-47B8-AC99-A83C95EE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C56AA5-8D51-4385-A6E9-97A5934E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59AF06-A216-4663-A67A-F6B598D2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5C9292-E840-4D69-8AF3-F807E1DA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57D0E0-82F2-4CEB-AD56-B5B97F47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8F02B-15E6-48FE-9059-CDB1DDF6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AF0AB7-3B9B-4937-AE79-651165B8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B125E0-5478-4AA6-A036-E294E54C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35CD74-0F00-423D-B5B3-12E5C4E57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683692-8141-43FA-B43A-2BEE8B55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202D56-5E76-4DC3-9B1A-2D6F52B8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AA93CC-437C-4A8D-9A7E-F5CB6FFF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6116A7-6870-4E9A-B677-DA956034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104E1B-D4D8-47AE-8DDA-47EB9980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FE967A-F89E-4D7C-A03B-94EDF8F6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FC93A8-3DFE-46D9-A3CE-9B7AD191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6E2820-4B84-4273-A858-6294548A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C299AA-AE9D-4DFB-8258-C1D6202B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F7A2DB-7675-49F5-A5AA-80BBB133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0F45BD-2B96-4703-883B-9B612D02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7318748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B1D5256-FACE-4F0F-B874-B24B7C74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149DB8-499D-4B17-9599-40E52305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6EB06C-2957-402C-9395-C62E1DD1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09DBA-FDB1-4E07-84EB-6CBF918C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15BB4-7377-4F06-9300-C62DA90C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819ae28204a3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9E7BDF-A9A9-4B1B-BEB3-164D041D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F50CD-6C48-4B17-8C66-B85AF534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67379C-11D2-4CB4-91FE-6077FAA7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BBA1F9-95B7-45CC-95D4-2D32A7C2D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5FE99B-7FEB-474D-8713-837514BA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6BD228-BF26-4093-8490-8481DADA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D54629-CB17-41D1-9F72-D03D8002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712F8-C073-44E3-A596-F817190D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4CCEE9-0D93-4983-92FF-A47455B3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FC96F0-9F0F-42CA-9AF4-DA97D0D5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25ED96-8A62-4917-9375-4401A386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6844EF-1ECF-4461-88AC-418DBEF13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BF9E1-883F-4E3E-8A35-2DA4258E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931DF2-A511-4713-860D-E725B968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1F2694-5E31-4CC6-985C-438306DA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EFF582-79D2-411B-92AE-1C1E3F20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7B41B4-22D3-4DD6-BFA0-AD67E39D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39C38E-9793-410F-858F-040978D8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C1B13B-C9F6-4A72-BDA1-6A78462F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7C5EBB-08DF-4642-8810-E95BA09A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A5B4B1-0F8D-41D2-A286-D76713A4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995CC0-5877-49AE-BF08-A47FC919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1DDC5A-95E6-46E4-8688-3356890E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2CE442-B0C7-481C-BAAB-620EFCFF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C0C5CF-F7DE-4491-94C7-4722960C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A3F882-63CC-40FF-B240-D61D0A34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7F5B37-758C-4F45-9E2E-20540DBC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2730D0-E057-4EFE-A36B-BB04A5EA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2916E9-0AEB-463C-9DB9-9EFAA62F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613984-1417-40E6-9CE8-2400173F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E58B89-3C5D-4843-A4C8-B73B130A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2394b8816244f8">
            <a:extLst>
              <a:ext uri="{96DAC541-7B7A-43D3-8B79-37D633B846F1}">
                <asvg:svgBlip xmlns:asvg="http://schemas.microsoft.com/office/drawing/2016/SVG/main" r:embed="R1d1081224dc940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38E224-2098-466F-B955-90BD2760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EEEBFF-4561-4D60-81AC-08ADA092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4AAF79-2DBF-4C52-AC4B-98FF8A2A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D86121-4486-4F25-B538-77FA8B3E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F3CCF4-A4A0-4049-8C93-5292031B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2110941-86EB-4BE8-9392-EA7EC64C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4610AB7-144A-41E2-AB78-C0B709CC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674FCCA-08A7-4B88-B0E9-67E7423F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4FB75A-EB89-49D2-9060-D1498D18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B4D06BB-B71A-4325-9A05-9545EAA6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FCE250C-3862-4226-AAA9-6CDDC1BF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22B5A2F-BBD1-4FEE-870C-7C67599C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7149591-B13E-41E5-A9A6-0BA58123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3383F72-844E-410D-9D08-31B2B2B9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DD36DF4-B92D-4DF7-BF1A-BC401088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0BA16F3-251C-4AFF-9EFE-0AAAFA10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9B53690-387D-4558-A117-98F45B09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AEA05B3-4659-4305-9A16-58C6F8EC0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3C00222-818B-43CD-AC02-7496298E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1EA9D5F-043F-47A3-A7CF-927CB46D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862233E-3F76-4A9A-90F4-A2C000D6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D47DD3A-5843-4A6D-91F0-3F86B98B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4B941FD-F104-4DB6-B663-42475870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66803BD-E9E3-4335-AC53-DC81FA10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A7BE2A3-CD91-46CE-A3DC-5A578C8C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FD42AA6-9E9F-438F-8A47-3A32BC58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5D45C10-DDC1-4705-BC6E-18BD68BE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C2666AE-04C1-4DCF-8EF8-ED979ABC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1804996-C119-4D9C-93B6-DEA59DFBB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4CF3604-630A-4CC2-B60D-EDFB0CA2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E9E6D19-CCB3-46FF-9210-5304D71F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B056CE9-1D73-466B-8365-5D3074D4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4F41832-D6D3-4CF4-B620-9EAF1FB2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2726874-6570-4F82-ACAB-E03165C8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DB669A0-693F-4A89-B624-71A8919A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D490DBF-2776-403E-A05A-670F380B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407175A-EDFC-4A49-8E29-90ACAD2D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4937490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B4041C-6F2F-4B13-956C-724836EA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8DDA38-3080-44AB-9159-608F28D1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DC307F-50BE-4E98-B0DE-FA868015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97BF89-B6C0-4487-8DE2-B252DC6F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5ED00E-5437-408A-BB22-9C9A66F5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6a27ea9d1450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B94101-463A-4D05-ABFE-83307331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1F2C5-B311-48A0-B7CE-D8D193C5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95C978-C4E1-472F-9EA9-0E1589CF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2203C5-BB5F-45FA-927E-68745488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7358F6-7049-4B40-B00C-F23B2FCB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95622debd14319">
            <a:extLst>
              <a:ext uri="{96DAC541-7B7A-43D3-8B79-37D633B846F1}">
                <asvg:svgBlip xmlns:asvg="http://schemas.microsoft.com/office/drawing/2016/SVG/main" r:embed="Re862f47dde2d47b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17E2D-1888-433B-A7E5-916F2C63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88F9FB-BCE5-4671-9C79-EA6400CA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5BB857-018D-4093-A1D4-C40A819B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992982-A266-4405-8E1C-7A0285B1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8EEA80-834B-4E64-9C97-1953527C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2A4E58-57DB-4B77-A959-9A8A669F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A6C391-6C66-407A-BA65-7BC62CD5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5A74F0-1301-46BF-8A8F-44FD1D61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CF02E7-74E5-4603-80ED-E2460FF5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E8E809-2F34-4D2C-8DDA-B3532BFF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9C42A4-9F4A-492B-AE1E-E9402371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E9911E-77DF-4DD1-AB57-D4B110A6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23E390-A39A-4D08-8E15-4305E2CA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E45C94-17A3-471B-BA49-E22596D8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7E69AF-1F59-4740-AC72-FC10F47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370D12-6671-42D1-8E6F-C29B5D4C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476A76-7F74-4858-8256-75124F1B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20799310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EDDC67-2B1A-4D46-A5E5-2E490AA0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195E3B-5159-46A3-B031-D2B5E1D0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780A0C-A5C3-4BC2-938B-6BC36637E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6FEF2-CDF1-4586-A47E-692211DD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1FBB6C-A40F-47FD-A7CA-0408AE99B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9ab8ade2c446e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E2EDB8-C533-4C01-A1C2-60103B52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B19AE3-4E1D-4FC9-88E0-0D92B8E0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551EEF-C057-4F51-B5B7-53A3090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6B2B8-19C0-493E-9FFA-B575AB3D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9D9A00-DBA8-4A34-8756-F0CC8618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6eecebcb445f3">
            <a:extLst>
              <a:ext uri="{96DAC541-7B7A-43D3-8B79-37D633B846F1}">
                <asvg:svgBlip xmlns:asvg="http://schemas.microsoft.com/office/drawing/2016/SVG/main" r:embed="Rd030e23eb9ef4cd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B0D733-6DE0-4C1E-A15E-BD877A7C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8AFBF2-5A74-49BD-8504-B4BE6A08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5CE01-7440-4688-92DB-47EF90C9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C4857D-9EF5-44A2-A424-996BF8D3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C95B38-CA18-4F75-AD54-005460B6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EF5D2C-6D54-46EC-AA6C-EA937A40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2CB22B-B24A-4DAD-AD73-15CAE82F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54931A-9037-47E7-A31D-A00074C4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BE32E9-A34C-4A41-B1B1-C7200244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02633F-945B-43FB-A799-8C3DE8EF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8D83E1-F765-4C87-810E-5A6AE604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369AE7-CB57-4DE1-A8E8-7AE83217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5D5134-18FC-412D-9C0C-0CA8F3B2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468393-B2BB-4A34-96FE-E9A0EA1A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D3AA65-531E-4283-A1F2-899DC4F9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9851F2-CD82-4BB5-8470-9BB2D0E1A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0592CB-EAB4-4644-8EC9-15C49F89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C73CA5-BF4C-4118-897E-B145C97B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9EA673-6269-4FB7-8B10-78B338A8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43DAF8-9496-483A-84A6-A7CF674F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7993033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62C0B5-BA20-4E76-9618-0D4C837D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4DD9ED-2B57-4185-99BC-1C55A9BF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23ACF-22CA-4D12-88F8-595692C3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B4D2C1-4451-4065-901B-D513CED6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088FD-62A7-4998-A7C6-796C9BF1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65002761374d6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20D173-0BCD-47EA-9EE2-6D03FECB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E1EE8B-F97F-4190-82D0-3CD680C6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9D044E-2B60-4D5E-8797-3852F391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3D5E6C-2BD8-40A9-81AC-A7D009B4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8B2CBF-F962-406A-A2BE-B0693419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04b1dc30b04784">
            <a:extLst>
              <a:ext uri="{96DAC541-7B7A-43D3-8B79-37D633B846F1}">
                <asvg:svgBlip xmlns:asvg="http://schemas.microsoft.com/office/drawing/2016/SVG/main" r:embed="R0e17655483dc4a7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341E06-AA52-4171-AF85-F80C638E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878134-D661-4BC3-88A1-B99B1834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1D949C-E77D-4785-8D3D-6956AC92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AA7F50-F647-41C5-81C3-3A577DFB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31BC65-0412-4015-B47C-ADF6E001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E484B8-C9EF-46F6-BADE-684994D9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30B259-80E4-456F-8A14-695DCD56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B93556-69DA-44CD-8B5C-B7888A36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3EAFDD-557E-4F7F-8201-965BAAB8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BDA565-017C-4319-9A2C-91C84A84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76B31E-FC0A-4B1D-A914-79C0CAFB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71BB90-8A01-400F-BEE8-853ECF28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D44567-7653-42F4-B7D8-7FE744AD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CF6F9F-62F4-4B07-BED4-BCCE0C65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8893421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81FC05-F74A-4F5E-8DFA-83707CAC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523BDD-AA75-48FB-9AD0-4324EB17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E1495B-71F7-4B0E-82B3-C9071E8D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BD7708-E2C7-47CE-981A-9D202DAE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1F90E-0AFA-4B71-97F2-F750A0E5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5ad651c13470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0309C9-3DAC-44F8-8D28-18CF40AF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AFFFE5-7F9F-4B0A-99B1-C9DE9C67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59D0C5-CAC9-4271-A454-33F3CFF25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49F336-1790-42FC-A44B-B6D7A56D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C7D8D4-5F2E-4FEE-A26A-746906FD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65071cb284bae">
            <a:extLst>
              <a:ext uri="{96DAC541-7B7A-43D3-8B79-37D633B846F1}">
                <asvg:svgBlip xmlns:asvg="http://schemas.microsoft.com/office/drawing/2016/SVG/main" r:embed="R3ad78c8b487741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9591A1-F74B-42A0-B8F3-A7311E02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3CCEBA-2845-4A86-8DC9-6E1256B9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3EE845-12E1-477A-A390-7042749A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21B18F-61A1-4D87-A9E2-580C6F88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784213-647A-4214-83FB-A4A285FF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539E77-06BA-4923-94F9-6DCDF771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6B4082-6428-457D-8775-CA556EE0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A19BCF-FE9A-43EF-8587-F45B8200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EC2DB-835F-4F84-AB03-368E4D02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EC2300-B872-479F-AD53-4D740304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4723DE-C199-46C7-879F-8EF996EB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E6B7CD-C96F-48B3-958A-ACA7CF37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BB20A8-6002-4F05-ACB4-0D15B2888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3DDCB6-1C10-4C0E-929A-ACC6A92E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7157182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11B1C0-EC98-4928-B326-E7D2A5D3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2A85E-DDD6-4D11-88EF-59D1863B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25693-D23D-43E1-A393-EDA4BDED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D9B33E-7D05-4481-B425-C2A41AE8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6A43D6-8891-4E8D-B381-71C96EA7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3e7b2275db4d3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EF8F63-1FFC-476F-87ED-24B01E19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83E50F-F227-4ABE-B80C-D75E3616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BAF180-1FE6-40D1-AE2C-DD35B195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B27C50-5C36-4163-95F3-E2D608E1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FD18F0-0F61-4CCA-B169-EDE55A53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a2450848a410d">
            <a:extLst>
              <a:ext uri="{96DAC541-7B7A-43D3-8B79-37D633B846F1}">
                <asvg:svgBlip xmlns:asvg="http://schemas.microsoft.com/office/drawing/2016/SVG/main" r:embed="Rd0c22a5ceded4e6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FB16C7-FB32-47B6-83BC-8A38AFF4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59E0EE-5995-43BE-B33F-1FBB406C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5942F6-8C35-4A4B-A72F-B8A6EFAA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11C64E-C9D7-4251-BEC1-4DAD8CF2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AA72EA-1EB7-4940-967D-50EC9173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89136-8C1E-4CA0-9CDF-3D22B6A7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56AC10-0B59-4C2A-B883-AED765D4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EC47F4-1179-4250-A763-03D7A646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BE6FFC-1F80-466F-8F42-5329D242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9027CF-CE95-48A1-B918-FAA0E65E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7ACCC0-E354-4D14-94F5-99B821A56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299981-2CB9-4BE5-A235-FACBA750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B6B67B-C5FE-45F7-A54B-15C78624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C3A944-725B-4A0B-9EDA-7A4CDBF2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4D43BC-69EA-485A-A986-5B877628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D0E1E6-0212-4690-8716-800389E2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DB7386-57C0-468B-92CC-417AD4DE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DC8240-885D-4A32-A08F-BBBFDEA6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77DB10-A931-42AB-AD2F-1A9FD915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8026FC-9492-4746-851E-EB2D185E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1FE210-F42C-41C8-992D-20025A92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3ED6B83-5F3A-4AD2-9DAB-9511A3F1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61503100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7418F4D-E5E4-4667-AAC6-5537454A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5996BB-438A-42AD-8A43-0D630F51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8F5FDF-3777-4C67-815F-BEED3EBF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F85ADE-E6C1-4197-9DAC-FC115ABC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318349-3077-451B-AF8C-819D45DE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5fda23b4b4a6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31ECED-0322-41EE-8677-0F9C81D4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5AE05-9FD0-4C9D-B157-36A6F9556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D9000C-2380-445F-BFDD-95A198F7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B1F52-7A5E-45B7-91B3-37E0BEEA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AB84F7-2ADE-408F-9816-2FCDC6B1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B6CB74-6E17-4E2C-BF0F-5F1248F2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523348-8B52-4A3D-B39C-4DA7B35C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CA6FDF-BD70-454E-8B40-FD45B6E4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FE1473-ABA1-4023-852F-1F03B06A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095B60-760B-472E-863E-1A0A5630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FD4F62-A366-49F0-882B-2D9F2D17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BF5275-1422-4954-9452-8C887FA7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97CBA7-A727-4C31-9243-E39A7C94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068F82-CA17-4232-B729-5A58991F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5C5652-EF9B-4BD2-8B09-4AFC34D1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DF5389-A84D-4D38-81B5-69E9870A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0A1596-4CD7-40DF-B50E-FE8AED73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B44BCC-7E9E-4F4F-97B9-81CC2E2F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2DB0D6-B95A-43E4-9A4D-A73A43E9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0DD639-CCB6-408A-921F-4A517B0B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DDE8B-3CF7-4EB8-B1CD-0AA2DCB5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6DA39F-3BE7-44D9-BAE3-4B340D00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A5DCC8-3286-42B5-BB8F-BF84A9C0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56C27C-32C7-487A-9D08-4BDEB12D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250912-B499-4272-8981-C17CBF45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F61C68-FAF5-47A8-AE1E-D586F635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9267D8-E913-4DEF-80B5-5827E4E8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09B62A-3549-4224-BAA7-D91E5514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9C6B57-8AD3-4938-A12E-499F20F9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FEC887-E9C0-4EF2-9C81-96741D5D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68FC53-8EE2-420B-83C9-617792D2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57E1CA-0BC8-4C35-BB16-858605FE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C8326F-5833-4C7F-A73B-8EB85B49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D29F6B-71C4-43F3-8B59-0A9E953F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C9DAA7-16DE-46AF-B7D6-5CD94DEB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43BA0F9-84AE-491B-9E9A-2E699522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311E22F-F546-402E-AB02-31FE5DE7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176BF3-5514-4A2D-A6C8-19505694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87F22DF-50AF-4DE3-9FAB-35A2CFE9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5DB6D0-7B76-46D9-88DC-144C2EBB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BA4C18C-BA80-484E-9146-6F7620FA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1237AE-F0B2-4A87-BA66-41AE188B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071F1A-5D97-4DBB-8AE1-60E45AA7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DB5B12F-E80A-4CCD-A45B-2D39C2C4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8BAC201-F007-4674-8FFF-38C22C83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4C77D38-9A58-409B-98CC-7019451A9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B2F56EA-FC94-451B-8085-BBE8D8D3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C38B27E-6FC7-4241-AF17-434C1A36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0D2BED9-F2E9-4197-9E79-223374B8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B110754-687E-4A91-863C-94BBE03A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44A4E4E-5AD0-4742-BF25-D8F951C2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BCACA30-1A78-4058-999C-E83A2580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07B721C-C65A-43CE-A1EB-D2F047DB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6FE0CF3-EAE9-4767-A84D-A397CAAB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C30514B-06E3-4063-B1F2-0A6C823F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7CF5214-3140-42B1-8179-D0F69320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E4BB9A5-7D44-407A-9AAE-A2642203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2A79517-015E-4EDD-881D-651C8B8A5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0482EAE-21CE-480A-90FC-9DA3FE50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F59F2AF-E858-466A-ADE4-0B75E6E7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525FA0E-17E2-4649-9489-9612A71B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01CF4EC-B207-4A8E-B040-64B34171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26B2DE8-898F-4D0B-AC55-6EAB31AF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18CBDC8-F396-430D-A5FD-AA8E543C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F34DCA7-3B42-4B6A-B38E-CAF9945A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61F7B33-5A95-4596-B02D-C37F219A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357E222-3F0B-431A-9E40-377D2D4E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9CB1C81-791D-4272-A2D1-5C6E5052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B8D507D-0EF5-4F47-8206-174EB78A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29B0815-E2AF-4B45-A6BD-E183B544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727D114-72E3-4F8D-93BA-5A96C9F5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2CA25A9-D194-4A2A-BE4D-95BC1391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158B882-78FC-4112-8F66-F3E237D7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49551CF-386A-4EEB-B2A4-B07DBE11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0C16A20-A576-4D37-87C7-8FE49515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EB60C6C-AD66-49AF-899C-7A274379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4390433-07D8-42B0-A576-DE310F69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9CE87FD-695F-4EA3-8BD6-6C6D9EA6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50D1B1A-8F95-493E-B1C0-E14B3543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1C670E0-016D-4D12-B7E3-A9CD3BA7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FE238CE-CCE8-4A17-BBCD-35AEC34C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708896F-B654-4E1E-85F4-88614E47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86A3429-A403-437D-A4BC-8A7B331C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8EE9997-BE50-4CDF-9502-61AFEA60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FEE79FD-1AC2-4946-9034-B846235E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78E7082-5BDB-4499-930B-8D627482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BD8E34B-BEEC-4CFE-9821-5E8F963A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756F594-08C5-4AE4-B6F3-49D91858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3685387-332C-4EE2-AE8D-C5921AF7A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C14C771-6BCD-47C3-B91D-953A603F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307FEE3-F22C-4614-A756-CE48961E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70A5B05-6410-498E-A4B5-E95F6CAF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5DC34C7-4D7E-44A8-A639-55C3B1CE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51C9C92-9874-42FB-B001-C790D3F3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D73AD76-39B7-42E5-8A86-50104996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4495272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7C16D8B-A652-4208-9DFD-26898D5E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4152F4-29EF-4E75-9C60-B890CC4C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2F32D6-EB0F-4DDB-A9A2-36947431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EECCE5-5C16-4F2E-B1BC-917128A1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B5E94-6179-4916-88C5-68196AB4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d5be8c5c474f3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68F3F1-0775-482E-B49C-600CDC11F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18D936-64C0-4F60-884F-BF1B9F1E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0AD741-5A96-4F15-8F6E-8E7ECFA4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3AA88-EE0A-4E70-83DB-0F7F6825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461817-C982-4AA7-8442-9DA6192A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9DD6EB-9D4C-44D1-BAED-50D304B5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7800AA-B480-49D9-BCD2-3492A4AB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CF5408-1AC9-437D-A52A-BEFD1EA1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31E0DD-9F32-482D-AE5D-3343FEFE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CB1FAB-851C-4A7E-AC04-3E873725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6F6936-558E-4B69-85B8-995B6E078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C30AE1-B6CC-4E03-AA99-0BA8C164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4AA4F7-6876-4F9C-9584-4626E226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4FA3F6-E874-4DE4-98BA-5C5191B5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D16ADB-406F-4105-9BCA-49D65822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EEA0F8-98B9-48DF-965D-87F1729A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A2B7D6-9DB7-4B64-A6FC-BD9B2258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D97C1B-1272-42E5-9DAD-CE97E6DB1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C2A758-8103-4D5E-9521-F9C6C7D1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41DE14-777A-449A-B6BE-D00F44D1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9270D5-595F-4344-B494-584B5A91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E4E44C-E1AD-4296-845B-3D3E6465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A305BF-1C29-43E7-9A54-D0800B18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7136CD-EAF7-47CA-A23A-6BF9A75B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88CC31-FFA6-42B9-8EE3-247314D0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FC774D-18E4-4C26-BA59-7F1E70DC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D5124D-B31C-49E3-AD56-2144BCF0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008E67-0FC0-43CB-BAD2-F71CF040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4E8C3D-62D5-47A1-9478-C465F3EE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5043E5-560D-4DCD-B6C8-53979444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1C43D0-6007-4E5C-B981-1E52A336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E3A2C2D-BF24-47D1-9538-7C4F01CF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71A8B3-A66A-4EC3-BAF7-7DF426FF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C02CC5D-58C8-421A-9CDA-C7F462DC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97450D-16CA-4407-932D-FFC0A6E1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D467C71-F698-45DC-BF73-E735B52B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51ED5AA-F2A5-42ED-AE42-ED88D08E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C9FCCA-82D7-420C-BE14-9FFC8E41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89BE253-6897-42F1-A3CF-FD315CC0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A717A60-FAB9-42B1-B8AC-F30D5D9E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D2C9DA9-765E-4DFB-A148-962E12D2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3E5F1FC-37D5-4A70-B3A3-46687DDC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E4D4E86-9C84-4013-8D90-3D925D9B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4963B8-3C74-445B-AB4E-E840EE72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213D179-9453-4F4D-A4A0-396D4CD8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1233113-7EEB-44F6-8234-54A50887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2B2B491-1864-4A77-BFD8-8F45EBFD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2864152-F6FD-441C-9A1B-706A7967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5A3127F-F77D-40C3-BA22-E105DC22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4100FEE-F7A2-40A0-9957-24622530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82AEF6D-6E49-4D72-B0CF-77A4E57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34C0059-A2F0-4557-A8E3-20DBF3F4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C0A3657-14D5-48CD-85A3-80F7FFAD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2F58F8F-8BBF-473F-84E8-104F3B49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6CEDE65-CB49-4007-9155-300981D7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6D5B4C2-B5E4-47A3-A4FD-CEF299F4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63E9C47-0D96-491F-BA81-67095683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2B88B68-DCF6-4CC0-88D2-A5B570E3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B141EA5-051F-46C2-BE3A-CFDAD666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E074318-DD41-4059-A2AE-0459751E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1DDFF28-CE47-4A4A-B20A-A78B4E07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B04FC09-8B37-4027-B071-66360F86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D127B5A-83CD-45C0-8B94-9165027A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69B1CD9-79A9-48CD-8547-2B41D5E2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7A51C88-00E6-4F19-BB8A-858434A6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A1F5D21-2A6E-4A5D-8FBD-B94B0685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599EBC0-FA95-4DAE-9F7D-83D0685B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0168B07-7C33-40C6-8865-BF7FEA0C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D179FE1-6CE6-499B-A081-44E7D187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43C7654-5CC3-4B8E-8594-008E694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DAA60BC-D79B-4768-88C0-47565FCE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4F18F68-1441-408A-9C7A-CF5CF972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86F846B-1F0D-4646-9B99-73EF1108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C6C383A-021C-4074-8E69-2CDAAC7C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0DB018C-572C-48AF-8701-9229051F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70B1D6F-50F1-4914-A0D9-094A230D4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D8663F4-46BB-4A2E-8974-B0130934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E3F120B-A3EC-466D-A0E4-5B9B1512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EA033C6-291E-4AF2-8321-9CBD24F1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DDD6C09-E74E-4B86-B44F-8F496D78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750FD40-542A-45D2-8CDB-8E9C1FD6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8AEF847-C393-4325-AE7C-57089D63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4E1B8BF-6014-41C8-B1A3-9657BB32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92FD977-5550-4868-BB5E-3723A33A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CD412AE-A802-4425-99BF-630A24C9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68DEA30-603E-4D1E-8BD0-ABBBFB3C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D9BEC03-6215-472F-B9FF-A88E2907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93AF1BD-0A50-4B97-B547-90D98FC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BC46AED-CA43-468A-85EB-2B3661A7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27C1A29-8741-4BF5-B8BF-5F30871F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E775A3A-6F14-4D2D-B1F2-35425919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121F67F-B1EC-41B4-A2B5-5D431523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9382D70-4C1B-4237-8BD4-A079E4EE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ADE5962-77A4-43C5-AD06-CFF70A65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9EC8078-5C7F-48CD-B3C0-CC6CC46D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6D3EB53-6E22-4BAA-8BB4-F59AF158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9251417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E516150-6B0E-4206-9626-AC2E6C62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0DCAAF-3B25-41BD-9690-AB6E7AD3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C6FE15-5DA2-479B-8EB1-8A3A0C4D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4604E1-5F35-4EAF-B1C0-DA437745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EBFD0-A3E1-4A69-A287-230CB55A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d54d15a7d34bb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5ECF1-DABE-4228-B02C-12EA98D2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8A55AB-61F4-4FD4-ACF6-87AF051A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9D6F51-B359-486C-8211-0C01333B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B86C24-E2A1-4882-BFB2-1162D63D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F709B8-96CF-40F2-95E8-3BD23C2A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D6EC7D-43E7-4314-9B17-5C57AD62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017ED9-EE05-4FF9-BEE3-C9B4DE61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B9524B-B3DB-4F14-95BA-B37909C29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1B1592-B3A7-4177-A789-B59A4F73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5F2C6C-5043-4456-9155-B636B686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189D5E-0F92-4BED-BF24-E0D1E6BF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4E5433-6A72-4967-8009-D5FFF57E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6D5980-55F5-473D-ABD4-D4700986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143886-9190-41B7-8AE3-B26AF52C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7EC182-8C78-482C-84E2-578F738E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556EB9-E48E-4AFA-BEF4-2345904F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14A9C7-0649-41CB-B0CE-0A529F19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021989-E319-4215-9571-1A7B1743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AD155C-9E7E-4750-A161-96699E9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04AFAE-1723-48B7-9899-7AE032DF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2BC66E-CAA3-4D9D-845C-0CE2DF21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8DD065-C9F2-401E-A33F-6526995A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7FC04-719A-4472-96A5-D9D87F5B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1F2AC0-A877-476B-B671-ECA8DE7D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1999BA-C2AC-4C04-8F01-69948FA4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70D656-8352-454E-9126-C8124577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5D01DF-8365-4510-B755-32CD57B1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390A3B-1F95-472D-A32E-3C87DA14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8405C9-2375-4892-90AF-37F138B3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35E059-9DDE-40B7-B40D-EDBD0B9E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B6BD05-1245-4BD5-AD92-65FB2C79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DF5670-EADC-4047-A6F0-6AF400BC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16C477-30E0-43AD-BC87-0131BADA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6B8CCF-3943-4EEB-9191-6D178DC2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60CA23C-FF3D-420A-A33F-E7DF1D57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FF019E-52CC-49AD-ADBD-44976BDA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91E24B8-0661-49DC-AEB0-134CC46A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0B2B209-4464-4F02-9A31-CC666BC2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242520C-DBEB-4B66-AC7C-498994F1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57AF27F-1DA2-4EE9-ABCC-5B49A5F6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E9874B7-8144-4ADA-ACE0-A6599D68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9119405-C4FF-4B36-AF3C-9BD99DEC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F3F517E-E839-4AD8-A348-B33A1521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D14BE9F-B706-4849-972F-31DE8F42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925F8A9-E3D7-4431-B829-14B79FA9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42D2D6-2BBB-49C1-BEF2-F01589C0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974240A-847C-451D-B2ED-7732C4FF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2C495B0-2F01-48BB-988E-40E56A95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126397F-4B8A-4A51-8AD7-5253C26F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D5D65D5-EC67-4342-94FB-3681F64F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0A2B54D-D3E4-4C72-8853-CC72D152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D8386C8-0FF1-4957-8A67-4AC4ABD3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85FBC0D-6E60-4A94-8BF4-22364B91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25E99D-BD49-4B31-98C1-DB80B7F6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49B1A72-9C4A-46EB-95C4-D88B5282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FCDE705-E39C-4624-958E-3ECFB4BC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D1B5EE1-3706-48AF-9F70-8E51C648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B783A6-0FA8-44F7-A8FC-C7B5141A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50F5CE9-F3C6-441D-9E36-E34DF3F2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8E28AD2-3D2E-408F-9A02-C14791F4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EB3E042-C7AF-43E4-B362-7D9872CE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B988E54-6B8A-44C7-A475-E133B120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8EE6368-4C0C-4E48-9D7C-ADDA8684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3C00CB-35D7-46F5-B516-145788EF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4390CA9-4490-4700-8685-A2A2A4BA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DE4BE6A-6101-4C8A-80D3-B7EC7B57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65D09ED-624A-46EF-9193-27279368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1D2DF6E-A1C1-41C3-958B-3D927A8C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601D8B6-65B3-426C-9BBB-DA375C14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062C940-5C81-4C9A-BC31-3A23E4A9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7066538-7808-4C84-9B98-1306E3AB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505B5D6-B419-4FAE-B916-2CB93E27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E83157A-E237-4F96-80F2-E2DE63A1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47BCAED-8F7F-49D5-80BC-E7F0D0CA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5814410-374B-44EC-B130-103DD732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0AB6C7F-93F6-4C2F-BE53-9572364E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EB85BE6-D867-4050-92CA-BF8BEF78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53A5F81-94D1-4900-BEB9-E26D5825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0C30149-871F-467F-9754-6A50C8C9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8898CE1-0816-4338-BAD0-A9477CF5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C2404C0-135C-400B-8260-0C87365B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D3C2AC3-2700-4D1B-98E5-159325696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2757DEB-F361-42A3-A0D4-84ABC846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F29FDB4-EFD7-4823-AFEE-0D2F1732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1B353F3-8371-46C6-8149-DC9D86DE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D1EBC12-DD9D-4488-9FB3-1018F9A9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B6E20E5-CE3B-494F-9328-EE6F3DF5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DEFACAB-165F-4E12-BE1B-E16F2C49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379D1E2-4D9B-46CF-BDD9-F6B41454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22F7422-B911-4353-9A9C-594D4657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3C1DF55-7849-41C4-B5BA-41DA6FCE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9957431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34A4D2C-593D-4CDF-BD8B-907FE6CD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CBF3E9-39B2-4141-8514-5887D230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92BDC2-D213-4600-AF9A-6BD41A54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8A4FAC-521C-4ED8-9199-2145D8EAD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8BC1EC-5A4A-4128-8AFE-FBEB21BF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fe9b80d3f483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96C15-C7AB-456C-9D88-58CA0071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256D68-31B1-4E0E-8D74-75403171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D9618A-91D4-4F2B-8932-EE50FEA6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890E09-F6F7-400D-82D2-988A585E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D89C97-8BB8-492F-808A-DB1C1D22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B6E9A8-85B3-4B68-B87F-167C7CD0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F9A3E3-C52A-490F-BFE2-BC94D5A6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CB4A06-67D6-48C7-B86B-8AC5B95F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632B18-A015-4F7D-AAC0-30E0B332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6690A0-BBC4-4310-B017-30673BA6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2E1047-DCD9-48FA-BC47-1F7E66C5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1FA82F-1CF6-4544-B6C3-A5C3EA2B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2B4BB3-8761-439A-97AC-88522224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C247E5-4BA2-4C85-861A-692A3267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5DA495-B5FA-4A35-A724-696DFC76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34AA28-515C-4AFD-8DDF-28019008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23A7A2-549B-45FD-8B72-CA52C7A0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01888A-6384-45AD-ABFC-7E2D42FD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255D6E-A177-474A-B0F1-3B4AFA95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626EB4-B6D2-46CD-A223-4FE521C9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7B4466-9EE2-41DD-88ED-5014A585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ABAD1-FC74-4406-A0D4-26E3911B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002573-B452-4989-B600-8597F9A4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F03900-9520-44A9-B52D-E39C306F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92536F-52AC-4C8F-8E4E-D16B698B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E0242F-E460-4651-8B4D-B811EFE0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E1AE61-D147-4F25-8997-A04016F4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13F7730-7EC9-40FC-8960-352D67D3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04A9E5-E211-42D6-B0F5-B628FFF5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665BAA-548F-4D65-B71C-599106E3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0E293-163B-418F-80ED-C0A15BD2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BB3466-DA80-4DEA-A340-7C74DF20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4BA022-27B4-44EA-ADD9-D369CE97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5E55D4-499C-4A78-B172-A5E3C786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3CD56E-E59D-434E-8292-4C980C9B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E76372-474A-4FEF-AD8C-0FE68C4D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874D885-E25A-475E-B201-70FED781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1B1720D-C674-4C6A-AA67-8C046F41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DB945B-B311-4CAC-B6B1-C8784226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83D4C89-5CDE-46CA-9B58-72B7414E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F6943C-97CC-42E8-8443-637EAE97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AB99B45-FDEB-40CA-B2EF-9E4D951B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5700A82-8B9A-443B-823D-6C65BD37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6FDC256-F98F-443C-99D2-4F579A28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6B0F9DC-B9A0-4B8A-9606-8C6B8958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985CAE4-EA17-469D-9A87-E9BEBFD7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E13894E-897E-4723-BD56-6B27CD63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0EA92A9-8A27-455E-9DC0-184F9850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D02B7F9-29D3-464B-BB7A-FB234462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2D7D308-9472-4E34-9028-F622166B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71E76ED-4881-4641-BB4A-89C33AD1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AE65A8F-CB74-4067-937A-FC3189D3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986975C-9621-408D-96CD-754A2AA5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DC11B55-6B45-46C6-9F02-B98A970C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B3CB58D-0876-45FC-B46B-4C7610F6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B419EB0-9439-4ACD-9A6D-20A5FF76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BD0ABB0-15D6-4E14-8175-1AC4BA03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6963FC4-DD83-429D-A01F-31A5E48E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E4BE725-58F7-47C2-98E7-511A4AC5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E12B4B2-29E2-42A7-A5A1-11207EB7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3652C99-A3FC-403E-81BD-95C9A906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F827752-BC91-424A-845E-D4CE267C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A943845-13A4-48F6-9412-CB3B4685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B1476D2-C535-412C-BD9B-800F88B1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B3EA9EF-AF10-44CE-BC51-FA9557A2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2A8F67F-6310-411A-ABC6-C1591240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8A61FA1-40D6-4D78-8590-48F73D78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F5E39A3-403F-4EA1-B2C8-3E2A40CC4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3424A42-DEBA-4490-9391-B39D99FE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644C8DD-583D-47A4-8209-0D78BB06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20C7B8B-22B3-4238-80CC-C93E8CB3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DC9FABE-BBC9-4D99-8446-DE6AA55D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2A396FA-D275-4FB9-A02F-8CCC6B61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4712E3A-1665-4D81-B8F9-0F1BF65BC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23906B8-7DC5-470A-B853-D607AA20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DE31CED-1106-4668-BFB8-72B5DF8C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FD691AD-211F-4772-A788-C281B8CB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8A90CAB-EE99-4A94-8AB0-1EF7D6BD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333352B-A43A-467C-B625-3484AD39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46D5E78-AE85-409A-B5F8-69C1863E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E78765F-7597-4B9C-9A06-D7238D67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89E650A-9698-4432-A140-B6ADB9E4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825F23D-4218-4633-8A7D-55BD4B03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EA6C268-5CEE-456E-B872-60A5AC27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82DC3FA-A2BA-4BF8-9BC9-F4CC275F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36B42D8-071C-4166-BC31-024F6EBF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6F11538-5539-4926-98CC-7DFCACED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08575A3-ED41-43E1-A4B9-AC4556FE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2E886CB-BA00-4946-B04C-6168F5ED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134CF5C-1E9C-430C-89AD-EB8FA994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B14C190-C4F0-4C2B-AC98-44F66928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E33225C-C305-423F-A065-2C4CDA83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BF7641F-69F4-4BC0-9CAB-FE437AE8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83541A4-4C04-4033-A606-4F1392E0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076719A-ADB8-4A71-A666-53EF1975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0110216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A48BB72-E8BE-48C4-A263-77CA7080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DB42F4-9843-4842-81D0-733DBC7E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ABF45-1CAE-4009-894B-2EA3E9A0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442C5-693C-43A9-9BCB-0CC4B529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39198B-6338-4555-A273-CA07D5586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9197b9cbd941e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AF77B8-2DEB-47E3-9FA3-70BEDDB2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BE86DD-508B-45E5-A3F2-93B71E0A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BA0A59-AF6B-4162-B062-AF21CC91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E7CCAB-1D82-4A41-97E0-C97C89A0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7B56B3-F752-443F-943E-A839B369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DA84FD-C2B1-40D3-B592-30308AAF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24F59A-FBBE-484E-AF86-86F47EC5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56E83F-D7B0-4103-9A31-AAB1BAB6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F65331-8F4F-49C7-8059-FBF71D6B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4F077-F191-4BFD-A0A7-CD02F709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6C9C8-394A-45B4-948E-D78B8D26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2911C5-ACE8-41C7-895D-CCFF85F9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E996F8-6D22-417E-9F9D-238D1DC6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52B98D-462D-4FC1-8E20-70BD27B1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25AAA7-D467-430B-A6F0-03250121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53600F-FE9D-420E-B1B7-4EE26F7B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5D6444-EDCB-49FF-8A03-A4CB4731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5CC043-23B4-406A-ACC4-44ADBED6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6EBC15-BEA3-4874-A5CD-8F85D288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2A730A-296E-4EA9-8631-ACEEEB5C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F5D93B-8871-44B8-BBE7-60B492E36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0A81E3-5A19-4FBF-BC0F-E8ACCE16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6B6CAF-2CDA-4D8E-AEC3-65FA6B63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25E4B3-AB06-4CE1-84B9-C3ABB34C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A64DEE-5148-468A-9087-1B5EC1DA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2C2BD5-BC0D-470B-BCEB-3B0E5B9E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2D20E4-D52D-4E08-98BE-4EFF24DA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D86DEB-C994-481F-8138-C8DE8A73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1C4195-F396-4047-B58E-F22C990D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822D01-03CF-4D7C-8F36-7AA5EA3D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0A9434-1AA2-45EF-9327-36EE0F7A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DAD1F8E-F380-41E9-82C9-94E12DA1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5450B3-289E-4AB2-9E6C-42E13D44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55B52F-A419-4296-9B15-9B45092F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C4A30B-D971-452E-9E59-7C0111D4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F4CA5BD-F9FF-46E6-95F3-D164C523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2448DC-06D1-440B-B171-B6BAB2CC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432F87A-082C-47A3-84CE-9293DD62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770040-7C25-40BA-AD21-DE3B81553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29FFF96-32EA-4F83-9209-821B3E0A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B5B5394-F93B-45BF-8D42-65978D62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AAB2EB4-120E-425C-800F-CC966636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6911108-69F2-4E57-B80A-C0AFB68C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7544B3-1BFD-4189-AB78-FA7062069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F974416-8F63-497E-A66D-7FC2E1A9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EA046E3-D704-4393-9076-88C5884F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F52A885-0C49-433E-8231-4CE1BB42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296C077-AA73-4077-AB52-4BA7EC66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08E505D-C295-4FE1-A0D9-6C59D65D6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1ACDA19-9565-4248-8EE6-BD5548D8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399384D-069D-4642-A9EF-88972113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A9D66F3-CC2D-4C42-9E53-2E90C10E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9CB61E5-495B-4FB7-9717-8116B154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1801123-5AD9-4042-8C4A-24D4DEAB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08D430C-DD79-4836-8517-0EBECB43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D7A4E3D-851B-4536-85CB-34B455F8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8C6B2F7-282D-4C6E-88A5-FE6463F9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9E79BC2-94FF-4DEB-B86E-F719196E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4613954-C8A7-4DAF-B0B1-606CC2AC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D7A5BF6-DC17-4782-90AC-03F12B31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A722440-B680-4435-8A9D-3B71A83F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0650424-EBB4-4B52-AE34-53928D1E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9E08EC9-BE23-40EB-AD64-51B13C55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93C8CA5-2006-49CB-8EEB-5E0C207B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58E43CA-1D94-4A4F-A766-21C054DF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CF25CF2-502D-4290-8B0F-1B588194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6F91634-95D0-46E0-AD65-9E631063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D8A13E4-FB4C-4FA1-A470-27DA5271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0026B66-636B-47D3-AE13-E6BDF570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8EE9509-7DF7-4E07-9BE0-BE2FE8F0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E72ED33-7CC8-48A8-A2EA-74EE9D2A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B9C8B66-7D4D-4C44-9732-C7931A03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3340B01-D213-4EA2-BAE9-22B7DB74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892F509-AAC4-43BF-9F33-59BF9DC6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5020E5D-D19B-4709-98C2-2CFA689D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FB974CE-5E26-4D0C-81DD-BA43E39E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0A82DFF-1619-4E3A-9687-D74243BD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B465974-34DA-4B42-B0D0-5C9D77A35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AE84ADA-8A1E-4D71-8C85-5684D8A6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AC9D10F-8D77-4E94-8A40-E96EC225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16A8521-B0B6-42CF-BF41-3BD21CAD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CEBD01A-8B69-4C65-8F74-F0D6DA66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9466CD6-4126-4488-BB6D-4266A2C2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B6FF16F-354A-46E0-AA09-AE5F798C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9398226-F176-4BD6-B07A-4EDB8488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14A9717-D28C-4CB8-B516-F235615C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70D9F6B-8305-49A5-916B-2DCA218A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A643F87-7800-468A-8F53-576AE1F4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811C6BD-20E9-4E99-A0EF-B7D7ABFE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76158062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0792D8F-0918-46EF-923D-CE7173A3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B399E7-7755-4ADA-A2E9-EC27EEC1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AB49E-FF37-4772-908B-D60C7F37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36DFC2-0BBB-4FFA-B2A6-56CD3A40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C27FC-BCB4-4252-9E38-E309BDB9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8b6e70419143f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7777D7-5787-4F75-B5AA-82B22BC1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0631AB-36B4-4FD0-AF41-55C18B6E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727D74-B85A-45F3-BF8C-974A3F83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3C2F5A-38F7-4408-9E78-7C581D59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AFE9F8-9C29-4522-8867-131D3ED6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69E3D1-5006-4B90-9636-0E42B33C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DEBD32-3CB4-4059-B5A8-5E818976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F6E268-F72E-4DA6-A4A1-52432218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A5BB68-CBBD-460F-BBC6-1A0401C7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671D92-D572-42C2-9AE5-91EE7ADF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BCDF49-1743-415B-A394-9655FA4C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ABFB0F-6DB8-42CB-84BD-C523BA13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0B2C99-74DA-48F0-9CEF-CAA0EE2D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183462-56BE-4AB0-8059-1D10B622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F210AA-CB93-4A78-9008-1D89EF25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7DE1DA-24B9-4FF3-BDE8-D0EC9E79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089193-C020-4FE6-BE9E-3C585A243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07CCF6-46FE-47D1-AC87-B3784D23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5F7AA-1F9E-4505-A1C9-A59314EC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55C86F-199A-4D45-9C0B-73874211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6177B5-79A0-40E7-A9E0-D28F6EA9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EFF063-6362-47D9-A8F6-F9DB51A7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9DDE9D-1C85-473B-B9A9-A6C0A54A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F25E4D-C4F8-410C-9B30-E0FCFB66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E2CFD1-3EFC-44E6-8B79-3E3DA95A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322C9E-F43B-4AD9-984A-EBB17258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702800-8894-4CAC-93BB-AD034BE3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9FE88B-748C-4143-85D2-0326DF0E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A67F9E-8BF2-42D5-8339-E21521EB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4E468DA-3991-4A21-AC9D-6CCFDF1C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1416ED-F7C4-4732-B9C5-1EFCF22F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C8D01B-65E9-40F7-B1F5-AD8A31E1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21C0BC-2707-4CC2-8779-1504A6EE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526B3CC-EDA3-40C2-8617-E9E94E27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04623C-E4D2-4082-A09B-6509A3D1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BDA8DB-5689-4F86-BF7C-B48C2031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13C5D25-0B97-45E4-94B6-F7695949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BDA7710-A51D-4E33-92EB-FA19C59D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9E5B3EF-2C7F-49FF-A2AC-3A2A6685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D3D667E-59B7-4B95-B462-DDAF830D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C9B3AA-784F-44C1-84B5-A5204FFB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EAC254-73B6-4DAC-9940-10A6D451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795982B-AEE4-4F42-B41A-92FAE4C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CCC6A9C-B1D4-4BA9-928C-6BBA9898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99C5499-7728-4239-9D40-D330A6C6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767FB7A-4992-4558-9947-120439A1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F95B53C-D5DA-433F-A9E6-D366B843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651D38F-5C4B-4BE3-8011-2FD8ADB3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C93E0BF-21DC-4152-9F63-3F098CE3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909BCD-BC2C-4389-A5B7-C86118C9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4B60A68-BE0A-4380-8EBB-C561DB70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2C6E398-2BF7-4CA7-B482-5B73ADC2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39C68A7-E2BA-4B54-B720-2CAE527F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8A515E8-F308-4F36-9747-639BEBEF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4C2E4C6-6CE8-47A4-B6C3-CA2121EF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1F90FB9-F11D-495C-896F-9BB68B37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3E72304-DF64-415B-A6A3-1DF28F7A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5B5C9E6-0E4E-4055-8822-2B8BA1EE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6947A8F-6134-435C-8CCC-34FF2AD4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2FFDBAB-410A-422A-8EA0-B0C90B37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4C94B9A-48A2-4476-B794-0F92F3A0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921E6FE-58A6-4B99-8398-546BD22A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B18085C-7157-472D-8E1F-7F01FA7A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A2D0B98-5C0A-408E-95BD-2DB28B6A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769424D-7FB5-4684-A95F-DDECC786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1C274C3-2B43-41F7-8EB4-C07E2E33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F528CC8-D30A-403A-AA49-093F133E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30D284E-C9EA-4158-919F-F70954EC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AEEF4CC-2486-42A9-8F30-22CE9154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83CEFDC-71C5-4E7F-A31D-4B122706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69379DB-4316-4778-8483-6DCAA710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B2DDADE-8733-4BB3-9106-CE8D4B28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1E635FF-1F98-43FA-B966-D4773087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8177091-4E93-4FC4-B7B8-82500324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8EA01A2-80DC-4653-8382-79849253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F8CC549-5E38-4DEE-98CE-EE9B3317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B1FAED3-A71B-49FA-9AC5-AAA954C7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27ADAA9-47A4-4B9C-BA97-2A9BAF8D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C801F75-2E20-47CC-BB5B-93E5C2DC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9370F76-7F88-473F-804D-3E269B30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E5D04FB-6681-486A-AD66-F5F73D4D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C912394-AB66-43D6-B9F4-DF14D0AB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917E780-4E2C-443A-B399-215ADDD6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0441211-F5DC-48BF-8D6D-AE64EBAD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001CF38-A9BD-4B7B-BBA8-178EBA07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AD60B43-F08E-4DA5-8343-78178531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1F41176-6E63-4A2E-8847-0AE6F3C0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8B0E34A-6F42-437D-8674-D41CFF05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A4108D5-B2C9-42BB-8159-A0F59A74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EECCD11-0B73-4E2E-A689-94C744554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1E47816-3412-4FC1-9E80-5B1F045A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2B12AFE-F967-4CFB-A70C-94A5E013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7F4AA60-E760-4CA4-8D91-F32F285C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111D31E-9769-48CB-8F99-991BE13D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47CD1D6A-A6EF-42CE-904A-E1DEB97E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0FD10A9-9F67-4293-ADF7-74C2D49E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6B57D34-07F0-4465-A120-8DF71256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B2E23DB-080B-4071-84A7-E6E54964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F8844EF-BC18-4FB5-9B81-D55ACC28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121EBBFF-6358-4AA0-A34F-24E64585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1D8DCFC-1F6D-419D-8774-420CCC99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70FD200-8C18-42BE-A1FA-202C00CB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18AE6FF9-F2C3-470F-A389-7A0E49D3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6C0164EC-7EF2-4A5E-8031-E5666F2D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D4F0D3F-6ECC-429F-8430-CEF6F482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0F7A6E8-D374-4C50-8920-72F8FCD2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1A136B4C-ED3D-4808-A6BF-104FD1FB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D285374-F0F0-496B-AF56-BAA5F1C9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5176D06-61F5-442B-BCBA-5792DDCF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57ACDB1-2C3F-4E21-B88F-8B7F1DAC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FFF32800-409B-493E-A057-8586860C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719ED263-7C46-45E6-913C-C5337734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77B6A3C-E0E8-4CB8-8640-1FE76944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00607F4-82A9-4CC9-95B5-E43F187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9258CBA8-1B66-4585-BB43-E8C65928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81779C5-7407-4100-ABF4-E8317CDD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E9698A6-0C23-42EF-ACC2-3589B2E7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6903FE67-DB30-413F-B54D-06F9E1C1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2E73329-AC03-462F-B73D-E3A19430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944826D-CEBF-471F-A65B-04C7DB39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03E8508-E67C-4A07-913D-A2D73EE6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07CACEED-5522-45DD-8712-2E49F1F2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A20FF69D-B203-4F5D-B666-7B4B8B6D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B88D190-AD4A-4EA1-8638-DD2A1659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C05A693-DC79-4164-A5A4-AAC023D0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337FB223-8543-47B6-B259-C9DA9815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CAFB5B8-2DDD-4733-9945-AF588143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E3DF8F1-9E37-4F36-BCAE-F3E997E5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74528203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0A18A3-D06B-46C9-9C84-EAF61D91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717353-B60D-4C56-B856-F218396E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6DE2D8-BDDB-43DE-8380-3F3D7DBC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FE61F6-3ED8-4881-A90E-3969202F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d32dd8db03477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0E4CD1-1E65-4B71-9D23-F1A9AD9A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EFEEA-CED3-4E3F-87AC-64AE9AF1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34bba96894922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8299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2026-08-24T14:23:47.5170000Z</dcterms:created>
  <dcterms:modified xsi:type="dcterms:W3CDTF">2026-08-24T14:23:47.5170000Z</dcterms:modified>
</coreProperties>
</file>