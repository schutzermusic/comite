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4fa71dc3344efd" /><Relationship Type="http://schemas.openxmlformats.org/officeDocument/2006/relationships/extended-properties" Target="/docProps/app.xml" Id="R94a079fd5371488e" /><Relationship Type="http://schemas.openxmlformats.org/officeDocument/2006/relationships/officeDocument" Target="/ppt/presentation.xml" Id="R8938338222864b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2408ef583841fd"/>
  </p:sldMasterIdLst>
  <p:notesMasterIdLst>
    <p:notesMasterId xmlns:r="http://schemas.openxmlformats.org/officeDocument/2006/relationships" r:id="Rfddffedd19dc4a61"/>
  </p:notesMasterIdLst>
  <p:sldIdLst>
    <p:sldId xmlns:r="http://schemas.openxmlformats.org/officeDocument/2006/relationships" id="256" r:id="R9600d75d763e43a6"/>
    <p:sldId xmlns:r="http://schemas.openxmlformats.org/officeDocument/2006/relationships" id="257" r:id="R9fef19b2e0cf488b"/>
    <p:sldId xmlns:r="http://schemas.openxmlformats.org/officeDocument/2006/relationships" id="258" r:id="R6c1e3ac5302a4ca5"/>
    <p:sldId xmlns:r="http://schemas.openxmlformats.org/officeDocument/2006/relationships" id="259" r:id="R7d6309c9e1b74100"/>
    <p:sldId xmlns:r="http://schemas.openxmlformats.org/officeDocument/2006/relationships" id="260" r:id="Rb90523dce99441b6"/>
    <p:sldId xmlns:r="http://schemas.openxmlformats.org/officeDocument/2006/relationships" id="261" r:id="Rbc0994d254114765"/>
    <p:sldId xmlns:r="http://schemas.openxmlformats.org/officeDocument/2006/relationships" id="262" r:id="R77687ba9ba9b48b1"/>
    <p:sldId xmlns:r="http://schemas.openxmlformats.org/officeDocument/2006/relationships" id="263" r:id="R8f214f81ab114106"/>
    <p:sldId xmlns:r="http://schemas.openxmlformats.org/officeDocument/2006/relationships" id="264" r:id="R6435272bfeca437c"/>
    <p:sldId xmlns:r="http://schemas.openxmlformats.org/officeDocument/2006/relationships" id="265" r:id="R41fb10753f854d54"/>
    <p:sldId xmlns:r="http://schemas.openxmlformats.org/officeDocument/2006/relationships" id="266" r:id="R830f870c4cba4156"/>
    <p:sldId xmlns:r="http://schemas.openxmlformats.org/officeDocument/2006/relationships" id="267" r:id="R2debae10b4f74e1f"/>
    <p:sldId xmlns:r="http://schemas.openxmlformats.org/officeDocument/2006/relationships" id="268" r:id="R0e90513b06b5431c"/>
    <p:sldId xmlns:r="http://schemas.openxmlformats.org/officeDocument/2006/relationships" id="269" r:id="R1d8a42237a844a65"/>
    <p:sldId xmlns:r="http://schemas.openxmlformats.org/officeDocument/2006/relationships" id="270" r:id="R6cd1c420b34642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6bd60ce2d64d2f" /><Relationship Type="http://schemas.openxmlformats.org/officeDocument/2006/relationships/slideMaster" Target="/ppt/slideMasters/slideMaster1.xml" Id="R712408ef583841fd" /><Relationship Type="http://schemas.openxmlformats.org/officeDocument/2006/relationships/notesMaster" Target="/ppt/notesMasters/notesMaster1.xml" Id="Rfddffedd19dc4a61" /><Relationship Type="http://schemas.openxmlformats.org/officeDocument/2006/relationships/presProps" Target="/ppt/presProps.xml" Id="Rbae091519d644a3b" /><Relationship Type="http://schemas.openxmlformats.org/officeDocument/2006/relationships/tableStyles" Target="/ppt/tableStyles.xml" Id="Ra5def299cbb84a0e" /><Relationship Type="http://schemas.openxmlformats.org/officeDocument/2006/relationships/slide" Target="/ppt/slides/slide1.xml" Id="R9600d75d763e43a6" /><Relationship Type="http://schemas.openxmlformats.org/officeDocument/2006/relationships/slide" Target="/ppt/slides/slide2.xml" Id="R9fef19b2e0cf488b" /><Relationship Type="http://schemas.openxmlformats.org/officeDocument/2006/relationships/slide" Target="/ppt/slides/slide3.xml" Id="R6c1e3ac5302a4ca5" /><Relationship Type="http://schemas.openxmlformats.org/officeDocument/2006/relationships/slide" Target="/ppt/slides/slide4.xml" Id="R7d6309c9e1b74100" /><Relationship Type="http://schemas.openxmlformats.org/officeDocument/2006/relationships/slide" Target="/ppt/slides/slide5.xml" Id="Rb90523dce99441b6" /><Relationship Type="http://schemas.openxmlformats.org/officeDocument/2006/relationships/slide" Target="/ppt/slides/slide6.xml" Id="Rbc0994d254114765" /><Relationship Type="http://schemas.openxmlformats.org/officeDocument/2006/relationships/slide" Target="/ppt/slides/slide7.xml" Id="R77687ba9ba9b48b1" /><Relationship Type="http://schemas.openxmlformats.org/officeDocument/2006/relationships/slide" Target="/ppt/slides/slide8.xml" Id="R8f214f81ab114106" /><Relationship Type="http://schemas.openxmlformats.org/officeDocument/2006/relationships/slide" Target="/ppt/slides/slide9.xml" Id="R6435272bfeca437c" /><Relationship Type="http://schemas.openxmlformats.org/officeDocument/2006/relationships/slide" Target="/ppt/slides/slide10.xml" Id="R41fb10753f854d54" /><Relationship Type="http://schemas.openxmlformats.org/officeDocument/2006/relationships/slide" Target="/ppt/slides/slide11.xml" Id="R830f870c4cba4156" /><Relationship Type="http://schemas.openxmlformats.org/officeDocument/2006/relationships/slide" Target="/ppt/slides/slide12.xml" Id="R2debae10b4f74e1f" /><Relationship Type="http://schemas.openxmlformats.org/officeDocument/2006/relationships/slide" Target="/ppt/slides/slide13.xml" Id="R0e90513b06b5431c" /><Relationship Type="http://schemas.openxmlformats.org/officeDocument/2006/relationships/slide" Target="/ppt/slides/slide14.xml" Id="R1d8a42237a844a65" /><Relationship Type="http://schemas.openxmlformats.org/officeDocument/2006/relationships/slide" Target="/ppt/slides/slide15.xml" Id="R6cd1c420b34642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56590a8a774f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792b47596d426c" /><Relationship Type="http://schemas.openxmlformats.org/officeDocument/2006/relationships/notesMaster" Target="/ppt/notesMasters/notesMaster1.xml" Id="R1e5ff209b99d41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7f47f43f8444da" /><Relationship Type="http://schemas.openxmlformats.org/officeDocument/2006/relationships/notesMaster" Target="/ppt/notesMasters/notesMaster1.xml" Id="Rdb63e39b1a714f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f93c3572e343f8" /><Relationship Type="http://schemas.openxmlformats.org/officeDocument/2006/relationships/notesMaster" Target="/ppt/notesMasters/notesMaster1.xml" Id="R49787ac290a448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9f64d3bb0b42b4" /><Relationship Type="http://schemas.openxmlformats.org/officeDocument/2006/relationships/notesMaster" Target="/ppt/notesMasters/notesMaster1.xml" Id="R5ab4b2dae1644b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51fb7411794004" /><Relationship Type="http://schemas.openxmlformats.org/officeDocument/2006/relationships/notesMaster" Target="/ppt/notesMasters/notesMaster1.xml" Id="R32fdb76d4c0248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4ac8d5d3f74a58" /><Relationship Type="http://schemas.openxmlformats.org/officeDocument/2006/relationships/notesMaster" Target="/ppt/notesMasters/notesMaster1.xml" Id="R75d68100eb544c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4902b223b64aaa" /><Relationship Type="http://schemas.openxmlformats.org/officeDocument/2006/relationships/notesMaster" Target="/ppt/notesMasters/notesMaster1.xml" Id="R3070dede2bf44a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4ab8a2989f4483" /><Relationship Type="http://schemas.openxmlformats.org/officeDocument/2006/relationships/notesMaster" Target="/ppt/notesMasters/notesMaster1.xml" Id="Ra21028fa78c648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2a7c6ed8ca4cc8" /><Relationship Type="http://schemas.openxmlformats.org/officeDocument/2006/relationships/notesMaster" Target="/ppt/notesMasters/notesMaster1.xml" Id="R2c94ec761fd249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be806a14be42c8" /><Relationship Type="http://schemas.openxmlformats.org/officeDocument/2006/relationships/notesMaster" Target="/ppt/notesMasters/notesMaster1.xml" Id="Rd9912a99dc03430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fcf64efffc47de" /><Relationship Type="http://schemas.openxmlformats.org/officeDocument/2006/relationships/notesMaster" Target="/ppt/notesMasters/notesMaster1.xml" Id="R03695d2841bb406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a892870b944e2b" /><Relationship Type="http://schemas.openxmlformats.org/officeDocument/2006/relationships/notesMaster" Target="/ppt/notesMasters/notesMaster1.xml" Id="Rb4cb66f14cc141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19233e22a2d47d4" /><Relationship Type="http://schemas.openxmlformats.org/officeDocument/2006/relationships/notesMaster" Target="/ppt/notesMasters/notesMaster1.xml" Id="Rc345e76d7a414a6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8e2f7e3886c434c" /><Relationship Type="http://schemas.openxmlformats.org/officeDocument/2006/relationships/notesMaster" Target="/ppt/notesMasters/notesMaster1.xml" Id="R87f39ad7f97649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3ba3281c744263" /><Relationship Type="http://schemas.openxmlformats.org/officeDocument/2006/relationships/notesMaster" Target="/ppt/notesMasters/notesMaster1.xml" Id="R1f7628c5abdd47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1397d451d4b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c2f7f3a0fa4659" /><Relationship Type="http://schemas.openxmlformats.org/officeDocument/2006/relationships/slideLayout" Target="/ppt/slideLayouts/slideLayout1.xml" Id="R0cd35ae656fe45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d35ae656fe45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d6029b9134436" /><Relationship Type="http://schemas.openxmlformats.org/officeDocument/2006/relationships/image" Target="/ppt/media/image.png" Id="R9a12d519222f497c" /><Relationship Type="http://schemas.openxmlformats.org/officeDocument/2006/relationships/image" Target="/ppt/media/image2.png" Id="R058f9fd4ee2c4d29" /><Relationship Type="http://schemas.openxmlformats.org/officeDocument/2006/relationships/notesSlide" Target="/ppt/notesSlides/notesSlide1.xml" Id="Rabd14fad92f843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cd6ddb4644ac0" /><Relationship Type="http://schemas.openxmlformats.org/officeDocument/2006/relationships/image" Target="/ppt/media/image3.png" Id="R0b96ad106833407c" /><Relationship Type="http://schemas.openxmlformats.org/officeDocument/2006/relationships/notesSlide" Target="/ppt/notesSlides/notesSlide2.xml" Id="R9afff304368a42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748b309154f37" /><Relationship Type="http://schemas.openxmlformats.org/officeDocument/2006/relationships/image" Target="/ppt/media/image4.png" Id="Rb68e298a4e4c4e2c" /><Relationship Type="http://schemas.openxmlformats.org/officeDocument/2006/relationships/image" Target="/ppt/media/image5.png" Id="R1e51aa56dafb488a" /><Relationship Type="http://schemas.openxmlformats.org/officeDocument/2006/relationships/image" Target="/ppt/media/image.svg" Id="Ra1c059dd20c84069" /><Relationship Type="http://schemas.openxmlformats.org/officeDocument/2006/relationships/notesSlide" Target="/ppt/notesSlides/notesSlide3.xml" Id="Rf3fbe6c93fa143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02fd266594306" /><Relationship Type="http://schemas.openxmlformats.org/officeDocument/2006/relationships/image" Target="/ppt/media/image6.png" Id="Rd52bb6caeee443c8" /><Relationship Type="http://schemas.openxmlformats.org/officeDocument/2006/relationships/image" Target="/ppt/media/image7.png" Id="Ra0f47245151b4d1f" /><Relationship Type="http://schemas.openxmlformats.org/officeDocument/2006/relationships/image" Target="/ppt/media/image2.svg" Id="Ra248dc32780647cb" /><Relationship Type="http://schemas.openxmlformats.org/officeDocument/2006/relationships/notesSlide" Target="/ppt/notesSlides/notesSlide4.xml" Id="R3ddeea0fb58240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4dc8f3a874acd" /><Relationship Type="http://schemas.openxmlformats.org/officeDocument/2006/relationships/image" Target="/ppt/media/image8.png" Id="Ra518d5b2465e498e" /><Relationship Type="http://schemas.openxmlformats.org/officeDocument/2006/relationships/image" Target="/ppt/media/image9.png" Id="Rb756f5372bdc453a" /><Relationship Type="http://schemas.openxmlformats.org/officeDocument/2006/relationships/image" Target="/ppt/media/image3.svg" Id="R4c69bdcda4ea4e8a" /><Relationship Type="http://schemas.openxmlformats.org/officeDocument/2006/relationships/notesSlide" Target="/ppt/notesSlides/notesSlide5.xml" Id="Rb590b4de48bf46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b7196d3ff4920" /><Relationship Type="http://schemas.openxmlformats.org/officeDocument/2006/relationships/image" Target="/ppt/media/image10.png" Id="Rad356da174414c5f" /><Relationship Type="http://schemas.openxmlformats.org/officeDocument/2006/relationships/image" Target="/ppt/media/image11.png" Id="Rd738bb72040f4b76" /><Relationship Type="http://schemas.openxmlformats.org/officeDocument/2006/relationships/image" Target="/ppt/media/image4.svg" Id="Rf09a54285e634b94" /><Relationship Type="http://schemas.openxmlformats.org/officeDocument/2006/relationships/notesSlide" Target="/ppt/notesSlides/notesSlide6.xml" Id="R14d94373347c4d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b85f6e6eb41f3" /><Relationship Type="http://schemas.openxmlformats.org/officeDocument/2006/relationships/image" Target="/ppt/media/image12.png" Id="Re3c22772443c4049" /><Relationship Type="http://schemas.openxmlformats.org/officeDocument/2006/relationships/image" Target="/ppt/media/image13.png" Id="R4b80e3d6ab044620" /><Relationship Type="http://schemas.openxmlformats.org/officeDocument/2006/relationships/image" Target="/ppt/media/image5.svg" Id="R6fbf64e5c9f64549" /><Relationship Type="http://schemas.openxmlformats.org/officeDocument/2006/relationships/notesSlide" Target="/ppt/notesSlides/notesSlide7.xml" Id="Rf04bc5665ae34c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ae1928d7b43f3" /><Relationship Type="http://schemas.openxmlformats.org/officeDocument/2006/relationships/image" Target="/ppt/media/image14.png" Id="Rcd4b9c0c873c47d1" /><Relationship Type="http://schemas.openxmlformats.org/officeDocument/2006/relationships/image" Target="/ppt/media/image15.png" Id="R3894210d54ed4f7b" /><Relationship Type="http://schemas.openxmlformats.org/officeDocument/2006/relationships/image" Target="/ppt/media/image6.svg" Id="R2ac93842d73c4f3d" /><Relationship Type="http://schemas.openxmlformats.org/officeDocument/2006/relationships/notesSlide" Target="/ppt/notesSlides/notesSlide8.xml" Id="R448efe25752343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e0e8d80434ad7" /><Relationship Type="http://schemas.openxmlformats.org/officeDocument/2006/relationships/image" Target="/ppt/media/image16.png" Id="Rea70667aaa4140cb" /><Relationship Type="http://schemas.openxmlformats.org/officeDocument/2006/relationships/notesSlide" Target="/ppt/notesSlides/notesSlide9.xml" Id="R36e0f5be716249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bd07970644d66" /><Relationship Type="http://schemas.openxmlformats.org/officeDocument/2006/relationships/image" Target="/ppt/media/image17.png" Id="Rfbe48b5b553d4e79" /><Relationship Type="http://schemas.openxmlformats.org/officeDocument/2006/relationships/notesSlide" Target="/ppt/notesSlides/notesSlide10.xml" Id="R65a377115c1e4c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d94ba8c174dfe" /><Relationship Type="http://schemas.openxmlformats.org/officeDocument/2006/relationships/image" Target="/ppt/media/image18.png" Id="R38f883c484644b77" /><Relationship Type="http://schemas.openxmlformats.org/officeDocument/2006/relationships/notesSlide" Target="/ppt/notesSlides/notesSlide11.xml" Id="R19064edabf4c48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3377f8e794875" /><Relationship Type="http://schemas.openxmlformats.org/officeDocument/2006/relationships/image" Target="/ppt/media/image19.png" Id="R2cd828a9d7734d51" /><Relationship Type="http://schemas.openxmlformats.org/officeDocument/2006/relationships/notesSlide" Target="/ppt/notesSlides/notesSlide12.xml" Id="R03819aa401e149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fdc2f7d714a5f" /><Relationship Type="http://schemas.openxmlformats.org/officeDocument/2006/relationships/image" Target="/ppt/media/image20.png" Id="R1a0ba31673fa43dd" /><Relationship Type="http://schemas.openxmlformats.org/officeDocument/2006/relationships/notesSlide" Target="/ppt/notesSlides/notesSlide13.xml" Id="R6962b33c007142b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3a7a7c7c064229" /><Relationship Type="http://schemas.openxmlformats.org/officeDocument/2006/relationships/image" Target="/ppt/media/image21.png" Id="Rf28f726d3d334b55" /><Relationship Type="http://schemas.openxmlformats.org/officeDocument/2006/relationships/notesSlide" Target="/ppt/notesSlides/notesSlide14.xml" Id="Rc11df6b043e64f3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855aca09b46e5" /><Relationship Type="http://schemas.openxmlformats.org/officeDocument/2006/relationships/image" Target="/ppt/media/image22.png" Id="R8cd7f228b065416b" /><Relationship Type="http://schemas.openxmlformats.org/officeDocument/2006/relationships/image" Target="/ppt/media/image23.png" Id="R0ddb1b4d0242421f" /><Relationship Type="http://schemas.openxmlformats.org/officeDocument/2006/relationships/notesSlide" Target="/ppt/notesSlides/notesSlide15.xml" Id="Rfbbc8cc73d9e4a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EFA871-8049-47CE-B688-04EBFCF1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F7C08-5292-4E6C-8440-7B66D1F4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143A2-A435-4A71-9708-13F77EAA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2d519222f497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9CE0B-BBCD-4E08-9834-B45FAB20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6530E5-5340-4AD7-A952-1213E163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f9fd4ee2c4d29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4F9471-7633-48C3-A421-D1F75368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C9C7E-32CE-4EB1-9773-9F551592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8908E-A5C4-4BEA-99EE-764D5ABE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463F60-5DEA-41BF-86E0-A1743314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D0F5C-87C4-45A0-9510-9976BD2C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FC98FE-D6C9-4C51-A0F3-BB310DB5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236CA8-24CD-4C77-8AA8-BDEE0395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EAF29C-C432-4E61-A18B-57CCE9F7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7BC16-026E-48EB-BA37-B78A2918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3874087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110D61-953A-478B-A8A9-3C158E33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EDAA9-42B0-4673-9116-EDB859B4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01BDD-0461-4162-B8DD-F928B2B6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E0FA2E-81DB-4BCC-B9C6-3FFB0A6B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F4608-4306-4D30-AD30-FA01CABF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6ad106833407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19D77-C09C-4622-A6AF-3F2EE33E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084AD9-9A1C-4B96-B1B4-16836972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86BF7C-A6EB-4A16-BDC9-9298AB84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CC70A-E1E6-4465-9E9C-9F3F5C17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61C30-6C94-4948-A165-B4FFC7C2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EE10E-5C3A-49E7-8B58-22EA3BE0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77BD6-88B6-4916-9384-F7BEA1ED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C177D1-4A3C-45D2-B30A-7BC3F38B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967242-66F9-461C-A677-AE669D45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F03CA8-DC81-4190-8A0D-A5485B52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F95A54-038B-4141-8428-95F997D8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FCA30C-AD3E-43AA-BE31-135CBDBD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269A82-9CE6-4706-8A50-9FCD8EEB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BBA0A-748C-45AB-8031-B91F3748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6F1C3-3389-4A34-B69E-2848D744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65228E-00A1-4C24-BAE3-6D8E4777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74891D-669E-47F9-AD28-67AA2F4C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B3D0E-D25D-4541-AE0E-23357FAA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10D2A2-EC81-43B8-8055-20D0B0FF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5AEF98-CCC1-476E-9CDB-763E17EE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EA6E3E-FF18-4D67-A38C-2DCBE426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A40E33-2AA2-4AD9-8B16-1641E452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52EF29-73BF-4EA3-AC63-4F128AE3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7F0BBE-1098-41CE-B1CE-7A1026EC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888227-9438-4D7C-AAE3-92667C38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1644F4-E20E-40DF-B648-816405A7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D69422-3D53-4CC2-83AF-7C69BF26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C47536-6CCF-480F-8F05-BC78F1F4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BA844D-FEB2-4D0D-9A6E-5B4E1E9F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55C849-10FF-4DE0-A189-8C151AD2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208477-2FB0-44AC-8C27-039E6D60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BF8AC4-EFBE-4ED5-A6EB-32137020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CCB9CF-8749-424F-9BDE-EA2ACE25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8B04C-1370-4CCA-AAA9-95F47B24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BB4B50-7F42-43A4-B211-1A7FBADA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4711550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162B14F-B3FB-42F6-B1C5-D8DF205A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9238B2-3A7D-4010-A3D0-CCE4B0AE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50BA1-A302-4484-8E08-C66CCC22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043AED-2742-4E1B-8B47-E88DF166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5BD48-E3DC-416B-B4C6-C8F8CA22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8e298a4e4c4e2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B72D41-D7EB-47F6-94B2-2EB98F14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F350C-C540-490E-ADB5-421C6077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8559D-8E64-4705-A83B-95566E09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9AE9EA-7282-491A-9CE9-7BABC44F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A19533-CB88-4737-BFD3-18F41811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95E1F-8A5D-435F-924F-F60906B6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3A59B-0156-42CA-A7B5-8A4C808F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962654-72DA-40C6-9F00-2C4C4A73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E7B9A-84E4-4BD8-9D50-4300E725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7F610-AFAC-4D1A-A220-165639CD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1D2059-64BF-4089-9FB0-A2AA41EE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5F86FC-CC01-4E0E-B302-8381A3A9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BC2E9F-AB92-4F94-A68E-F01146D9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42C6FD-550A-4620-A325-AA9DA4D9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B1741D-100C-48C7-BE11-36FB026D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943CC8-BC99-4C59-8A31-FB978F9C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921CB5-6BF0-47B1-AF0D-79F5C27E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3C13ED-CDC3-4AB4-A054-0DEA66F0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0F4D34-8F0D-4A67-8454-00A7C681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911CF3-EF30-4CA6-BA71-28760061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9F4907-75F2-4A7A-BF51-A6080DC4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23BFC4-D865-4909-B75A-D57DF963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EE44CA-AC26-4697-80EB-B4283533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19694A-9481-4506-9376-97FE565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8AD519-A481-447B-B850-22706A1D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39C895-99DD-4B29-A40C-3EFD6E55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FD37C8-256F-4469-9BAE-BB35B71D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A83FD8-D794-482A-AE9C-E67C6830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6E0D3C-56B6-42B8-9843-A27C3557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D16515-7B99-465B-9D60-5BE3B3FA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898265-55F6-42BF-99C4-B5D8AE47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51aa56dafb488a">
            <a:extLst>
              <a:ext uri="{96DAC541-7B7A-43D3-8B79-37D633B846F1}">
                <asvg:svgBlip xmlns:asvg="http://schemas.microsoft.com/office/drawing/2016/SVG/main" r:embed="Ra1c059dd20c840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02362BE-A6CD-480D-825C-625BFE3C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1B5DAD-C0DF-413D-86EC-06B28B64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7CEAD7-716F-40B0-8048-A7048E22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36A3D4-38D3-49C7-A826-79997F3F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09EF6E-1553-4E4A-B9E1-A485883D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E65522-C8FA-46F8-BC69-8A4F3ACA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629969-E5CF-40DC-9FDC-1B2562DE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49DC1E-20BD-4EC0-B662-8A60AAF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0069E88-88CB-4B14-B61C-EED64214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7CC0D63-C762-4176-907C-52EC9A94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10389A9-E351-4CBE-A067-0C86DB2F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01745F-A043-4ED9-B309-0D97550E0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C0BF0F-BF48-4283-BF78-E5768282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16D824-5BE3-424E-A4A1-413F31B2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256733-5E9A-40ED-9C61-7169DF4B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B4D949F-B54B-4D4C-B0EB-9E061E72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146D824-4840-4C17-BFB9-E083C20A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5E036E2-31EC-41F9-8339-40D21A04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7AE0C4B-559D-4303-8158-4DF8F9A4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CAD0E1E-4DA3-471B-A457-5D11E055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EA7FEE6-8ABA-4F8C-90F5-DD99015D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B13E7A6-B77E-4016-84D3-90667729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33E3990-C3A8-465A-B549-993742B4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BE28883-2A63-4453-A850-B5B3081C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790E4E4-DFB4-408C-9748-73B8A50E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68339DB-6B69-4E3C-8B5B-C928C0D9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5DBD9E7-377A-4C2D-A4D9-A7DD71DA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B2E365-2CE9-44FE-8FCE-2D9D7841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E0FEBFD-B57F-41C8-9090-83605314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4289F90-28F3-4778-887A-2E862057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ECCFB77-E37B-48E6-86F7-F7839B2F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ED35F7B-D4EA-416D-8BEE-7B525E45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D616BAB-9839-4DA5-986D-30D28D00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6910A8C-834C-4B88-9C09-D8795EE7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433E920-C04B-4E73-A2A1-2E568E8C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BDC93A1-D0E9-4083-8D12-0429EAD9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57F1512-97E8-459B-B107-C71BB57D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20275129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4DFE44-E4F7-44D1-B04C-6E471B79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6F45D-8A09-4C7D-B544-FFD43D28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2AACDA-A0CA-4829-B0E3-4A530A63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A9F34-22F3-4B09-BAC0-A559BF86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70D10-B68F-4783-9FCD-90F91F18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bb6caeee443c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6C84E-AD86-41F4-A268-F4F69276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61B09-DE11-4FEC-8811-C323F2CF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0020B7-DCE7-4A0A-887C-C840BC0B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B94E72-34FC-4A8D-ABDC-721D6647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184A2-7879-4C8A-B5EA-F1B318AE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f47245151b4d1f">
            <a:extLst>
              <a:ext uri="{96DAC541-7B7A-43D3-8B79-37D633B846F1}">
                <asvg:svgBlip xmlns:asvg="http://schemas.microsoft.com/office/drawing/2016/SVG/main" r:embed="Ra248dc32780647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05246-EAD0-4E5B-90B5-07E50746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47A6C-5DE9-48A2-ACA9-2C18B897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A990B2-CCEB-4B18-AFB1-D67F69E3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373296-FAEC-421C-AF59-72D027FF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FE576A-2C21-4379-81DE-A21626CA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DC6C57-942F-4C3E-A513-A44AF108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77F4B9-B5F3-4C68-99EE-F9A3C87F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C6220-454B-4359-9B05-344C1DC3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CE2EF8-D438-4D3A-9A04-03E79862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09E1A9-FE00-4E72-8DFA-8DB4B242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383173-0694-4130-83AA-E3060FFC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282F6E-D4A4-4A74-80D4-C2D6B31F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623513-0227-40FB-A49D-40EA2867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6E491B-8216-47E0-8908-CC92E664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0178BA-3352-4507-AFA4-D1EEC097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C14CD1-A7CE-479D-9961-DC68A4C2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AECCD6-7E15-4443-AA9B-C6FE2053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2390722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1A47B5-BBD1-4950-87C8-0E6FFF29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D27D8-62F0-47B8-A765-758CFB5C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0B47D-8BD7-4C58-A3B0-6775FA96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09E07-B51B-49A1-BCC3-CB015CFC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188EE-2F89-4465-A0AA-5C43FEA5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18d5b2465e498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193B5E-CC00-4F34-9F7C-9B26233D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D491DD-DE9F-4340-B571-E9AC9B76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F65C3-594D-49F7-820C-EDA5A53D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D0954A-069C-4634-886A-926AEFAD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67588D-6B72-4FCE-8CF8-687BD055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56f5372bdc453a">
            <a:extLst>
              <a:ext uri="{96DAC541-7B7A-43D3-8B79-37D633B846F1}">
                <asvg:svgBlip xmlns:asvg="http://schemas.microsoft.com/office/drawing/2016/SVG/main" r:embed="R4c69bdcda4ea4e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1EA1C-17F4-49CF-9478-A9FC2A3E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F93824-917C-4DB6-A6B4-B524D27F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7BFC9-0C06-453C-8F1C-E2E2B0EB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1AB99F-6692-4598-A073-8842F209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AC7FE-B0CB-4999-9472-E5098B7C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30084C-ECFC-4DF1-8FC2-5171D5FE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BD9ADB-A4C6-4BE9-A3F9-2F94C85B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578A6B-93ED-49CD-B24B-39E6884D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B17B24-FCCD-437D-91F9-B52180A5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47EB18-E299-4894-87DF-3FC8B6C3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A96001-81B1-4030-B2F5-678BC503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1EF504-D287-4D6C-8AD4-48C95228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5A5AF3-5957-45EC-A994-BCCC4D25B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EF7AEF-A564-480A-BA88-20D850B1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79A6D4-F2A1-4ECF-9493-A26AFDFF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D2DAA7-D91E-4875-9D40-4C371A48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74D329-D59B-4D0D-BFF4-4E3BA965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FDA1A0-A873-49F4-BA4D-5E5396D6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635376-8B6A-491F-9EFB-DC7BDA36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BB3758-E3FB-40EC-9BE3-6B02D4EE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6673721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AB2164-F34E-4429-A613-6E837778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C76C5D-88D2-4594-9CD5-220205BC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9FCFC-4875-41A4-85CC-A1059A3B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C66B5-4D0F-4259-A260-1CE78E96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E3889-B864-4BA4-9008-32FD3045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356da174414c5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EA691-765C-4892-A815-692C962B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8EB751-08E1-4788-A08B-D9EAD03E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08334-C2D1-4DAB-A926-61866F3C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DE8804-77D8-47A5-9D36-6C0B6830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C5F1A9-5F6A-4D73-9B5E-9505D6F1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38bb72040f4b76">
            <a:extLst>
              <a:ext uri="{96DAC541-7B7A-43D3-8B79-37D633B846F1}">
                <asvg:svgBlip xmlns:asvg="http://schemas.microsoft.com/office/drawing/2016/SVG/main" r:embed="Rf09a54285e634b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A01EA-0B17-43E7-B970-71DB8C86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54316F-023E-4034-9B6E-D5B07BAE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9BB520-753A-4D3C-92F6-022C287E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017F0-8908-41AA-959C-454F5753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E6D09D-FF53-471E-8248-980EB68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0603B-42CD-4915-92A8-C001D602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B714A-FEBD-4759-847C-E12C010F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1B8696-D997-4666-A6A6-8CF75E6D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AF9C3C-A47F-4206-AB95-374ADB2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65AD38-B0E0-4DB5-BA35-63936D4D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38F5CC-F4CD-4C51-BBE5-274334C5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A430D6-A6B2-4B85-B425-90F93263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AD7D9E-DF68-462D-805E-EAB048E8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2C66C-1826-43A3-870F-ECD0849E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5638238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2A9B06-2768-448C-B207-05FCB44B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9BC6A-B3D1-43D3-9D7C-578B4436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3AD401-2C6B-4CDF-9195-7242C9D8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2FB6D-F4B9-4C42-9AB3-29F0E402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817E4-7B8E-4248-B126-B759072A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22772443c404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8F2087-F3A6-4FD7-BE51-8D406076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366C4B-79AD-40B3-9A3A-9E749B77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22FDCF-1A5D-4527-BDBA-6039CAD6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65D713-B94E-45F7-BFE1-B67E58C2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E61F3-F5B9-4387-A391-A6AEE416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0e3d6ab044620">
            <a:extLst>
              <a:ext uri="{96DAC541-7B7A-43D3-8B79-37D633B846F1}">
                <asvg:svgBlip xmlns:asvg="http://schemas.microsoft.com/office/drawing/2016/SVG/main" r:embed="R6fbf64e5c9f645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95706F-E00B-40D9-99FF-CC8A13B1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F470EE-F660-469F-BB55-7933CB25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24F875-903F-41C4-8E02-93CFE4FC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6385C6-8063-4F4F-B92D-AC46DEB4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5884F6-63DD-4BE5-B104-656E5C25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4BBAA6-7818-417E-A0CC-21D50879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BF9709-9A25-4A41-ACF8-1B236FAD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1BB75B-6A5D-4A81-B12B-2568BAFB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87AAE7-FC7E-4000-B006-CBC2E7B4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FE9738-7276-47F3-825F-209F35C8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7A62AB-D780-43EA-AE02-417F8966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412A75-55D6-4261-8F0D-18C940B3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9E0FE6-B687-46CC-860F-27EABDC1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187A69-B697-495C-9EB5-C4F452D1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6646485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F13627-6A90-4ACD-BD74-18C0755B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9DBC83-478A-42C7-BD75-5DF368E9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09739-AB84-4BCE-9E9A-737A5D5D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131359-9098-4082-9F39-52C682B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9568E-036F-4944-94E5-22964B13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b9c0c873c47d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A65870-593F-448C-A17E-8B32BA3A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E18F6-B28A-4D83-B894-4D263476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BF5FB-1617-47F4-AE40-1D10A0D6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63BE87-7537-4639-B8FB-B7502B82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1A818-89C7-425D-95D5-2D25BDE0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4210d54ed4f7b">
            <a:extLst>
              <a:ext uri="{96DAC541-7B7A-43D3-8B79-37D633B846F1}">
                <asvg:svgBlip xmlns:asvg="http://schemas.microsoft.com/office/drawing/2016/SVG/main" r:embed="R2ac93842d73c4f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60BF12-4D3F-44C5-B728-37B20220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470A1C-060C-444B-AC4C-2744FDD2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32F5E7-1764-45DA-B852-C3F70D1C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10702-73E3-4E15-B6A7-ED586D6A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6376E9-06E5-456F-A590-CEEBD8F8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637B3-AB0B-47A6-B333-7AF967E7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F2B945-0259-490C-99FE-EA51596E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63D95F-E0BF-4E5B-981A-6827CD01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1D93CA-EED2-4847-B87B-1C6BD8E6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7E55EF-FE90-4ADD-A92B-A5E13A3B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84E868-C1A1-4FBC-95A7-4E7A7735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8514A5-B337-46A8-B4D9-B4337CF3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2DA119-C9E7-4F6C-B5EB-911DA7AE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489D0E-62C8-4BA9-9E71-AD3D9F20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3B4560-D33E-4AE5-8034-59C38B00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F42DBA-6015-4437-8D55-6DAADCE6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AC5707-952D-4F0A-BFB9-DFAD6209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666C4A-8DC7-4433-B590-2B746FD9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B49303-C23A-4418-B4A6-4A974B40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88CD1A-B00C-4EE9-B9E6-D0E76F36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40DCA7-2BC9-4032-80DE-AF5D3C6F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2E5A02-0AC8-44CF-8495-4189E3DA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4920238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1F0B29A-78BA-48C2-ADBE-E6573F37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B75CE-7F7B-457C-AC66-611C0A03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42C2AF-83BC-47DF-BE22-7EDD5D4B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B1990-D928-464F-9704-81DA3EB2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70504-6E64-4E91-A4F5-1CDA2AFE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70667aaa4140c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FB28E-D39C-46FE-B7BF-879910E6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98537-097E-4FC6-BB75-D567273B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B0EDC-3246-4645-B592-BA0FE316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67996C-966E-4274-8310-B9D152BD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13E8E-C711-4F98-A9B5-699C3212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DC3C91-1572-476D-B5F5-4C8EFF3C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81EECE-C527-4E04-B67F-22BAD1D8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6B2077-3466-4007-B154-0B201B1D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41F5A-479A-4671-8C53-13AE4F65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A95DF-5CD9-4766-B760-69524D25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4EEAFA-DA91-492C-A0F3-1EE39585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E50F62-C888-4484-A068-2D10D582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0EA521-00BA-4D8E-BB70-E198C3D6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90A444-549C-4A53-83F0-05DC6500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F26AC2-6C3F-492D-AD9B-CCA6B393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A804A6-0A9D-4BB5-875F-15781F02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68E519-FC99-48CE-9CFA-FB76A33C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F1BC0E-21E1-4482-923B-1B516C36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A72B2-4CD1-4CF9-8625-BF6A6580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35A0D9-DEF8-47DD-94A6-C6D34E9B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E38D74-F708-4EDB-9ABB-03909E4E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5C8DBA-383B-48DD-9F60-037249D3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F40B03-2FED-4759-8718-F5D39AED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D7971A-F459-4936-BE89-176AE61C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875FB4-B1AE-4FCA-9639-61F8AA2B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27CC94-4253-410F-8698-FE7AB2DF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DDAB13-9762-4B7A-A440-DE6CDE38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7E5508-27B7-4F2F-8CA9-0C1EED37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2BEF67-0324-4277-83A1-A2F4DA23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061452-5FA4-4F77-A017-63CE9B31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C2733B-4312-4FDD-AB98-1DE58A92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15D129-2A19-43EF-A73A-E70E4405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418881-F457-4FCD-9FBA-920995B4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36879C-C543-4A3F-9E6A-C6142842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76E7B7-2D73-4BAB-827B-CFED48AF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EB0A07-E0A9-4BAF-A8ED-34EED7B7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ADE828-B0CE-4121-AD62-3D23E1A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FFFC9C-86E3-401F-BD1B-8FD0DBC7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B51B737-CCC1-4286-AA8B-EB1A6631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7621D31-864E-4712-AD95-A5C3816B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30B66FB-F50E-44D0-B1F3-121180FD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372DEAE-6FC1-4EAE-B294-B6CFC216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3F0B466-63F7-44F6-8606-2F54DB7A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6E7F903-18C4-4B83-9C8E-4609D110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F9F186B-41B6-4F8E-9D4D-2F0A4B2F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A86351C-2C0E-4161-A981-24E6F66D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001655D-644A-447F-BAE5-6D54B2BB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A678144-1E3C-40AA-B09D-1722DA8F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F37CD1-4494-4CDA-9C4A-61F5EE29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6C79C61-E7C1-463C-944E-8E4C87D1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CC8F79-284D-4B4D-9723-28CF5764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550EE3-A985-441F-9A93-CBF0A045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C30FF9D-8DCA-4B9F-B407-8CA63FB0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3790D67-BD6D-444E-ACB9-8543C11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1A027AB-8B2B-496C-AAE0-30482777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2793413-E087-432B-96A3-2CAA810E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9DB7FC0-1EEE-42FA-9D98-80EDEA0D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DE1B002-40C5-49A8-AEAD-94725B05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604EDEF-8B54-4D01-9913-8611AC05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6AB75C7-5946-42D3-B424-175E0912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61088A5-D0B2-475D-BD0E-C8F2E5B6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FA55AD2-0EE3-4A07-82D2-4B7DC609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CCD366-731E-489A-9596-C2C1FB68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FFF08FD-1826-4608-BDEF-78475FD5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787ECCA-F8BD-44F6-8198-D1C54CD8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7E24C27-9063-4A00-B0FE-A7FB0F39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573F5C0-A6D3-4A73-B1C8-D46D5922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6BFF6B3-27C9-46BD-BBFC-7E171F94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F0C1880-AFC4-423C-9B62-DA537B7A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6D000E0-5855-4E1F-B475-0ADE6B5B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0F12693-8AD6-4973-ACB1-5B370AF8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E10C1E3-9102-4824-8954-CCEE9A43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3A80DF8-B4E6-437B-810A-F5310757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08994A1-1331-4F5A-BEBD-70333A75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3D44FDC-FC35-4D8B-A244-DC6AC244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C5DE782-220D-48CB-B955-4E8661DE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D34C656-1603-419A-8BAD-A490A407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002BE94-2A02-4D49-A8DF-35EA11F3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B32A818-4A04-411B-8A7C-7CC4D859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4D4A1C6-F71F-4C0E-B1AC-226C4864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20808D2-B54A-4062-BADF-540ECB8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54CA9DE-64A2-4F99-80D1-EE861B1D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02E7D6B-7952-4F98-8BF9-C2914FF5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590F06A-88A3-426D-BD9B-B1834AFA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1C5868F-814E-48D4-8405-C61A2B84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D4B18AD-8AFE-4165-8BBC-A8A67FD0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A6BDF6E-4F39-4BF1-BE93-BD909271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10AAC1B-201C-4903-9DA9-CD1B7095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4B5F44B-63DE-4A37-9CFD-DB09DE9C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1B428AA-1810-43C4-BEA4-CAB28859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94140B0-DE21-48DD-A7C9-801DB86D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06A147D-A3AC-4640-B8D2-3C84E85F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1223179-536D-4059-B2CB-246B57A5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D05BE08-419C-4F97-BB33-D44E58F7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5D04FF0-A5AB-452F-845F-702B9912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0933212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F337E1C-54DA-4CBF-BB7A-14E3B079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00751-CD0A-49C0-BB3B-454E01CB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284ED-B2A1-40A8-BA7B-AFBE8DCA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CA861-AF27-4B41-A36E-CD487A59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4F6BB-3C14-448A-AFA8-871ED2AA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48b5b553d4e7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E9346F-1719-45E6-96CD-09571236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3DB1C-98B8-4B58-974F-B0CDDC4F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FC64B-6208-4BBA-8739-74449D9D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60836-403C-4D89-8AEF-53280BED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1CF06-7EA1-4AD2-B495-C1565EBB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034772-3A3A-48EC-B097-DDDE4030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DE9AC5-C913-4D94-A8CD-5CFA7D1A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8817A-E8F4-4752-A182-F976CC5F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441D2-FEB3-4201-AC62-AF51D473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DA6CEC-5E93-4E78-8E66-BAFB59D2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1DA7C-7C62-494F-8C7F-998E8479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233C8A-7A0B-4D0D-91E6-53738FFB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2018C2-F6E8-4863-962E-0C51B177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610DC1-9EF0-4B26-A6C0-516CD9EF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9BFB90-2EB5-45C9-8CF9-3AE6EAF4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E678BC-A4DA-41F0-B44E-11B73135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20E1A2-59F6-49FC-BAD1-3628AC87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673F44-3340-4D07-9F5A-C93EB19D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2CB9B-397D-43C6-8713-BDA3D17F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69AC06-58E0-4ECB-828F-3E1E822A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5A3457-901F-4BD5-814E-7DDBCF5E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71272B-8BF0-4190-87B7-F47A5512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91BCD1-AB0D-45A9-A5B4-7F21E368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1A0E0A-E9E2-4C75-9862-C9CAABC7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3951FC-AA77-4587-93B7-06E74214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69C4DA-2868-4E3A-9989-0A4F5219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148D27-B486-4F6B-9DA1-0E5B200B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B009A5-8330-489D-A0F1-B99917A1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8F2D3D-8048-435B-B526-00768307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2C38CB-AC37-4F12-A40F-BABEEB4C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386DAD-4F23-48FE-960B-ECB448F0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87EDBA-694D-41C4-A0C0-788E2094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1697A1-C3B4-474D-8D96-77429946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FE4B64-0416-4AC9-A8C0-087E3B73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5786F7-B748-45EB-8C65-4816E980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7A16EF-2B4D-4037-961A-71C7AAEA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E056ED-7223-403D-BD61-A241D49F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C92B52-458B-4332-9DD8-CCE922D8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BA7861-6EBA-4474-A707-38007763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F27E16-FEC5-4F7D-AADE-A9CD7897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79ABEB-17D8-4BC6-9598-95A8D6F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6C1C390-CAAE-448C-8BA1-84C3EEA5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C701672-96D8-4342-96B8-981E375D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36F5FBF-B562-4538-B5FC-7027BDFD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E9923A-ADC1-42AC-A114-5EF10AE2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2AC9357-1171-4247-AEDF-AC449DF0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0D237D3-2B9B-430E-B0FF-3CF6975B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1DB71AD-8D00-49B3-A3F9-9831BCA9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6035F6D-4247-47E7-BCF4-E4DF080E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DC39DB7-A9C7-4A0C-AD81-F3752B29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B60C1CF-8842-4AA6-8219-36EC774F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CB8574-764D-4BE8-A6BB-0F2583BC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57F56B1-0700-4341-B809-9C073D97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8C9D610-D315-4782-A7B8-F12EBB6B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A785A69-2E6B-4393-B283-9960C484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572AEC5-4FF4-4842-A20E-D5EEFDD3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FA00F22-53F1-4878-9ABA-0A0EC933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807F12D-C078-4254-A624-F502DF1A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0107AE4-A5E1-4D86-A0D8-52DB5CB8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E6147F6-B493-4560-93F1-6F69133A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E2C2973-3474-4ED2-95E7-54B164B1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7F5A661-C25D-4390-BEF3-E2CF846CA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B910172-8FAD-465F-9517-219A2FDF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9940119-0D73-4EEF-A6F1-DD78D4BF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1D2872C-09FC-4737-A849-C703B08D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34A9F47-B715-455C-80CD-0D6B5398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69D0715-BA5F-458C-B695-98EC8E35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A1DE1CB-ADC5-4CD8-945B-EEEE7EDA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8CD35C1-ECA4-4356-8BF7-083C5225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785891F-EE14-47D0-ABDB-701436DD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18DE472-1DEE-4E9D-A6FB-CD4141ED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92D10BD-0318-4DC0-9AFD-62948590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3C320E5-C511-4D0F-A04F-F3C0850F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C482A92-7339-4D2B-834D-D616B5F5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3322458-E373-4D78-B1E0-38E9839F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9DBF08F-78D8-4A82-AFFB-BDA007EF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3ADF2DC-849B-443B-A23A-E6AD9BF7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24B31A8-6B50-4625-A2D8-82F687E6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CA74253-06ED-4629-B398-53E404A6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09E7BE4-E002-44BF-97C4-A1D189BE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D2E140B-71B7-4CC9-B263-08C47E30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B71AE26-6560-49C7-8253-DFC1E705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DB4370B-E546-430B-A57E-3BA81506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F17B55-A163-400C-A432-57B1FB3D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9F3E732-B8D3-4470-8560-AC34C8F7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6B10846-F35F-476E-AB44-462B3EA2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C3C9ADC-FBDF-4B1C-BFFE-2EC2CDFA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649E759-FAC0-4999-A157-3B3A195D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5DB23E1-6961-4B9F-9979-B118DA81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7539F89-3FC2-4DB1-8558-C4E10C56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B5639CA-FB4A-4A37-A822-4351E90A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729EB2D-632C-4B3F-B8EE-D537E0DD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84CC8DD-3F63-49AD-BA4E-8524D2CA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A3A4526-8471-482A-AFCE-BF40895A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EB33BB2-6BFF-4E61-B3AD-EB46BFCC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7C39015-98B9-45D6-9C3E-4115A563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5191806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88E0575-95D7-43DE-8DCB-A73F941F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BDCE8-3D2D-4039-8B20-C00EEA57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5BFB1-A29B-4E42-90D9-E071A0D0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89B8E-C6FF-4636-8451-A6F94852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054BC-09A0-4E1E-B244-F21E2112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883c484644b7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80195-F40F-4003-8037-B62FCFBB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08B52E-03E7-4BEC-B25D-4F2A56F3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C8C35-3FE8-48D8-AE1F-3860EDB9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B9F9D-6B16-4DC6-9C0B-059B47D3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E299C-C6D3-43AC-B6EF-4689D516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FBBF51-4AC4-46D4-A322-7956BACC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E190C0-2523-43C4-B40A-241BDA90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ED40E6-1264-4343-818A-D3E77D59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4B8CDD-2720-4B31-8530-A986CD97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C5DDF-D8E8-42A2-9790-440A489A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081EDF-4CE8-487D-9B5C-E3CA3246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FB7020-EA0D-45F6-822F-82B2224B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7D8F3C-CB1A-4C52-9E52-E65C5739F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E90B4B-45DC-415B-88CC-CD2A3825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F16306-CB97-4D78-ABA5-B2712BAB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9EB767-F068-4837-9D2D-57EDF289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E23DAC-D402-4217-B2A6-316FB3C6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BC2A13-C416-4EE9-A90D-6A7AE8A7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61DCEE-E5CC-40A9-B053-5C38E70C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1F22EE-EF2A-4AA8-BC06-C3AA7850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E82CB3-853B-45CD-A9A2-412BCD18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337C4D-F0ED-4F5B-B024-015564A4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171EA7-DBFC-4CBC-8A7A-3D428BCA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5FE98F-98AA-44C5-9E88-FB9F40FA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0CA82C-2387-4869-87FC-AC84ACDD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BA1526-63C9-4EFD-86AD-3909888F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3AE25B-FCC2-4B1B-98AA-C7B5C690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92DA48-78A1-4B54-AF31-9D1BFAE1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1BBC16-9295-4B8B-84FD-E6833692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3D4840-A1BE-4D70-A1AC-468C3579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C121D7-9F8A-4214-A2A8-040FB0EE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1D516E-2100-485C-92A7-B3DEABC3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E5C7C7-DE4C-434A-9401-C3D2AD30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B0B87F-31D0-4E0B-AD65-63787016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E2F40-7706-4EFB-A83E-FA8BAF9B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E69156-E321-4981-9315-4DB5A020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2962FE-1614-4A6A-B3A3-93B8789B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4DD108-C405-4DB0-A0A1-F28676F7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810395-8586-45A9-A5C5-BFEFEFBB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C43BC0-608D-4E6B-B922-73D825C0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C8E6608-786F-4675-BEED-5AC42F56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B1D7CF-04CE-4ABD-BD98-D643651A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09B5BE-7FAD-47AC-BE22-7BD8D856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6EA8B3-D286-4409-9E12-B3CD63A6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FE627A8-934C-416A-8277-2F4F3C2D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B99DA5F-08EC-4772-82C6-6A46BC44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3B3008-6C87-488D-BB02-E5C5570E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EF57576-6C12-47FC-9DE2-41D623CB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EF5F61-76D6-4179-8C12-C69C7DDC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409907-DBFA-4977-8DFD-BD130563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A43DA95-7ED9-4246-A94C-D6264B9A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3640287-FBF0-4977-97A4-A07D012D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0A9EC4-DBDC-43A6-A18C-FA1ED883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2AFECB8-5FE0-4442-8280-993CE80B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671DF5-5849-41C9-A10F-46B9193E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37FC3D1-9AC3-4E6A-AF39-8D934CA2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FA905E5-C7CD-4658-8E6B-5DC89045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7E28AD-4E7B-44E8-AA75-02788A27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E63D727-18E1-4A60-BCC5-8591FDE4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90DBE83-D4B0-4664-86E7-2E0488BC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6A92DDD-AF9C-45B1-8BEC-83EFED7E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2F1FCCE-F340-4108-845B-14794D2A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A8107E-60BD-46CD-92B0-0FF1D5BB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BA39FC9-3BCB-4599-B6E0-7F9CA918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641DB47-04EC-4B7A-9CD0-6E26692C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1A6AF7D-0EDA-4C52-B151-4F943786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67C336B-327C-4D1E-B6D9-9BC191DD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117053A-47FA-4962-80F4-68B3F3E4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57CA7B5-5A5D-4E85-8925-34F2A845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93B9C02-F2FF-438A-AB30-647AC273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3534769-F8D5-4F95-AF44-E918C243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95F0324-D007-4AF4-8742-A3987034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7D00666-B406-4A7D-96E0-084B7F94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2C429FE-61B9-4DA3-B8B7-D9E6930B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CFF63C2-73EE-4BB7-BAB8-0B079EEA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AB155EA-B0BF-4E0E-B054-0BE5CC00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8B774F0-91EC-49E0-BEFA-33B66165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2D0D60C-A2A7-415A-8BE0-AF968FAA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4F900A2-1EF1-4FF7-9EF8-04DA3D2C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51958B7-DC50-4BB4-8E52-EB086DA4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6EC5489-CB8C-45C8-BDC2-8FABF36E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A75B0F5-9272-4C0C-940E-0A0F4B53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0DAF75A-C94E-4B49-BC80-969CAAFA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2A6268C-4382-46F9-A7C5-7987A36F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516A2B4-C94A-46FE-88C7-8B642A37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9D8973C-96C9-4059-A71C-C42D1ACC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277F28E-F371-4ADE-8255-B68609A3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F23FA11-0E48-4D28-ABB9-764E95AB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C496CC9-A835-4687-81EF-E1A5A57B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D54476F-80A4-48FC-B688-9D969DCC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43DE986-4452-43A8-80D9-A207328B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1663479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F66B6CF-7452-467D-A07B-7BA83580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D11628-B8A6-4649-9738-D57509D4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AF8DF-36D9-41F4-899D-14470907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4ED45-9EB0-41F1-8616-33777F9A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6DBCD-D042-46C5-8D52-29FBF1D3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828a9d7734d5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839B7-464C-4C17-8662-F113466A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55CC7B-4C30-4D71-96B9-F7E2A55F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4FF958-1282-4D1E-BC41-BB76C44E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903C0-4AC4-44AE-BF75-06C3B2EE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E93722-2130-488C-B76E-771EB080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AFEF8-5B34-44D0-9A94-1198FE13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AC5F58-945A-41D8-B3BF-806A2976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10454C-D422-44AD-A430-BEB7BC34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EB7D22-0218-43F6-931D-D18DD7FF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7593E-DB04-4FA0-A349-083C9982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898230-132A-4763-A444-41F61FE2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9ED0D2-EFE5-42A6-848A-AC8EB0D5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C608AB-236B-49EF-AC14-01AAA54D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CDAB18-5DCF-4BC0-A16E-4A7FD410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40EEBD-C559-410C-BFAC-60B6CAA1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C2F0C3-B50D-4956-8A01-D426EF6E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96D1F1-D5AC-48C1-8A87-19BD22A0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A107BB-8B38-478E-ACFA-67316EAB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42AED-B1CA-4782-894B-5CC94934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8AA969-C8B6-4CBC-A899-B4E41E5E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E3EF42-A7DB-4A57-8C30-163DB137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E567FE-3979-4CCA-ABB4-3E461824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55CA33-63D1-4893-9827-C673714E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96B259-C109-4113-AD2B-26DED4E9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0F30D5-0691-47D0-B28D-7FC686A6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260EF8-131E-4CBC-BA2A-F55DB074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4D768E-4D76-4501-852D-7066A1A8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710D22-8F5E-4CEB-A9AA-85A3D026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0031BC-2554-48AC-AEA8-6D11EC8E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EB3E96-763F-487C-9A9E-EF6C4D6B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24F59F-FF8B-40C3-8E26-B101864B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614721-5805-46D6-9878-1B0F7DCE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B78A7F-AFFD-4F9A-8FFE-A76B9AFA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A8E6E2-6E65-4A58-8772-FE2A8640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FC0513-8399-43D2-B2DD-BF1BE22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A0F658-F8A4-4919-9A9B-DC3BF8A5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987C51A-EB6D-4AA1-A0F7-D098E40F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3A5151-D46F-4F27-9330-7C0D105D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1F97446-565B-4378-B155-80786114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A44099-EB64-4AF5-8566-E327D86B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A236571-B280-4598-B9E9-0854915D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AD3690B-33BF-4CE7-8B9C-88AAC294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FCB55BA-58D3-4F28-8A88-61F9141B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077A65-02E2-4F39-AB5F-5D6E167A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A626A5-064D-4FF4-83F0-E5F13CDC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23105B-4F41-40AC-8A7E-12D46BF5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9D746FD-84F2-42B8-8898-C3EACFCC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61E74FB-DD02-4471-985C-B06D9EF5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DE73747-036B-4CED-82EC-1F1115DC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8D544A-3C73-45B2-8D0E-DA984B0C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9EEB0F7-5F66-407F-B8B5-F8591DC51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AB5ADF1-A173-4083-962E-6E67B42E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453D265-BAB0-48EB-9304-37C4E6EF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A58428A-AD1A-4161-8C34-EBEB3B82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518181-2137-48CF-82BF-C989DA98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8294E94-C64C-4F48-8FB8-717B59F2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6B19FBC-4AFC-4521-9046-BACEEC4B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C18D56A-E7DC-4E65-8A83-AD607341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A526E24-523B-4F74-96DD-D936134E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E7F555D-141D-4D2D-ACF2-AE322114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72747B-624A-4B6C-9B26-95C5D43A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B60F53D-48E0-4CB0-9404-8D65D9D0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248D50F-F442-4FE1-8AFB-8ACBA33D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C825D39-AFBE-4514-AD97-B028EFC0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3BCEBFB-E972-4441-BC1D-877EC9D4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441721E-BD8E-465D-B467-E8A0F684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13FFFB9-87B8-4CC0-A11D-38CA0643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00C1969-49C3-48BE-B0A3-0FAA0858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F1DBEE0-DECD-4C18-BDE1-A2B0E7BD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CAE9A90-D448-4772-9F76-3C6F1BEB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09A50ED-F040-4CCC-A569-57CF45B5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3D50F39-DF0B-4822-87C4-65296B72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19376E6-CC63-435E-97C0-ACA6F0A4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3A38295-E2EA-44F7-83C1-52A28F6A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D168A57-7AC6-436E-AFC7-76493F59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4F4CC86-8A74-491C-9B76-A0E4BD98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75B7807-4B9E-4C2B-8BDD-C03A7035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B01F8C6-8AF5-43EF-AF4D-949AD1E4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7894AAC-C925-487B-80A8-D139252F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94271E0-0AF6-4CB6-8D12-0E93D213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9C12E52-EF48-4737-B392-BE0139A0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7EEA1C4-CB16-46F9-B5FF-E3D20017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912520F-3D93-444E-A518-E8B57CE6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5A553A2-44DD-42FE-83D2-21E42256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01EBE1C-8AB6-449C-A4C4-65722758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DD59928-1C8A-42BD-B704-A8625842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009EAAB-0382-4F79-B130-F67955E9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182D5AC-38F5-483C-8715-80AF1AC0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5EF2EBE-0BC8-453E-9370-F2AA4F07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DD5F6FE-C28D-4202-919A-2FA4A4B2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B6AC01F-0C16-4C80-850E-2E4D29F0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FA61A69-3B6F-4B2C-BB24-3DBE321A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9EFE3DF-5D4A-4A03-989C-0F99BD0A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4BDF598-74CF-481E-B788-8F4C2603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5716C67-188B-4A68-9201-6F4AC7A7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3951342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EE4CDAC-622F-48E0-9060-2E2E036C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0C2C56-2F2A-400E-A687-856BF7AD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147A0-91FD-4446-A00F-74A2B35F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43D35E-4474-4B0C-BF13-609B10B0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2A066-B048-4FC4-ACC2-85CC7003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ba31673fa43d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F1D85-602E-474D-8E95-100A6455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9A086-F693-4FEB-BEE9-3AB7011E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BADF55-C993-4AB9-9BEC-C560028D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CD8F22-58FF-4DDA-8362-A2A7D9C6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F44379-E52C-42A0-AB5E-3A98192B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4830B0-B15E-4D8E-AEA7-543FD64F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1F3C7-2564-46E4-A8D9-4C304356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7F410-3758-4C10-9129-1DDD19DF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C26628-90A4-41F1-956B-BE0327D8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0F923-A93F-4379-9247-9DB0D57D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81A6E0-DBD9-44E3-898E-FD3821CE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F342D-8862-4203-9667-5DD5300E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16EEB0-B72E-46A4-92A0-8D083436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02FC2E-9F3C-4064-9536-DD0A0B97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6F430B-97EA-4BA1-A3D5-090890B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05C8B4-4943-458B-9C4C-62256E17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00538F-B2C4-44C1-AFC5-8AC5C3C5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AA434B-A99B-47CD-AD5C-094A985A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D5A709-6EE3-4B08-BB41-0CC95C4D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79498A-B481-4720-88DF-2D37546A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3D6DDF-9E07-44F4-B373-06EC44E3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08979C-1688-42DB-8F31-F44C8C9A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2FB3E0-5F10-4C77-8D8B-13FF7A40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C030E9-EF7E-4D97-A4EE-28B9F484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89DE41-EF7C-4564-8CC6-A715CB82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A9128F-5980-4ED8-AB01-258AF3E0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367FD0-9B61-4EF3-9D9C-F2F3C838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6B9D74-8192-49C0-A44E-FFA2E835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D98391-5121-484A-8BEE-2C8E7918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7A98DE-0DC6-4DFC-A775-0651533F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38E749-69CA-4B87-B258-4395D383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7CC712-4BA9-42FA-8A67-B6DEDCFA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C8FEC6-6C34-49EA-9439-5EE4AD81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04389E-9BF7-4848-A036-0938CD3B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282D80-AACF-4157-B41C-65D175E8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37D796-C7A4-44FC-8E21-BE97BA4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79262D-550A-4A36-BFE5-2856EEF0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5981D3-5476-4E5E-9B54-C60E462F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BEAF32-8E45-4437-9EE1-E7F9FB14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586D40C-1A3D-4112-8D17-77308313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E21FD3-14BD-4BE0-ACD9-696B61AE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F20BB1-DD94-46B5-A0AE-8DB2C3EC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77E7E0-029A-4FAB-9256-D9A51921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16C7EF-EFE5-455F-A554-A5A028F7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BE5788C-2827-476E-B293-FDF61091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03553F-5AAE-4CB7-9536-52AF8E06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0732321-2456-45F4-AC1E-3DBEE0FF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6B5152-4792-463E-B708-65526CF5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E81DF4-46EE-46AF-BB82-428B3858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134BB8-8240-4BB5-BADC-3CEBF378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157AC2-EB08-4996-A4C5-59DB5851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394FD02-914E-4F57-BD7E-A22077D7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C51DF9B-883C-4398-930C-17FE5B02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E804D84-67DC-4685-95D0-D15C72CA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048F819-FB0E-40D0-98E7-16CA120A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A445032-0CCC-4CFC-8AC7-91B979FA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70EA541-7165-4BC3-9E3B-B01E23CB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3376FAA-163C-4A14-A8C5-1E1C869C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A7D9C0D-1F50-41B6-AD9F-63CB9623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8054CEB-E9BC-4675-999F-789A0EF4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B5361C3-B997-4713-9738-55A792D7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670FE17-E532-43C6-AB1D-CA51D34C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A2E60C9-7FD4-4E78-9B78-C4759B48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B5A085E-329F-454D-9790-282E22FC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9EA4B57-555C-4DAF-8EC8-718F8386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EC1F866-985D-4368-BFFB-286066DEA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F90E47E-2BD0-413F-A1E8-017BBAD6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3B179F7-F2B6-4C8B-8042-301FCE26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F6413B8-8E24-48F3-B914-B085ABD9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11BBC0F-073B-455E-9AA1-11D7075D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A958ADB-9A8F-4F57-B430-01C16EED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8B6C029-EB5E-454C-B726-564AE2AC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18E5FB5-8744-46F0-BF0C-AF03FDA1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BDE7F8A-9270-4C43-9E88-5B29ED3A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516E4BD-C496-4B83-95E8-7CB16D76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C69D8A5-87F0-487E-B699-FBC2500A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F15D5A8-FB2A-4AF0-91C9-D9FD5760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F11DE77-CFC9-476A-A02D-01BDF622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A144E88-775C-4664-A2DE-A614D095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4ECC099-0FA4-4C85-B178-DA5E0005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B1A79E9-FD9C-4B34-81F0-3CE4F6F4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0214888-6E67-400E-9B61-84040CE0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DD7A081-B74B-4B5D-B7A7-19B75935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6F515EF-EAF9-4DBB-ABAC-F6B4A39C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CA7345F-7BB7-45A6-86AE-9AEFA4F5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0751C0B-9503-442F-BF24-4648685F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AC93E5E-8925-46A4-B218-D617ED47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20BE139-5A0C-4E76-8080-AD185BE5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6D23F70-4D55-4CCE-839F-3BC6C174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4801104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B1F198D-055F-4256-9BC8-E016BA30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AB9407-6C98-4723-82C7-85AADB4F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8ACA8C-1645-4E0F-B21B-1D625AC2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C0ADF-F0A0-43EB-AE40-BDF0D8CD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7BC4E-A9AD-4793-8B0A-D3BA0050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f726d3d334b5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E0211-0208-4D24-B577-3CADC27B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3B743-C2D6-48E3-B028-EF20B36A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0F956-8C87-4A69-B668-BE1BA98E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2ED01-B663-4534-9C79-5721DF55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0C062-F772-4F20-B21D-E4CDE7B5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054FC-9A6F-474F-BDD5-68AE1FB1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BE2CC-A5A6-46E9-A59C-38F36668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D0EDDD-EB30-443A-BD9E-C9A0CBE0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DC2585-E8E9-45E8-8EC0-29463C59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742397-4E81-4BE2-86F8-5170D0CF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F7F63-793A-45F4-BA11-B6F32A31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CB1EDA-4217-486B-84E5-3826CA07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D38B04-C86A-48A6-B2A7-24D35029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103331-7A6D-412B-968A-CAF8D2B5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70BF1E-E0CF-4B1B-8E4C-8CE08AA3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EC2D9F-BA62-4529-A824-BC78F164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BADD0E-29F7-463B-9D0F-266CB8A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1F6A4F-88B8-4B48-B1F3-C635FACD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6314B0-827A-4303-B04E-CCEA844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9A52B9-A0E1-45FA-91C1-ECBF6016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2BB03D-7583-4E68-8D78-0F17125D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F427A4-423A-438F-BDAF-2C5504A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D2BBF6-FF39-4ACA-A04C-7A84CFD8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E075C5-0721-4062-A9D7-74BA867F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2738B8-0BD8-48F1-ADC3-E4CFD9A4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38A6B3-8ECB-456A-BD41-F33B1930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A4553-A7CA-4A60-BB86-B8A06F4D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AA7F94-5DE2-4B72-90D4-CF146B30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A74F4A-A768-445D-8925-DA261921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9758DA-0A90-4704-8ACA-465DD2D6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2635D4-4DF0-4807-8D12-F4BFBDAD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D36709-2C69-4645-AC99-7D774DD5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95123C-D909-4261-AD33-FE34AC76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017F0F-6967-4872-95D5-80549569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B88198-93E3-4F96-A0CF-EA069A08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F1AE3DC-D560-4870-BE32-E68FA9F1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A5BE95-59ED-4435-8E94-F8432C1B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809403-6427-4FC7-87A6-4E60DED3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25FC0C-4B60-48C5-B9DE-F139A791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6F446A-DFE7-45A0-9729-D13FB46D5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BFBDBE-4A44-4A1F-B37A-A82CC028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016BC4D-B88E-4658-BB89-883A6D33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2D07807-839C-4949-B54D-DA94F7CC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95E90B1-E24C-4579-B50D-865110E6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17DC74-32F9-48D3-BB54-47605D9E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8ED8AE0-A046-4BFF-87A9-34916318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3F9CCDE-A129-4B94-A6FB-47395527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6DF90E2-6601-4BC1-B415-37D85974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336B24-4715-4D07-B746-5FF3934B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AE9D46-9C11-4185-9AA6-FA491CF2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4E1F7A5-445F-49B4-87D6-D0E3BBC7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32741E-1FEB-424C-AB1E-DFD102A2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C6F672E-D98F-47CD-B2E4-C8C77565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8AE2CF1-E273-4AD1-A24A-2908C197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C735385-ACDC-4D92-B9A3-93AEAFE8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792EE6C-F7D8-4DF0-9891-C5EB69ED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A0283C3-536D-4F7C-BB51-773AB1AF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431F79B-A151-4602-B802-1DD7604F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EA9CAD3-9A82-4F34-A516-D420ADF1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F86ECBA-A939-48B6-89E2-6A58D3EB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6641941-44D2-48EE-8B6D-90D99D8D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C9FC4FB-F832-4185-A028-6F330A8C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2FB0DE3-5F0C-4103-BE44-C57AB8EE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D43B4AD-2861-4AE0-8C09-CFEE05A5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64AF25-3DD6-46F9-B5A1-C09C9BBB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CCB51F4-2CC1-44D7-B83A-74365501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5EFDDEB-DDAB-4781-BC47-D1AC4628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90759B2-C25E-4681-B488-B86AF207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8E55AC4-60CB-457B-8231-98D0AA36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D75CCA7-779F-4CD4-87C2-20F8B300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E0FB2FE-7D44-4720-9508-AD290DF2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E86018F-2A5F-45EB-BBBF-40971F76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1F3F48D-B0EF-46EB-8394-13B6E2B9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4757649-2215-4FA1-85E2-BDA70446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79B4447-FCDC-4C04-ADEB-1086E23E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BA30A29-9FB2-4C53-981D-96E25A19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D8CA551-4AC3-415D-B156-44882E88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0A3B298-C73F-482B-9ADA-4862843D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4AB134C-7F04-4F2E-85BA-422C8062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6E81C0-3433-4173-8EED-110EB504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6A68EDD-CB05-47FF-9E79-613BFF30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F914801-2DB8-4D08-B21E-D31FB799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6E61D00-953E-49A2-89BE-1754D958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818B90C-00C6-4469-AFA7-CBF0A344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169591D-79FB-4E1F-8F99-493FE95E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2514F5D-8FB3-4768-AEB6-0C9C504E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0D32504-D286-47B8-94F7-C0A7E265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0531D58-D461-4F8E-A547-DC40732E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F6A2D65-5205-4E3A-A800-70C77BBC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1EFD01B-D5F6-4393-ACE9-B3EE1976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F8ABF2A-4046-4F2C-A4FA-7D9A738F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40E328A-3117-4DD9-9E2C-722B802E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ECABC1C-65F4-4D58-9654-B59630E0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B7A0220-8C9D-455A-9DFE-67256EFD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F4D9699-B954-4EE7-87D2-B86981E2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DC7679B-611B-4E1F-BD93-798B6F2E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5C72CB8-EC77-41DF-A2EB-1C31B5C7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EA8D800-F8BC-4D37-BDC5-CEA609FD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543A1C2-F152-477B-92F5-DD36F0DE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6A24479-DF05-4DF6-A00E-83FF1F0D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25F243C-464D-4D84-B920-0999F8BD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7C6939A-C738-410D-9944-FAEC2700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D2C2489-1EB9-4101-845E-3102F960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6D7E9BE-A8EE-4AFE-94D4-EC693131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FE13B5C-E6F8-45A0-8FA2-82A964A5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6B90B2E-0433-441D-B055-804F25B2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1E15A59-4E3C-49D5-A811-1771DF77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C57EA31-0D8C-4AA4-8EC4-527036DF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04F9C48-D2AD-41CE-9EF7-808B03D2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AD0DEF9-458E-4629-BA95-2F93F325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3659402-05DC-4916-9A19-68A62399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D87C3E0-2692-461F-8508-7E904AC9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1C9C67A-4729-4E74-9EC6-406177B7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6087B060-01F0-44DC-B791-300CE60B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0B6720C-BA09-4287-838F-2519210E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5813922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3AE478-AC98-4F35-A0DF-775D4955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D8CE8-EC2C-4D25-B8B3-22E176AE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F338D-177B-4878-9226-B7A81245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6E384-AAEE-4506-8B09-EE1B2B02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d7f228b065416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2D2E2C-65D2-4380-BFC8-51C4AE01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B35647-E28A-42D9-94CB-3F40F40C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b1b4d0242421f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9390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2026-09-25T12:27:40.5910000Z</dcterms:created>
  <dcterms:modified xsi:type="dcterms:W3CDTF">2026-09-25T12:27:40.5910000Z</dcterms:modified>
</coreProperties>
</file>