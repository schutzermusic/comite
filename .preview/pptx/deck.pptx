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9b2633d3f44e20" /><Relationship Type="http://schemas.openxmlformats.org/officeDocument/2006/relationships/extended-properties" Target="/docProps/app.xml" Id="Rc22d214f37fc4d04" /><Relationship Type="http://schemas.openxmlformats.org/officeDocument/2006/relationships/officeDocument" Target="/ppt/presentation.xml" Id="R4815056f92bc40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f8591710824a97"/>
  </p:sldMasterIdLst>
  <p:notesMasterIdLst>
    <p:notesMasterId xmlns:r="http://schemas.openxmlformats.org/officeDocument/2006/relationships" r:id="R9ce12fce569d47aa"/>
  </p:notesMasterIdLst>
  <p:sldIdLst>
    <p:sldId xmlns:r="http://schemas.openxmlformats.org/officeDocument/2006/relationships" id="256" r:id="R230d9573b5964fa1"/>
    <p:sldId xmlns:r="http://schemas.openxmlformats.org/officeDocument/2006/relationships" id="257" r:id="R789ef8e818064278"/>
    <p:sldId xmlns:r="http://schemas.openxmlformats.org/officeDocument/2006/relationships" id="258" r:id="R4213b45988d54bb9"/>
    <p:sldId xmlns:r="http://schemas.openxmlformats.org/officeDocument/2006/relationships" id="259" r:id="R87060cc1370a4ce0"/>
    <p:sldId xmlns:r="http://schemas.openxmlformats.org/officeDocument/2006/relationships" id="260" r:id="Ra5aaed7a4088402a"/>
    <p:sldId xmlns:r="http://schemas.openxmlformats.org/officeDocument/2006/relationships" id="261" r:id="R5ef20d315a77452b"/>
    <p:sldId xmlns:r="http://schemas.openxmlformats.org/officeDocument/2006/relationships" id="262" r:id="Rfe2594df51df41a4"/>
    <p:sldId xmlns:r="http://schemas.openxmlformats.org/officeDocument/2006/relationships" id="263" r:id="R35af159aa72c47e1"/>
    <p:sldId xmlns:r="http://schemas.openxmlformats.org/officeDocument/2006/relationships" id="264" r:id="R2284661322b84cbe"/>
    <p:sldId xmlns:r="http://schemas.openxmlformats.org/officeDocument/2006/relationships" id="265" r:id="R858542ccfc154ee6"/>
    <p:sldId xmlns:r="http://schemas.openxmlformats.org/officeDocument/2006/relationships" id="266" r:id="R35bd2d522fa84441"/>
    <p:sldId xmlns:r="http://schemas.openxmlformats.org/officeDocument/2006/relationships" id="267" r:id="R95f280e3a41c4eb7"/>
    <p:sldId xmlns:r="http://schemas.openxmlformats.org/officeDocument/2006/relationships" id="268" r:id="R006feeb4cc2c4631"/>
    <p:sldId xmlns:r="http://schemas.openxmlformats.org/officeDocument/2006/relationships" id="269" r:id="Raaaa45619b334d02"/>
    <p:sldId xmlns:r="http://schemas.openxmlformats.org/officeDocument/2006/relationships" id="270" r:id="R798dad288b0140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f004f3cb774d34" /><Relationship Type="http://schemas.openxmlformats.org/officeDocument/2006/relationships/slideMaster" Target="/ppt/slideMasters/slideMaster1.xml" Id="Rbaf8591710824a97" /><Relationship Type="http://schemas.openxmlformats.org/officeDocument/2006/relationships/notesMaster" Target="/ppt/notesMasters/notesMaster1.xml" Id="R9ce12fce569d47aa" /><Relationship Type="http://schemas.openxmlformats.org/officeDocument/2006/relationships/presProps" Target="/ppt/presProps.xml" Id="R046dd22d6fe04788" /><Relationship Type="http://schemas.openxmlformats.org/officeDocument/2006/relationships/tableStyles" Target="/ppt/tableStyles.xml" Id="Re49d7f426e6c447a" /><Relationship Type="http://schemas.openxmlformats.org/officeDocument/2006/relationships/slide" Target="/ppt/slides/slide1.xml" Id="R230d9573b5964fa1" /><Relationship Type="http://schemas.openxmlformats.org/officeDocument/2006/relationships/slide" Target="/ppt/slides/slide2.xml" Id="R789ef8e818064278" /><Relationship Type="http://schemas.openxmlformats.org/officeDocument/2006/relationships/slide" Target="/ppt/slides/slide3.xml" Id="R4213b45988d54bb9" /><Relationship Type="http://schemas.openxmlformats.org/officeDocument/2006/relationships/slide" Target="/ppt/slides/slide4.xml" Id="R87060cc1370a4ce0" /><Relationship Type="http://schemas.openxmlformats.org/officeDocument/2006/relationships/slide" Target="/ppt/slides/slide5.xml" Id="Ra5aaed7a4088402a" /><Relationship Type="http://schemas.openxmlformats.org/officeDocument/2006/relationships/slide" Target="/ppt/slides/slide6.xml" Id="R5ef20d315a77452b" /><Relationship Type="http://schemas.openxmlformats.org/officeDocument/2006/relationships/slide" Target="/ppt/slides/slide7.xml" Id="Rfe2594df51df41a4" /><Relationship Type="http://schemas.openxmlformats.org/officeDocument/2006/relationships/slide" Target="/ppt/slides/slide8.xml" Id="R35af159aa72c47e1" /><Relationship Type="http://schemas.openxmlformats.org/officeDocument/2006/relationships/slide" Target="/ppt/slides/slide9.xml" Id="R2284661322b84cbe" /><Relationship Type="http://schemas.openxmlformats.org/officeDocument/2006/relationships/slide" Target="/ppt/slides/slide10.xml" Id="R858542ccfc154ee6" /><Relationship Type="http://schemas.openxmlformats.org/officeDocument/2006/relationships/slide" Target="/ppt/slides/slide11.xml" Id="R35bd2d522fa84441" /><Relationship Type="http://schemas.openxmlformats.org/officeDocument/2006/relationships/slide" Target="/ppt/slides/slide12.xml" Id="R95f280e3a41c4eb7" /><Relationship Type="http://schemas.openxmlformats.org/officeDocument/2006/relationships/slide" Target="/ppt/slides/slide13.xml" Id="R006feeb4cc2c4631" /><Relationship Type="http://schemas.openxmlformats.org/officeDocument/2006/relationships/slide" Target="/ppt/slides/slide14.xml" Id="Raaaa45619b334d02" /><Relationship Type="http://schemas.openxmlformats.org/officeDocument/2006/relationships/slide" Target="/ppt/slides/slide15.xml" Id="R798dad288b0140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1e0532029547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7e9503637045c4" /><Relationship Type="http://schemas.openxmlformats.org/officeDocument/2006/relationships/notesMaster" Target="/ppt/notesMasters/notesMaster1.xml" Id="R10a030db021041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5277b8b41a4272" /><Relationship Type="http://schemas.openxmlformats.org/officeDocument/2006/relationships/notesMaster" Target="/ppt/notesMasters/notesMaster1.xml" Id="Rd9dcc053e9e741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067571e64a46b9" /><Relationship Type="http://schemas.openxmlformats.org/officeDocument/2006/relationships/notesMaster" Target="/ppt/notesMasters/notesMaster1.xml" Id="R7847f5d371cb41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a1af375367468a" /><Relationship Type="http://schemas.openxmlformats.org/officeDocument/2006/relationships/notesMaster" Target="/ppt/notesMasters/notesMaster1.xml" Id="R34b186ccbd0142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6790b8a4f046a3" /><Relationship Type="http://schemas.openxmlformats.org/officeDocument/2006/relationships/notesMaster" Target="/ppt/notesMasters/notesMaster1.xml" Id="R8ba567e5cbf641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bada1871034a9f" /><Relationship Type="http://schemas.openxmlformats.org/officeDocument/2006/relationships/notesMaster" Target="/ppt/notesMasters/notesMaster1.xml" Id="R849798fc28104b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3a5179ee3d4c8a" /><Relationship Type="http://schemas.openxmlformats.org/officeDocument/2006/relationships/notesMaster" Target="/ppt/notesMasters/notesMaster1.xml" Id="Rd096528ffd6149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5eb2c920484d40" /><Relationship Type="http://schemas.openxmlformats.org/officeDocument/2006/relationships/notesMaster" Target="/ppt/notesMasters/notesMaster1.xml" Id="R290d7242ab6949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cde69ac43b4797" /><Relationship Type="http://schemas.openxmlformats.org/officeDocument/2006/relationships/notesMaster" Target="/ppt/notesMasters/notesMaster1.xml" Id="R57222d6e378d43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a80d1033c24acb" /><Relationship Type="http://schemas.openxmlformats.org/officeDocument/2006/relationships/notesMaster" Target="/ppt/notesMasters/notesMaster1.xml" Id="R22ded4f0649449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cfc923749c49ed" /><Relationship Type="http://schemas.openxmlformats.org/officeDocument/2006/relationships/notesMaster" Target="/ppt/notesMasters/notesMaster1.xml" Id="Rd3963cc30c4246a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167c493a3c474b" /><Relationship Type="http://schemas.openxmlformats.org/officeDocument/2006/relationships/notesMaster" Target="/ppt/notesMasters/notesMaster1.xml" Id="Rf5b06702375643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f40cc648ff4200" /><Relationship Type="http://schemas.openxmlformats.org/officeDocument/2006/relationships/notesMaster" Target="/ppt/notesMasters/notesMaster1.xml" Id="Rd951087f31d741e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4aaf18864624617" /><Relationship Type="http://schemas.openxmlformats.org/officeDocument/2006/relationships/notesMaster" Target="/ppt/notesMasters/notesMaster1.xml" Id="R31c387dbe539463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db75f8bc2a54ce0" /><Relationship Type="http://schemas.openxmlformats.org/officeDocument/2006/relationships/notesMaster" Target="/ppt/notesMasters/notesMaster1.xml" Id="R5e6b34302bbd4a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0fb13058884e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cd5df9c1d84aa7" /><Relationship Type="http://schemas.openxmlformats.org/officeDocument/2006/relationships/slideLayout" Target="/ppt/slideLayouts/slideLayout1.xml" Id="R8c84f7d0dc9641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84f7d0dc9641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c9178d0754ec9" /><Relationship Type="http://schemas.openxmlformats.org/officeDocument/2006/relationships/image" Target="/ppt/media/image.png" Id="Rff9ebe8b196f4b51" /><Relationship Type="http://schemas.openxmlformats.org/officeDocument/2006/relationships/image" Target="/ppt/media/image2.png" Id="R47787715c85d4f3e" /><Relationship Type="http://schemas.openxmlformats.org/officeDocument/2006/relationships/notesSlide" Target="/ppt/notesSlides/notesSlide1.xml" Id="R6fb8591ff8684d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ff0cbdd01442f" /><Relationship Type="http://schemas.openxmlformats.org/officeDocument/2006/relationships/image" Target="/ppt/media/image3.png" Id="R988cf038b764497f" /><Relationship Type="http://schemas.openxmlformats.org/officeDocument/2006/relationships/notesSlide" Target="/ppt/notesSlides/notesSlide2.xml" Id="R5dad17d3f22442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8f50eb2ae4574" /><Relationship Type="http://schemas.openxmlformats.org/officeDocument/2006/relationships/image" Target="/ppt/media/image4.png" Id="Rc532ec38fd934717" /><Relationship Type="http://schemas.openxmlformats.org/officeDocument/2006/relationships/image" Target="/ppt/media/image5.png" Id="Re51a1b75ce614a8c" /><Relationship Type="http://schemas.openxmlformats.org/officeDocument/2006/relationships/image" Target="/ppt/media/image.svg" Id="R257cf8e091654bf6" /><Relationship Type="http://schemas.openxmlformats.org/officeDocument/2006/relationships/notesSlide" Target="/ppt/notesSlides/notesSlide3.xml" Id="R2ec8465fd3074d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dc47d841dc491b" /><Relationship Type="http://schemas.openxmlformats.org/officeDocument/2006/relationships/image" Target="/ppt/media/image6.png" Id="Rce4235e36c274f53" /><Relationship Type="http://schemas.openxmlformats.org/officeDocument/2006/relationships/image" Target="/ppt/media/image7.png" Id="R8dfd9b67a6b2461a" /><Relationship Type="http://schemas.openxmlformats.org/officeDocument/2006/relationships/image" Target="/ppt/media/image2.svg" Id="R332ba61eb41744c7" /><Relationship Type="http://schemas.openxmlformats.org/officeDocument/2006/relationships/notesSlide" Target="/ppt/notesSlides/notesSlide4.xml" Id="R1b995ffc0e4e4d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c7b7a072b4b82" /><Relationship Type="http://schemas.openxmlformats.org/officeDocument/2006/relationships/image" Target="/ppt/media/image8.png" Id="R9503c1053521462b" /><Relationship Type="http://schemas.openxmlformats.org/officeDocument/2006/relationships/image" Target="/ppt/media/image9.png" Id="Re299750b62ee4cb1" /><Relationship Type="http://schemas.openxmlformats.org/officeDocument/2006/relationships/image" Target="/ppt/media/image3.svg" Id="R0cb156ea94c5405c" /><Relationship Type="http://schemas.openxmlformats.org/officeDocument/2006/relationships/notesSlide" Target="/ppt/notesSlides/notesSlide5.xml" Id="Rd1e8ceb138a94d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95c30d6bf457b" /><Relationship Type="http://schemas.openxmlformats.org/officeDocument/2006/relationships/image" Target="/ppt/media/image10.png" Id="R9a7712e50ef643aa" /><Relationship Type="http://schemas.openxmlformats.org/officeDocument/2006/relationships/image" Target="/ppt/media/image11.png" Id="R2f3cecee273346c5" /><Relationship Type="http://schemas.openxmlformats.org/officeDocument/2006/relationships/image" Target="/ppt/media/image4.svg" Id="Rb31171da78a448b4" /><Relationship Type="http://schemas.openxmlformats.org/officeDocument/2006/relationships/notesSlide" Target="/ppt/notesSlides/notesSlide6.xml" Id="Rbc1643f6e3a640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21013849f4d3a" /><Relationship Type="http://schemas.openxmlformats.org/officeDocument/2006/relationships/image" Target="/ppt/media/image12.png" Id="Rad9357a8f7ce469c" /><Relationship Type="http://schemas.openxmlformats.org/officeDocument/2006/relationships/image" Target="/ppt/media/image13.png" Id="R71d272ff52c24aab" /><Relationship Type="http://schemas.openxmlformats.org/officeDocument/2006/relationships/image" Target="/ppt/media/image5.svg" Id="R7d958602ae3a4967" /><Relationship Type="http://schemas.openxmlformats.org/officeDocument/2006/relationships/notesSlide" Target="/ppt/notesSlides/notesSlide7.xml" Id="R61b420eff78743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68bf91c0344ee" /><Relationship Type="http://schemas.openxmlformats.org/officeDocument/2006/relationships/image" Target="/ppt/media/image14.png" Id="R3f32b07aa5ec4026" /><Relationship Type="http://schemas.openxmlformats.org/officeDocument/2006/relationships/image" Target="/ppt/media/image15.png" Id="R99943cc0e9eb4098" /><Relationship Type="http://schemas.openxmlformats.org/officeDocument/2006/relationships/image" Target="/ppt/media/image6.svg" Id="R6eed8800c4d743fb" /><Relationship Type="http://schemas.openxmlformats.org/officeDocument/2006/relationships/notesSlide" Target="/ppt/notesSlides/notesSlide8.xml" Id="R1baf5eef42e74a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7c624a3574a17" /><Relationship Type="http://schemas.openxmlformats.org/officeDocument/2006/relationships/image" Target="/ppt/media/image16.png" Id="R41289f06d18b493b" /><Relationship Type="http://schemas.openxmlformats.org/officeDocument/2006/relationships/notesSlide" Target="/ppt/notesSlides/notesSlide9.xml" Id="R038917fc8a5a42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b2929b7804b2a" /><Relationship Type="http://schemas.openxmlformats.org/officeDocument/2006/relationships/image" Target="/ppt/media/image17.png" Id="R77f8b4cc438f484e" /><Relationship Type="http://schemas.openxmlformats.org/officeDocument/2006/relationships/notesSlide" Target="/ppt/notesSlides/notesSlide10.xml" Id="R210a3750c5b544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62af68bbc4c3b" /><Relationship Type="http://schemas.openxmlformats.org/officeDocument/2006/relationships/image" Target="/ppt/media/image18.png" Id="R6fb462b83e504ae9" /><Relationship Type="http://schemas.openxmlformats.org/officeDocument/2006/relationships/notesSlide" Target="/ppt/notesSlides/notesSlide11.xml" Id="R85d21caf6cc64d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5dedaca5a4ae3" /><Relationship Type="http://schemas.openxmlformats.org/officeDocument/2006/relationships/image" Target="/ppt/media/image19.png" Id="R835db7a93b814ee5" /><Relationship Type="http://schemas.openxmlformats.org/officeDocument/2006/relationships/notesSlide" Target="/ppt/notesSlides/notesSlide12.xml" Id="Ra58479e29de64a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81b5da9e5488a" /><Relationship Type="http://schemas.openxmlformats.org/officeDocument/2006/relationships/image" Target="/ppt/media/image20.png" Id="Rc445cc7f4fc249fa" /><Relationship Type="http://schemas.openxmlformats.org/officeDocument/2006/relationships/notesSlide" Target="/ppt/notesSlides/notesSlide13.xml" Id="R28238edcd1b0403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1b164463b4c04" /><Relationship Type="http://schemas.openxmlformats.org/officeDocument/2006/relationships/image" Target="/ppt/media/image21.png" Id="Rc040a520c0ff4869" /><Relationship Type="http://schemas.openxmlformats.org/officeDocument/2006/relationships/notesSlide" Target="/ppt/notesSlides/notesSlide14.xml" Id="Rb712b6ee300d45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612d85b984f39" /><Relationship Type="http://schemas.openxmlformats.org/officeDocument/2006/relationships/image" Target="/ppt/media/image22.png" Id="R32814d4391fc476e" /><Relationship Type="http://schemas.openxmlformats.org/officeDocument/2006/relationships/image" Target="/ppt/media/image23.png" Id="R9f900a0a9ea84ccd" /><Relationship Type="http://schemas.openxmlformats.org/officeDocument/2006/relationships/notesSlide" Target="/ppt/notesSlides/notesSlide15.xml" Id="R525af14517da42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25A7FF-222F-4A93-ADD8-6FE24297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3F66C9-8604-4AA9-A7B5-51064936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27FF6-DD5E-4863-917D-1AC7609F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ebe8b196f4b5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C0A0B-5692-47DD-ADCE-E020A56A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E6477-5465-4E08-BF99-44ACE4F1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787715c85d4f3e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D7FB6-2275-410A-AC0D-E7615FC1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A742B8-7700-4071-BD04-8AD05F86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3716B6-632A-4819-B12B-3BF081B7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3919CB-273C-4239-96D6-3E4179F0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6F2CC6-38C4-4818-8AC6-D12AA390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04D12-C554-4D1D-BE9B-0EAF55F1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05179A-B216-423F-A069-A5503302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93CE2-D600-49D4-90CB-2BAA12F6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74C0C9-BAA1-4C4D-BF87-C354570B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7697222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6DD878-28FA-4C67-9A98-CFAF405C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6D46F-FAA2-4F6F-B22E-875D7FB2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AF561-E420-491D-BB07-B030F1BC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930BE-2EA0-4F77-9302-A903811A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C1CABD-63C7-4F7E-A7F0-2C3564DD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8cf038b764497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68530A-37FF-4FC9-BE6A-D489A73F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BBF71-7D3A-4360-A372-15311033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EC02F9-A100-4A4E-8B75-3DA9713C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8DA89-52D4-49F5-8A7D-F4A9D6B5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5D504D-1814-485A-BF65-E704FA56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17FF5-27D2-4808-9053-DF237664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9DFEC-A28D-45B0-A8BF-C45D551F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507EB5-766A-4596-A46F-22F91F55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C2554-7308-4B14-990A-BBA14433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7A2E38-CF10-422E-B9C0-0DEFC9B5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DD20C3-B9DA-4DFA-8292-A4A6978B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7BD278-B284-478B-B213-6849EAE5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D67AA-F257-4738-B274-A6ACA166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DB0D82-7E90-4ACB-983A-4FD014C1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EEE9A-435D-4248-8793-6FBFA4FB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7665E0-9BD2-48E7-B6F0-DBDA785D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04D0CE-F9ED-4D52-BA12-E385B1AF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F3F4E3-7CEE-48AA-B389-579CE80D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94EED9-8467-4E73-8DE9-481404EA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A09124-7F5E-48FA-8CA6-7DD3AC30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D7DB0B-AA42-4C26-B198-5CFE50D1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2D11B-945D-4622-A781-FA97233D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9663AA-C0B7-4EAF-8B91-210A8CF4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6FC3F4-0CC8-4FD1-AC03-6ECEA2E7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71B692-F939-40F0-9A5B-261C7DDA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C72BBF-8859-4D63-A6F5-4EDDCCB8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00EF90-BD08-4BDD-9783-50405A59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5D6383-EEE7-4E36-8610-8857C036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F6DEBC-F47C-47D2-B420-7D02C927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405924-7E8A-4016-B70D-D63158FB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88BDB5-F107-4D46-AABB-35EC438B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69E53-E834-49FE-9CE4-03FF3214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EA8ABD7-E01B-4693-AB17-02B9300A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7E7EE6-B4E9-426A-A738-99DA5913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D4807F-8E09-43C6-84CC-D3940FF5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7844973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DE9378B-D4F8-41FC-95E4-4A3981CD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CE82C6-BA50-4CE1-9B67-C899454A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2716F-D358-4D0A-9164-AC978E07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AEC24-47C2-441F-AB37-6ED12D6C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018BF-010F-4DFC-9B0E-2DF242A4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2ec38fd93471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BE5A7-4991-48F8-A69E-BFCD04AB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E9329-FE06-4156-9E9A-777179D5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5EC88-B6B2-49A8-870C-93C68408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1E8F2-4133-4709-A478-456D5C33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02C9F0-FD7E-45CC-9C4F-78C78097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D0997-CB17-4B49-BBCC-4EB09A00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898095-43F3-4806-95C2-D6E87227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57F30-B2FD-4D94-B5ED-65D784B6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AC24BC-F10A-4C35-94D7-DD25F006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758618-D302-465F-9124-B92170B8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398F45-889C-48F9-B969-CBF2CA26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D2E07-7196-4B79-8B68-16358CAC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2C8084-FDA6-4386-92C1-84C31C08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B280BA-8EB8-43E2-BB7B-2401A24D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B1434-BD1D-421A-A4D6-CA3FFD5B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C151E-A805-446B-A480-3655F29C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B72B5B-C03B-45E6-A425-FD6A114D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99BFFC-0600-4031-B6BC-7BD44685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164603-2010-4C71-A439-71765B01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48232-481C-4B79-9C6A-C38DE1DC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30C324-9936-430A-A77A-7D2D4567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15E494-539A-402D-8359-6DA96386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E9E67D-397C-4DD5-997F-54712FDF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A6D58A-FE6D-443C-AAFC-EDD026F9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3F2CE1-3C85-4F1E-95F3-0E015A6E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6F7996-D36A-41DB-AD88-DC785571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92F98A-6C86-419B-A646-2AFBE20D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7A4B23-A0E6-4E19-BA51-F3B2014E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BE8BB0-A956-4FA5-91E4-D37D792C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0254D1-18A3-43B4-8390-55DFBAE9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4A53A2-151D-480F-AE1E-00744177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a1b75ce614a8c">
            <a:extLst>
              <a:ext uri="{96DAC541-7B7A-43D3-8B79-37D633B846F1}">
                <asvg:svgBlip xmlns:asvg="http://schemas.microsoft.com/office/drawing/2016/SVG/main" r:embed="R257cf8e091654bf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587112-8620-473D-9704-43C817EC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2086DD-6E08-49FA-BDB2-913B09B0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D1F24B-2A7F-4746-868C-1437F81E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3BF66AE-8676-4403-B7A5-A8CA38FB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0EC06E-88ED-4F0C-83EE-F14079B7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5EFBF8-9705-426B-B3C5-A3BD8FF0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6FE9F8-5A28-4D5E-BFB0-60F9773D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03960A-518F-4CF3-BD25-3F35863E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AF39A2-52B1-4CEC-84C4-BF374BA8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15C086-57CE-4597-9859-11C81F8F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B57C72-5040-4819-9694-14CBABD5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A2D776-2F7D-49E3-A44F-C90F05D8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06BA4A-8131-4DC5-A3D2-AA98F652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633F05-9A7C-4781-BA67-A9E0CC64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C206510-E5BD-4A18-9BFE-4B99BE71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5D11D8-6883-4D1A-9A66-A920E363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57FC8F-00A0-43A6-91DC-8F23F3EE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1FC80A9-226E-474A-8E3A-DAF33A88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4705A71-3505-41F7-BFB0-B0765ED3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6F24E3-2420-4554-82FE-09C91A74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29D3B5-0A5F-4B0F-A280-D377828A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4E573F8-859E-4313-B70E-72BD5F4E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4EE0E14-AE76-4C03-B6D5-C756C16A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6697E1B-4B14-4F4C-870A-FF6BF47C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958CEA5-72A0-4893-8D98-703DE259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070EAD1-05B8-434F-97E8-3146F4E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D3EE667-7F28-4C39-9A86-F5E5F677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A6A43FB-2370-44A7-A774-1F1A579A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5452802-757D-4501-9B6C-F99D1BF9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EDA90C6-A5A5-4602-BE9B-5F8E0F04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4385889-5EF8-4D1E-8D60-31CD931B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BDF1D25-B983-44E8-98B9-6F00FD23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4C11012-6330-49C9-9E9D-0E6E75B5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C2B6C8F-9246-4758-8D5B-8C4C86BA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165DCC6-6BE8-4E20-8393-4E1A1DDE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55D22C4-872F-4F76-BCF0-01146647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0EBFBC3-1451-499C-9C01-20577C1F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486131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D16EC6-330F-4273-88D4-9284B501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BBB22-5B7D-4BE0-AFFF-B89EA2FA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6EFD0-CDE7-441F-8725-354A9613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592B8-30A5-43E1-B47F-C4B599EE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5F091-1CB3-4070-9B77-2FC01876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235e36c274f5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3C77C-1AA2-422A-A4CA-621A42A7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845324-9069-466B-975E-4CD957E2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BC826-D062-4ADC-B42C-2AA25B0C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455FF-5DE5-4FF9-96AC-155B4A86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D128F-F4DF-4C46-95DF-D751DFEB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d9b67a6b2461a">
            <a:extLst>
              <a:ext uri="{96DAC541-7B7A-43D3-8B79-37D633B846F1}">
                <asvg:svgBlip xmlns:asvg="http://schemas.microsoft.com/office/drawing/2016/SVG/main" r:embed="R332ba61eb41744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93322-DBBC-43C5-BC59-9BECD35F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AD6A35-ADEA-4F33-A4D7-BBBA2B1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2520F4-487D-4F21-8369-7CF50BBA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6F76CD-2A43-4229-B9F0-FD641906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C1C2E9-D892-4D00-9876-C09280F8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E2595F-A99E-492F-A85E-FA177CEF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A2E9C-1668-4E58-B60B-A11996E3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5196D2-7D1D-457A-BDAE-4357778B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5FFD2-2920-4376-B0FC-D46AE495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EB7D80-5DFF-4087-91FA-4E9705FF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DAD679-66B9-4DCD-BB3C-221F634B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E2FD8C-A84C-44EE-A827-3A8585A2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88071C-0C6F-4E6F-9036-8A00F822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BD17D9-061E-4471-9F33-FD567058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168D12-1150-4E04-B83A-D9C67942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7BDBA0-C3B8-4BE6-A24D-7CC04C4A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54436A-39EA-4F24-B35B-CCE76276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581119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EC7B7C-7B44-464A-B48E-9F59CF4E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7B4E3-FCFD-4581-96AA-A0FD575F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8555F-FB6E-4985-BA0E-5D2A368A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FC4BE-8ECD-43BB-A60E-01D623FD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CC7BD-D514-4C3E-9672-841EDC2F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3c1053521462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E6A14-2193-4948-AC10-718EA3CA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40CFB-B56E-47D2-96D3-F5BFCDA9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0921A8-C66A-4F46-9074-D68EA682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73BC6-8A1F-4DFB-AEB9-81CB82C2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C7527-94BB-4D4E-9D52-C879656E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9750b62ee4cb1">
            <a:extLst>
              <a:ext uri="{96DAC541-7B7A-43D3-8B79-37D633B846F1}">
                <asvg:svgBlip xmlns:asvg="http://schemas.microsoft.com/office/drawing/2016/SVG/main" r:embed="R0cb156ea94c540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8D454-7F5A-4F62-AF20-95C593EA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775F4-66DA-4FAB-8AEE-00CE4B27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D28457-5039-480D-9602-50DEAC2B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71A6E5-E0CF-43BA-88FB-B1941514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A7E95F-6BF9-4F5A-90E3-0A79E0B6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0C1916-301A-4521-920C-3672C65A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7872DD-E539-46B0-B005-97C85D3B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77BAA-1596-4A09-BB66-2C232536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247EFE-1D4C-4099-A455-E070B634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283C59-B80C-4CD0-84C0-E1EE9259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9D1E2E-B56E-483F-B99F-FF3CB2C6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B78383-F7B0-432E-BBC9-514C9E47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49E2A-C2EC-4739-9BB9-80797D92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AEB17-AA7F-40CA-A30E-740DA9E1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B6EF1-63D5-4612-B43D-1AE4F618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D58B8E-4F38-42D0-B9E4-D432A705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D13871-1758-4BCC-A4DB-999F6FBC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AA6776-3BBA-4BB7-AB82-DCCE5557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2DBBD8-D7E1-4946-B661-C002AE15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A996F8-E310-4FA6-9349-3E692B62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807311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E83515-EB4D-4216-8462-A6599534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3C5392-3D97-4463-B0C3-60BD3CFC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3FC5B-8436-4460-92B0-9D2C6E30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768B2F-8F6B-4BFB-B8F3-8DB24E44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C5E715-F465-4D08-A256-01497183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712e50ef643a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36BA8F-46A8-4EA7-B540-B2BFBC75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AAFE7-D55E-45AE-A448-063694EF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9299E6-A47F-4C7E-A080-8397CDD4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6B9E0-D1C5-4BBA-9BEF-0753FC78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01AB6C-360A-490A-AEB3-B9437881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3cecee273346c5">
            <a:extLst>
              <a:ext uri="{96DAC541-7B7A-43D3-8B79-37D633B846F1}">
                <asvg:svgBlip xmlns:asvg="http://schemas.microsoft.com/office/drawing/2016/SVG/main" r:embed="Rb31171da78a448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DB738-196C-41BE-8A67-B01C3D1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90F28-B2B8-46F3-9AFD-C318BF70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848DD6-0612-4C4D-920A-93508820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DEED3-BCAF-42CA-9ADF-9D85EEE6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18BD92-8E97-48EA-B506-66653CA0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66BA8B-67DF-48E6-BEF3-37F1D06E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8A105-F5E6-41BA-BE7F-39A294DE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D584B1-E17E-4621-B7D5-62752E2E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79E256-D70D-4A8E-BDBB-29465015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249397-A308-42F9-B8A5-886374D8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EF91CB-C66A-4591-92EC-F48A728D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C9DE9D-9334-4FD0-8666-679D3161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A7338E-A52A-4DF5-A96E-5E3F927C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A3A5E1-649E-4677-9B56-08516001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472224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39491A-C95D-4F39-A333-CD2E41F3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6043D-2F9E-4599-BB65-660675ED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6F80C7-8004-42CB-A1C8-BE7ABA76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4E240-CF99-4666-BBAB-A0F27380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ABD67-0A84-487F-BAB4-C23EFE0F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9357a8f7ce469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87D39-5490-495D-B785-586BF9BB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8E8DC1-6803-4DB8-855A-8AFAFBA7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B4CE7-8911-4C52-9E5E-A9B7B0E5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1FE0FD-BE8B-4829-A47E-CD2E63A4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6A1F8-F7B1-4DEE-ACE2-F05DEF3D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d272ff52c24aab">
            <a:extLst>
              <a:ext uri="{96DAC541-7B7A-43D3-8B79-37D633B846F1}">
                <asvg:svgBlip xmlns:asvg="http://schemas.microsoft.com/office/drawing/2016/SVG/main" r:embed="R7d958602ae3a49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C69A3A-3803-475A-880C-EA8A2DBD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5345C0-2DF3-4ECD-B96C-53078BCA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7EA22-8E93-45D2-8DC0-11DE93F5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6D696-C579-4D91-A366-30ED5848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AAADA0-C453-447B-A121-2422E1CE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697745-CCB3-42EF-A71A-9F66118E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181A14-1C7F-4DFD-91D6-C39F6443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629AD0-E801-457C-A0DD-08FD4C0D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19C635-D8BE-41A7-AAB6-582BF4B2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A5F37E-DCCC-4A1D-99CA-FC49E3FE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A8B303-AF3E-4406-B518-7AEAA7C4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764FAF-66D3-452A-BBB6-E618B4C6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315358-ED48-442D-9534-68058880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CABCD9-8458-4881-838D-4B81CC8A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870205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AE493B-C5B1-49C3-B69B-E846BB1D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4C142-DE58-4EF2-BFAF-43C4D418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71975-B258-4E8A-B201-E0FC0B79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9F7AB-8C55-4552-B2F5-108B487E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1449C-3AAF-40A1-8BC8-CD8547DD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32b07aa5ec402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F3B65-BB83-4571-A50C-7700566A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0F6AA-A492-4E67-87C1-03FD5DEE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8345FF-8FF4-47C8-8437-A6931B95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07E765-8F86-4B2D-856D-1EE2A888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0B518-A01E-45CC-B04E-001867B9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43cc0e9eb4098">
            <a:extLst>
              <a:ext uri="{96DAC541-7B7A-43D3-8B79-37D633B846F1}">
                <asvg:svgBlip xmlns:asvg="http://schemas.microsoft.com/office/drawing/2016/SVG/main" r:embed="R6eed8800c4d743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B34C2-D148-4217-A03E-56050241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EE899-6340-4C24-A59B-E18CFA2F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240249-2D6F-4C30-A63A-2D1F30D2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A80764-E855-4519-BB60-B79F6DDF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4F828-927D-428A-9260-7132AD69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C946A4-7B71-4C75-92C1-FEC16581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AE172-94EB-42A2-8255-991DB721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6135FD-E68F-4268-A61A-59C9C755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3BA5D2-0D19-4FB1-9219-41C24BFA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839D8F-AB21-4A08-A65D-38726AF7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4601E5-95E9-4050-8503-EEFBE646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FED236-E1A0-44CB-BEFC-03E37460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423568-9F1B-45AD-AB01-9359BEE5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29333D-8EF0-4278-8DA9-E114493A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D719B9-8721-41CB-AE04-70369978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4846CC-800C-4A51-8C78-A385605C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BE7C9C-079F-41AD-9742-E808F1C8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ED9C76-DE97-4349-B2DB-F3A4988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6724CD-8832-41F6-A2A1-EBBB3785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3B1A42-36EE-4FE3-976A-62C27C88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5433A4-BBDB-44AE-A855-4EBA947F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C97C1E-6A38-4A83-A421-9E9BC17B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21442614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BACC060-0713-4A80-9F3B-2C1C9BEA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F8A07C-6747-48FA-A042-11841E6B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0270E-6131-4B55-9868-349B4587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14D477-B61F-4AEC-A809-0ED266ED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4F9F1-84DD-4942-BCD7-530E89EC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89f06d18b493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72953-829C-4557-85BB-59DDFC0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C9085-6FD8-4EB9-B288-2D0D7FB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C8AE53-8D0A-472E-9C10-7F4FF665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A3C808-50D6-4D8A-B28D-97FAA8CD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2464E-8E23-412C-8FAE-67601E30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F9A48-D3AD-47CB-B31A-1F2179FB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7A42D9-46F8-4998-995C-1C2ED985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D3B57-0853-48D5-981E-8E5956F0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4994F0-D95C-4D52-A34F-82CD465C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CE02C-BF5C-42DE-BC79-20E452F7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02131-F97C-49D8-BBE1-B693A824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CDC97-B015-4C74-B0CE-2CFAE349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B8C4DE-5590-4D45-8F52-35856ED6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62F09-6216-450F-8CB8-42554A33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4710AB-3915-47E7-B40A-73798D72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6A742A-3FAA-48BF-BC37-8F105345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AD40AC-1FC9-47CF-80F5-A33D7476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3E62BA-FA33-45C6-933F-BA1353B2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CCDC51-9AAE-49CD-8DF9-360D59B6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475582-0A92-426C-8E64-2DA1DB9E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DE130A-185D-46E6-86A1-51E0BA6F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3B38C1-B3F7-4D41-A29B-881D073B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6CFDD5-C3E7-4A19-BB2B-F1DE8FAA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9DB644-64A5-496F-B7CA-D2812F06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B2262E-8E45-4B54-971A-0A0D6B33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C7AC33-D03D-4EF1-97DF-7D2633F4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A73EC2-24B2-40AD-9C98-22092CE9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0CBC61-404F-4EAF-ABD5-892C30C7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2A30BB-57F1-45E9-AFC1-20F30A25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181398-C574-4D72-94B7-496B1274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4F5B54-D73C-45D9-B2B6-FDC97B7E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EEB77B-45E9-4BC0-992A-D9F78044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C329F4-C5A8-462D-9593-E599944C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60E573-7C4D-4D30-A452-CFBAC373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36C490-8CA3-4018-A460-D03FE758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F0BE239-B54A-4561-A8FF-C5E324FA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E43ED3-3645-4E01-8B9F-48E5C1BF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126F6B-B641-45F6-BCA0-18A5A5B9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B3CE5A-030C-4C10-8E16-F74C82B5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536FD3-80DB-42E1-95F3-D44AB573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247ECBD-143B-4190-BD90-78BD4A4C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4F2DDF-2FEE-4435-9A45-2BF48D5A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1E0E18-6CFD-40FC-BA35-38001E41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56E3DF-85C0-4588-94E1-57DFF47D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B09576B-F5C8-4820-924F-DC05C428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D1E8144-3463-470C-B1A6-9CEA5542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34E75C-4444-4212-8C73-8B1893F8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7061F8-A7F7-49E9-BB37-AF359046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FB5C9E-85D7-47CA-AB6A-4B2FFA45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D081184-34A9-44BA-94C5-6686702A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A5C4B5A-72C2-4ABC-987A-285F4740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DDE703-5AFF-49C2-A707-2E79C8AF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14C0DAB-09E1-4F38-8D7E-CD0A8091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EE1B1D7-D690-48DA-AC15-07779B7B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8254A05-1E70-4E97-9BA5-57248F7C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074F11A-377B-47E2-A4AA-B76AF968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8872BF8-EA57-410E-9876-25B2EAD4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15A5B6-A6C1-491E-BC2A-F70197E8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BAC878F-E46C-4645-BBDD-3EB6FF9F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C9A16EA-20DF-40FC-93F5-76BDA629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60CE4BD-89E4-4419-B882-1286CF3C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1A8AF7A-FFF9-451B-A805-6C23DCB9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0A90CB1-1A09-4388-A73A-34DAB898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1EBD162-141F-4E61-935A-FBA47B95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79BA54B-E4E7-4849-902C-19FB02E7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778E2B4-FB14-4C7E-ACC1-BA7076B7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C5A9DEF-36A2-44FD-A4F8-AB50136F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D41322F-FCFC-484F-93DD-259D85FF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C7DC764-045E-47D7-AFBC-954778FE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B93057F-FCD6-4A47-8AD7-10C35900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A2659F6-0A88-4341-9BF4-3DC6DD53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0DD0C22-3642-403C-98EE-03F0BBB5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36C910E-7F12-43E7-865A-AC0E3AAB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47C87E4-9FDA-48B7-9379-64C351F4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D665736-3CC6-4AC5-9066-9B6CD42E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E221073-0093-4F9D-B64D-1DDC75AC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D36735E-407F-4ECD-AE91-B0DB17D8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56E833D-E610-4EAF-8DB5-DBE37901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AE18726-7948-4352-9452-A18FDA2E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1419548-79A7-4C3A-A426-83B5F4A4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18738FA-FC3F-4787-90BD-E9E4BE7E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D75AE29-A317-4441-8681-791B6B13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35C57E9-FC30-4223-A8CD-EE91EC7E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E605F4F-ACD6-4240-886D-D146B4B8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6389379-08B5-41D4-89F6-3A03EC92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4701E6D-C777-4C37-8EDF-92C95CA9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336D8DC-95A2-4B41-912B-5A059E2E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5DE1E80-B3A5-42F2-A237-93E11147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5098C5D-A93D-49ED-892D-AD22301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D51E484-2793-413D-80CA-ED8B7ED0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21C9D09-DD80-4B31-9A4E-912362BD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04A6148-BF58-4F79-9E7C-57C38933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69BCF7F-16EF-4705-80B3-B9A4E77E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D02641A-AB4D-4090-B5A7-9E4ACEDC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12C0BFA-BF5C-4DB9-A469-50FFC272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534906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74BEEB6-5236-451A-BA97-FD3CC4C0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25849-B155-47CE-8B60-192B4108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59E96A-4FCF-4B68-B25A-C876502E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ECCD8-80CF-4197-A2E7-ECE845B0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737B5-D91F-4608-93E4-B6579D99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8b4cc438f484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689DF-7108-4C1A-9F15-EACE9ED7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CBA0D-B869-4B24-9E0C-709AF782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6E696-0F3F-47CE-B4CA-5F487C5B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730A8-07CA-4C68-8B00-C1574D85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F00636-1776-46A3-8343-F719BA88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4E629-49FA-46C5-8B16-CF90F2DC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9B548-6A31-4D43-8B13-CC60FB11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8DF32A-6A1C-453E-A8A4-2D0AF493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24306-A1BE-472A-82FB-1799BCE2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709F9-D582-4F49-BAAC-6392700B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8BA8AC-32C8-4BBF-B1EF-68A87F59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349A6D-3213-4486-82CA-96BB385C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FFB7D0-555F-478B-A8E2-5C685CDB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FB8BB-E1F4-4258-A164-CE0ABEF0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7FC8CF-B4BA-425C-83D2-E2B827B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47BD8E-4B6A-4AF9-8925-C22E1498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6EAD3E-F457-42F5-90A3-30280163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00CB2C-3C07-48E6-9E26-A6329CFF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351183-BC43-47E4-AACF-2228BF3C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33FA8A-A6D7-4ED6-893C-96C46443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5D0F07-372B-42BF-9D6A-740E7B29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CD8EB1-AA03-4A4F-B301-C573E141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D24198-5499-4064-980C-50957744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BAD3CE-651D-4D7A-AB0E-3A39F752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FC1255-9ACA-41DF-A24F-D335CB42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A87018-E116-465A-8EE0-B6426722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717F83-9B99-4DCC-B403-4A86D295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4386FB-6360-4E14-85BA-CA5887FC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9893FF-999F-4719-BCF8-B08C24B7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680193-6555-46F4-AF0B-18C3480F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ECBAB9-037C-4076-86C5-ED9DA358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E3CFEA-D650-4173-B61B-F1A40463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F41DF-523C-49A9-9FE1-52EB063A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E92F41-89AF-4D04-9AFB-8241C378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37168B-11F4-418C-A97F-2073E0E3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30A8CC-A94C-4491-A0A0-1F0317A3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915CD2-C2B1-46B5-949E-3B04FF85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707573-623F-4C66-93A0-D8B7141A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8627F3-D890-4376-B1AD-A616C62A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2293DF-C58C-486D-8587-2418B7A1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CC5E2EF-6947-46D9-95A4-C40E8131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BA8F67-3841-4578-ABCE-74B7D821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DDA3601-B14E-4D27-AB82-B6A959D8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07952D-8408-413E-BFE1-44666014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CF22BC-F139-4442-9510-1EC56460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4C1E9B-0407-44C3-9F17-15A7E89B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B73454E-F9BC-44B4-B329-F43592D0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298211-AB61-4A64-883E-74070032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CD13D4E-29F7-4EB8-B381-FA3DFEB3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9F08218-10E0-4914-BFB6-5DABD6CE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FDCA71-339E-426B-9A46-2C4FE06F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C5E4EA3-7F8C-4FC9-9FF6-83D68C8E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780E146-24A5-42CF-B8DE-667E8B2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7FC6BD8-6583-4660-90AB-8AE2CF7F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436836-44A3-4861-A308-8D5C5A03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1CECCFF-14D7-4C87-9A60-695DD8DB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CDC000F-43AC-413D-AA0B-6B1DD417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7ABD96D-7739-46CE-8A0F-9221F196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E1CFC16-EBF2-427E-9936-B08C6608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4721D4A-5825-4191-B085-F49B99BE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687E4ED-B799-419C-88A8-A25EBEFD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41B98EC-777B-4194-A4DB-C391F490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2CD7F65-1112-4FA4-8B3A-BA867307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C603EBD-F2CF-42B0-9C8A-42E01E4E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ABFB83B-9885-4A9E-AEE8-56B39429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1C25A4A-8327-4FE7-A0AA-8F0276BB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A3B1EBA-853C-41C3-8E2D-96EA6264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EEA7CCC-9FA5-4B8D-8715-616B0712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1881F20-17A9-4258-ADEA-DF2478F5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ACEB7D2-9002-44E1-8E94-12796E05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74CDDC1-18D6-4068-B382-5142BA98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C2BEA46-C691-4AAC-B031-5FEA871D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6A7D3BE-5455-4B73-8B00-02864AA2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A80A5F6-EBAB-49BC-8628-C797F3AC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22F9F9A-BF82-46B6-AB50-CC9051B7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A8F0C8E-01CC-4864-BDC9-16AACA4E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DBF2657-256D-4754-A7A4-58E6B8D4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B54A474-3C66-445B-B804-9EBAA4EB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3EEB260-5996-4D7D-A3F8-CC020BDD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016FA40-4A75-4551-9BB2-DA2DF5B4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057FF4F-CF9D-438C-BADD-1173CB4D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4C7AF43-8C7F-4563-AADE-B3417CF5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C1668C8-564A-45D4-833E-BB1B0AE0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24F4781-B4B8-474D-B9BA-9F1F680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CAAF0CF-4E75-4611-8B68-3A1D2FD8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3B12E7B-9F58-447E-B890-E8133D34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AA750DE-E7B9-442C-B84B-939BE618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2D39D16-B643-46BD-A9C8-67820012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E571ED0-D4D9-4557-B521-5101FF94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DC9A057-6BEE-4DAF-B5A8-4EAF19A0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6BD6578-E699-42DE-8E54-36244767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21E18AA-2B75-49D9-BED9-D1C25BE6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1EEA93E-DE90-4B16-A5D6-A04BB119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F3DA97F-95D9-4C8E-890C-94A73540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B171E28-5D16-4360-9C68-BA2DA45E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840C828-00C5-45F0-AAF0-3BD77635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483330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075EFEE-4C5E-4EB4-90BD-9E881E40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DBFEB-067E-440A-B163-366750C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7E035-FE26-41A6-B85C-8B2CEF67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1919B-AAEA-49BF-BFF0-3F77285F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1D6FB-C1F9-46B4-B369-231D99F0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462b83e504ae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EEE38-14D7-430B-BD04-E86B0BFE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920ED-A325-483C-9B7E-5AA1775A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CF71A8-BDC1-4E8A-8E98-E3BB3BE1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7B6E13-9682-48ED-BED1-968CB608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7B0FE-99AA-41FF-9535-08987F3F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B45F2-1DE4-4A97-AB6C-80B8CE2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7F59C-4F92-4058-86EA-66F65DCB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6074C2-DA4A-43BE-906D-CA6C9AD0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282911-29E9-4AF2-B182-1398843F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F4A93C-E819-45FD-9BB8-F9B367F4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409D97-2004-4443-AFB1-F7EF87B9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6C862-E579-4F80-BD51-41A4CF93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38416C-4D39-427F-BC43-E25021D2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E61BD-D292-43B0-AD36-3AF6BE6F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DAD910-B626-4D6F-9190-D7CC7D42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4F077E-6D0A-411F-A118-F0A16CF9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9071F5-7A8E-4C28-8C3D-11465867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E0AB10-25C4-47AB-A556-F4E170FB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FFFBB9-A595-4EBF-BF24-62BB7A1D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0FCCA-6D1B-4096-A544-48E4CDAD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D8B9B8-659C-4783-9BED-A6A25E0B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953FF1-04CB-4B49-9D29-ED9EF4FC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BB4D87-8095-454F-9A29-3D0155B9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352337-F83A-488B-B315-F3225578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73FE02-0007-47B8-A80A-83AE685A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1B01D-CAB4-4D57-8604-53348DCA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E36892-6692-4AF7-B107-CBB1C5F7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293675-7D7F-46F1-806F-76EC5A61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C343EF-5CE9-4CF0-86A1-14D936A7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CFB9E7-166E-4181-BB6A-12841659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334F9F-468A-410F-9494-9EB21722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B35E71-67AD-4796-B323-F09C76A7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90F562-322F-4ED5-8479-99A57EF6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418FBC-E609-4621-B0F2-F1D152D3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70EE5D-1B5C-43A9-B9DD-9B58A5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4015A4B-D915-49D6-8581-26A49E30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69D21F-33C0-4281-AC5D-E1A58793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B5289-EE97-4890-9418-09DE54DA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CAF0B7-A85F-400C-9ECA-09E5E07E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D0ADCB-CFED-4E50-B984-D4A37297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5ED499-729B-42D8-910C-3886587C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BB0B7C-6FA0-4649-81B0-FB4F6C0F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7EAB98-398E-4826-8787-54CC8237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28E64D-1D10-4203-A46D-BAAF6982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5DCEE1-D73C-4061-BF2A-C4AE3334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281552-168E-446A-AC9A-4C1228D7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8CC7E0-30E9-4DED-BCCD-E7D76BD7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C701CD-06A2-4959-A0A1-A6E1F228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8F383A2-E032-4AF7-97DA-0DD945F7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BCDFD58-C5C5-4F4D-81E5-0AA1F9C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BAA9A3-E1A5-4EDF-A76F-E927DD37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E16F83-EB43-4B70-BAF4-F48CE4E6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F68B792-555E-4C4F-9BE3-CE9E2465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70CD04-E4C3-4687-8AAA-2A95FD15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C89D883-F167-4F3E-B306-BF609C29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3CCA08-DA3F-4B9C-8C3C-24FCE63F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63F785E-A337-462A-B406-0B511AC4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1537BF-F592-4747-B077-BB20623B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E5E1F8-3D55-483D-8258-11627756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C543764-7BE5-4819-B800-39F07552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4FB8F8C-15DB-4410-BE44-614067BB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73E9310-FE77-455B-9592-7F7A4676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E8FB4E6-C119-4A3D-8844-32A67805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DA8AA7-5766-4FA8-B915-D45925B7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10ADF99-3979-44D8-9922-0BBDB1D1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2165DA1-FBDB-4EE2-95BB-29293745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9ADC5E2-D92F-4220-80ED-817E495A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0E36F72-551C-4987-8CC8-C839C664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9ABBCC-1E30-4A45-A3DB-99116903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C8963F3-DAD1-44A8-9EBC-1E589C73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28AC681-CF2D-4AF2-8421-0D36026A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D49BFD1-25C4-4A41-AC47-F85B4B48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97144A0-56C0-46AB-B74E-91FB3D73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A4A66D5-6DFC-425E-AC1D-956D54F0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50F40F4-8BA9-4959-BD16-0BDA175B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DD22457-E40F-45A7-8867-77E15C3E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85B4C3C-14EA-4CF0-B36C-67107053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4B96834-BD16-47E4-A748-50532234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FA8FD78-948D-4FA6-81D4-F645EDB2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89379BC-0A24-4CBB-9B17-FE08FDDE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E07288F-9E96-4EF9-8D85-DC01CF20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7D49366-C931-449E-AC0E-C045D3E4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6ADE0A5-C4A0-4B36-8AEF-047DD578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5AA333B-6E4F-4BCD-9263-21594533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8E79380-DF2A-499D-9701-5CD0AD39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1410757-156A-4B29-9ACC-2038DB61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46E8479-0AA0-4D40-9B20-221DB9C0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C2E2997-39C8-4ED6-8FCA-271A193A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FA311A7-CC48-41E2-9343-B2AAE8C0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A8563EF-9CD3-4C75-A87B-B998AFE0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0C03FA5-73FC-43FB-9145-4B708C60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7218745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A91A1A6-5FCC-453D-8102-01828E1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D3E8E5-7524-4071-918F-B9680D4D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FB3B8-2881-4742-978B-4879CE58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606DD-F40F-4643-B3D3-4EB5ED22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C4FC7-9A0B-4101-986C-0BB6575B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db7a93b814ee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175B0D-D1C9-4E46-9556-01BD785B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E06E6-3B11-40EC-94F0-5746A8F0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493B2-D9D6-4567-9144-C89E1E7E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5E894A-E266-41AE-9AA6-C53A6876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D6F284-F6D4-47FE-BC09-3FC66B01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86C75-B6A6-49CD-A04C-47D036B6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7D24D-C990-47E4-9E48-B277FA8B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FED627-1748-43CD-849A-91BDAB8D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E6911-52B7-4A5A-B870-ECA565BC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0ABAB-DC26-4CAC-927A-4AE83B4A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2E102-0A76-4183-8597-343E70F0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194621-6F02-41FB-BDE7-53CF36F8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924BE-F5C8-4F1F-A724-20FAD4AC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EC32D-6948-4476-924D-B70601D4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F4C369-226E-4B09-84F0-FA1F463A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C74366-58C6-4D03-BF71-C6DFAADF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4BB8DB-4498-4DAD-B4EB-39D48D28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9E94C3-E75B-4E5F-9B16-1AE301EF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9A283A-EFF6-4175-8E1C-04D6F7E6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D3D505-EA6D-4706-852E-F34C1F4A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F80EF7-6253-4E3D-81E3-1074E08A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53A243-2E42-46EF-884B-2740682F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36713B-D51B-4E8C-A119-035D63E9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D778BA-FCD3-4006-A89C-12524957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311D37-E1C5-459F-BC0F-AC5F2486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6E89BB-8B15-413A-B46B-CE1EC1B6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D010A1-6AC4-42AE-88DF-0EA8F060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8ABD42-517B-48AA-A174-78DF1FC1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19D2DD-46A0-44C9-95F6-3EE60147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F9959A-4ABD-42A7-9457-91D2DC3E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355A2B-374F-4AB7-B3A8-84EF950E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BEF234-4E4F-4B41-9A84-EE20AA7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24717B-D155-45E8-A048-ED585B55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116504-0497-45EC-80E0-AD7C9652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429076-E20A-462A-B491-923A3EA4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57F074-9513-4077-8764-01D49553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786B70-A9D4-4B44-999F-E84E1A68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829D34-507C-4111-8524-39EC2D50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EBDAE2-37C1-4308-A7C2-D73FE9E5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1BF2AC-E6E9-4B48-860D-B23E85D9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38521F-D3C6-435C-8888-57555F9A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831370-C14C-46BA-989D-3D3CAF95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7C88B53-0039-4B67-A9FB-F1CDA708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A225A5F-FB31-413F-9733-5776B28D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6C5780-96CA-4077-BDFB-42160952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5FA8E8A-C388-46C5-9394-D990B2EB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6E6234-E9F6-4E80-8128-C0C67404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29651A-125E-40DF-98EB-D8C2B432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9A382D-A82A-4A4F-BDAC-B0F6C9CE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B91E1B8-82C9-422A-ADA9-7045820F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B3219FA-7980-4F9B-9230-406CA012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E198795-E098-4E8C-8CD1-B7209A21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4265E98-CED3-40C6-B741-3CAB8D02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46193F-35FF-44DB-AB32-FE4C66BA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CA73341-8765-4439-9B99-95D77850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F08F93C-CD6C-46B6-AFE3-8E031916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EA22A2-F972-4E71-8BF0-9D66022E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D43434D-38CF-4F2E-8663-7E800004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8B4D67E-7E9B-410D-92AA-CFEFCACA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EE3149F-E08E-4AAF-9735-B6E2EB9B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3BF07FC-C645-4465-9766-8091895C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C779B23-1811-4578-8E83-BBF35BA7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145D09E-1B62-42AB-B425-02EC6B71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B9251C6-62DD-450E-AB96-74E9E307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FD86C6C-0882-42C8-A8C3-5418ECF6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A6F221F-B65B-4099-986B-7F111EAE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481D1DA-95C5-4708-8C6E-49B05F7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9356005-1DE4-4666-9288-D1E4D15E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05BDDD-A2B4-41FB-91E6-827399B6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FE2AF9A-0CDA-4B19-95F2-FE2FEB32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C1D02B0-0BCE-4100-9780-0D76C9C8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248CFD7-7B79-4A01-B245-126BDD86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F39414E-E879-4794-9CA0-B51B66AD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D26A497-A2D6-45DB-8984-760A05A5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090F682-FF3F-4B85-8A3D-0AA13AC7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CC3962F-E53A-496B-92EC-7765567D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D5F8B5B-8F7F-4F00-8206-9A150BAF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9DC46A9-2399-48B7-918F-C19AE6B2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94A3B73-4313-4F61-AFB7-26224689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DC60A59-CF30-40CA-A0EB-148A51DD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DBBB07A-3AFA-40FB-854F-C3978F6F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BA1453-9B22-44A4-8D62-3B87B865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3038B0A-3794-41F2-A1B1-B3F8CAAB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AEFB248-E538-4487-8429-37DE49ED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04AC07C-065D-4077-9E95-ABAEAB19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10B21FC-A673-4399-B8B7-9056F3FB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C59F8A4-BF20-4082-87B6-659D9684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F64C6BD-83DB-4209-AB24-64C07DB2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802E6DE-9A26-400A-A7EC-4A9FD295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9A1B4F2-27B7-480D-BD9A-22A2B5DD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B39E593-5996-40BC-8BD2-22C5E9AB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14158A7-28F6-4F87-97B6-9B54E20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E325315-4A48-479A-A1D6-1EF2D2A3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9138E9F-6210-4BDA-8115-32490C39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310EDA7-3187-4860-BF0B-627ECBC2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518528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7BC9867-898B-4344-8058-09027008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5736C-4265-4FED-BCBE-6EE4402D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CD75C-C42E-4E52-B6D7-0B439D8D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63BCB-F225-4906-80CC-5DBBA480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66562-F22D-4389-A639-66526D38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5cc7f4fc249f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381D04-0D84-45FC-94CB-E0BBD8DA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2D13E-F3AA-47A0-996B-26494423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57A81-D5DE-428D-9A10-F310B39C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13048-E54E-41C3-9A81-92716D10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255AA-473D-4C98-AE66-BEF34BE2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BEB035-BB97-4221-B42D-21F8E752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980E5-34FE-448F-908E-A4524E3D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DDF463-16B6-45AC-A803-38010326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740C57-E7EE-45FC-BACA-A4C3BC07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3A51CB-106D-4141-8431-6551CE3F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2D77F0-34E5-476F-9F64-3BE1F0C8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457CCF-CEE5-4A7E-B4DF-D2302E9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B7B32-3B9B-42FB-8613-4519270C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BF33ED-A04C-4066-AD2A-0BD2FDBE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1619CC-702C-4D20-8A67-D266858D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7B1062-2B8D-4AAE-A7E5-356A7C13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C07E8E-C503-458E-ADA5-DAABB81F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C43D9D-39CD-41FF-98BE-2487C038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09B585-5BE8-47DC-89DD-346392C6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7F7384-C3BF-45C3-86D7-5BDD3FB2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E59485-ABE7-4488-9034-A725962C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2829CA-831F-4A1D-B5CF-81906745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0BBB9C-0F7B-4D91-9602-14590793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57FBE1-C7AC-4DC5-8A02-16EB3B57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3494A7-AC7D-49AF-93F1-6D4E4B98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174007-2599-4BE8-A345-EDC73ED3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553128-B747-472A-84F2-D759BC51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CA908E-E8EC-40E3-B9E8-1EF13565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A4FA78-FCB1-458A-B4EC-44D8FA79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315723-C77C-4D3D-823C-3DC8EBA1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640A14-746E-4811-B2AE-44F4B5D7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EE8CC8-CDC8-4C17-B38C-2CFBB4AD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AD1B5F-00A3-4C5E-8672-01832150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2544DC-48EC-4734-BE6E-E06B5672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216DAB-8A34-407E-A522-FA965995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EB19E1-8BDE-4D7D-94B3-AD1C753A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741F2C-FA88-4A44-987C-D59ADF45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F7D716-687E-48DC-B13B-A76CD61A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8ECF45-4379-4CC3-9A71-4D0BF034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9176253-CBCF-4642-AB80-4E22277B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575C2A-9C82-4252-9F75-34764E43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43E91C5-9AC3-46AD-90EF-E4411E72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4DE834-EBBF-4476-97FF-D98715A9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8AA173D-0CE1-47DE-8EB9-0F4CF9FC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4739C16-2FD9-4473-8CF1-F2542283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263A10A-C3CF-4480-BE42-0BEE5045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851F44-96B4-4E23-B9F0-B7C92F62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7B67334-726F-4FA0-B9AF-D9098312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D41EF3-CF36-4B77-92CD-A0350C24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1D8731A-21AE-40D2-8DF0-CAF8B266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48CA7B1-4692-4214-9204-68CC3EDC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8A40B5C-38F2-46FB-B0B7-C03FE76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F7BB73F-C4FA-467C-B1F3-C88E26C0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AE0A97F-15EF-4E82-96EF-B9841526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737C1B7-21EC-48A7-8BAB-96A95253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8125E46-6B66-4B2B-B4C8-698EF2D7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9474EB3-BBBF-47F4-913B-1992993D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89A584-99D7-43CF-9AC2-B982F082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FE3A94A-9A97-44FF-AAF2-875C83B9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0F9B8AB-9E61-466A-AEDA-204216C9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CA51FF2-3ABC-4254-897D-5E0DD03D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5333950-5726-4B58-B4D6-8B9A9F34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6E853E0-8F14-4B51-A854-28BA3AA1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1D182BE-2D51-4EFB-B1CC-CA0A1DB7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47BDA6A-65EE-4875-AAA4-3DC1D760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0564CF-0FFD-47B9-BC62-C873683A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02E0067-519C-49D2-A232-AB65A0F6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F852969-651A-40E7-8C39-CCD03DB4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D866583-A21B-40ED-8248-10E53A95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8BCE94C-C551-4BBC-970F-9703FAC9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8A17B35-2F41-40AB-BAE4-9A61269A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E80A029-F7EF-4F35-B352-D1F44388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11E678A-9A66-4B4F-B16D-C71EB499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0AAB168-F223-43D2-B843-9A8E9328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962FEC4-5BFA-47CB-BF67-41593D53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3F133EE-67BF-401B-BB28-FFF17707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F69449F-13F1-4D25-BC67-5BEDDEC3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00198E5-4CE3-465D-8C2C-B736BE19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BF4909E-E77F-4B65-844A-349C00D4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E7E4B0B-B3FD-40D6-A029-F0F218A2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F280D74-5396-4AAE-B1E5-AF18A8AF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E9B9DD2-4C8B-4CD2-83EC-973B8AF5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4A248CB-50A7-47D2-8291-48CE30BD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3A86777-D4E4-453A-8981-087932F7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D3D792-B975-4FC7-8427-F5F88A83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7326ABB-8E5A-4173-9E4E-DEAD9A59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D6AA957-0ECA-4E2A-BB94-6453E892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8666F43-AC7F-4363-B77B-F1AA4D49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9CFB2FB-D994-4C43-9361-94320119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2915285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FB2028C-A40A-44E5-A4C2-9D583E79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E8F4C-6C48-4AFA-833F-3017CE31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4B5C2D-7F67-485D-AF49-29150A49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50CB2A-2947-4812-82AD-314205D1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A07092-DDF4-4975-AD57-0386CE9E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0a520c0ff486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7A5D2-A501-43D5-8287-6F7F89DE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18FCB-94BA-47DC-B2A0-CC358C93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FCF4AC-29E3-4A80-A233-EB14150F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900C02-177B-4282-B6D4-61C39879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3DD59-C4BC-4502-B79D-254D11F6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AB9E3-356B-452D-B74F-D74A3653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CA1EE8-6331-4F66-A543-4BCBAE19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AE178B-0E10-4C72-A5EE-928D771C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2E4077-DD9E-4D59-ACBD-7FDEB022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FDF40-5654-4374-B935-98007985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95AD8E-F33B-4E4F-93C2-8DEE8D57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E2F03A-AEF3-4040-B078-99CB112B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68DD0-1F88-47F0-AF52-4BC3DCC04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B1BA93-21F0-485A-93FD-B9067A75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44EEE8-7842-4362-9B4D-E6DF61B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C1A723-7915-49A7-A72E-C12EA62A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BC09FA-EEA8-46DD-8CD6-5A08D66C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77B4C-FCFA-4ABC-96C9-A867BA91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321693-8D73-42DA-961A-BBF7945C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049B2F-1B1F-4978-A469-4C47CE14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4BE067-037A-4F38-A47D-F9CB50D9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1F482F-BC3F-4E0C-A7B2-376FD2FE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2763C4-9021-42A1-AE4B-0AC3DC38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6465DF-8A7C-445D-9973-B8F5FDD5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A1578A-3578-43C0-92FA-FBD7717A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37EB63-4382-4228-960C-285148A5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7F1560-1926-4AF5-A475-3B00D8D7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413FB7-BBC2-4814-A296-237C5E6B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E50012-3332-45D9-AA70-05C61829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63A27D-29E8-49D0-BC33-55FC9BF1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AA0F07-6B11-4EC7-988B-E295ED78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E2E4BE-F5CC-4FA7-A11C-BDCDC85B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4A454D-3162-4E40-828A-378C14FF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9CAA5A-2E1D-416F-931B-86FEDD74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6A1A30-E06E-474D-8664-C4A9B3EB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DD2BD0-33F0-42F1-AFE8-7B7C31C8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D48867-72F4-4335-B5B0-0B098EFC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C96AFD-D735-4B12-8C90-1E69BB22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E3185C-60AB-416F-BD8A-277A7F19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AD71A33-89A0-4190-A7AE-6190B02E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792DE8-5CE7-49A6-85E4-64BDD7E4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74490F-C57F-4758-BD80-A8517B07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44ED1C-1195-46F0-BA23-2C3E53A2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AD70487-6A07-43F6-A3D9-D579F4E0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A2E029-276E-42E0-877C-BCB5FD98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4376D2-23C0-4ADB-A56B-5C21EAC0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D5EB61-BE64-4D53-9A22-C72360C4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4D09BE-614E-42D0-9E48-E3D653FA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E8A0D4-2990-4160-9F71-29F2700D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99CED33-76BA-4108-9206-2CA7B65A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7F731A9-9194-422C-A622-3127F5F7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3ECD24A-918C-482F-8727-CCD0547E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D447BD5-A169-49FE-A090-029008E9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29DDA61-D668-4634-8E3B-6C589FB2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260BC44-0A67-491F-8C8C-7C7EE31C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8AD9BC9-F8A5-4E25-9892-B25B5DCC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F7AC8EE-3DB3-463D-9C80-752D037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32035A7-82A1-443D-82CB-C5ED2B33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A40E65D-6B8F-4EBC-9421-D39812D0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691780B-3301-44E8-966D-9801FB9F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9C18D2-50B9-409C-8A0B-898723FB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BD8D83-3CDA-4A6B-828C-00BBC558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E1AE3B0-EEFA-42F8-A1D4-9B0E36EC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6B3D643-6906-4E6A-9CD9-2C1AD950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6A35230-550F-4CCF-A96E-DFBBEFD9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E06314D-5C16-429F-AEBF-C50814C1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76EE564-71A4-43B3-8265-4BA1D512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DFF47F6-8305-48E7-B4F1-8F1DFDA8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8667AA7-17AA-4E8F-B5FF-EAED491C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7DC0731-B853-4899-92D6-17EFE9BA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D6CFA5-2CDF-48B9-A24B-3DF1F8AD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FCF9AD4-35DD-4838-AD5F-6949D312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A09332-7ACD-47E3-8871-F13FD50E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A1ACCE1-07EC-415C-A1E5-E8DBF8FF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B8F013E-6584-4109-A3FD-AA1F3E72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1016E4D-70D2-4561-B61F-8DD95BCD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58E9961-9412-4821-83EF-3A0B6F96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C762D1C-A620-4A04-ACEA-B2B1E027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79FC429-A6C0-4ED3-8411-E9C1D2E3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0C70160-CF7E-4EDE-97CA-8D063FBA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9A8CCCE-3806-4982-9799-985AE72D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E4526AA-CA1B-4F7E-8633-4B02DAFF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EE3C771-3057-4B42-AFD8-B2B86CED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FD52A74-7A71-4B9F-A67D-81C3C6C8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8461B5A-1532-4896-929B-18DED7FB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8946B8D-83B7-49A0-94F6-14FF0276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022085D-0068-4684-A4DD-2ABBB6B9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E4157D5-96BE-4ED5-8A17-0CF07DEA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6396FBA-F3C6-45D0-9B4B-4A025D86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85CCD8A-8A99-46D3-B316-DF8892D6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77867D0-03E3-46ED-AE55-4BD7F27C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8F804B7-F15E-47C3-8A14-9536D377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D8D30A0-1ACD-4155-BD78-16EE9F7C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559AC0B-0232-4741-BD21-FD3D294A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78A59F4-5829-4313-B0DA-2E7B18BF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AE4FB62-23E1-490A-8A27-93E76C4E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E3ACAA8-4630-4C4D-B80B-E8915EEB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3A47F24-E2F9-4E81-866A-81008425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89A0A31-1541-4CC3-8362-5D80AAC6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F0CB81D-09DD-4F26-960F-397A3FEF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04785E9-7B0B-4E86-89CE-50C70676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EA1519D-5D62-49F7-911E-85A7195C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DF8B828-8323-4191-904C-5B647949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311D8D1-ECA5-4982-A0C3-062B469E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C3C72B7-FE8C-4D82-B34F-F9485EAF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4D72AA0-ABAF-4F67-A8A2-CBEFD828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5BEFA7F-449A-44AB-8156-2D53CEFF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9004907-83A3-4E38-8FBC-3A12F27F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76AA1F8-2A5A-48DC-B6C4-98BBD854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7F30351-F436-454D-87D9-72A9024B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2FCAE77-11EC-4F1A-A606-35A60903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E011DB1-37D0-4C12-83B0-DD3E1709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57F2B41-790E-4D28-BD5E-5DBDA1A9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C4CDD58-446D-48F8-B969-D76432A3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3968832-C8F3-4E71-898C-19E9BA75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5C41B4F-E037-4A20-8931-F596EE75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C91060C-C2DA-48ED-921F-BB0AD9E3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5123677-22C5-44C7-9D9F-5143E0B6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9F599FA-F680-41B8-9891-BC63BD38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EA2F7E1-1CA3-43A4-A51D-8929C65D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7B6B3F2-441B-4C7F-BF2E-3517422A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E49F60A-C42B-4B84-A67C-AB4EEDAD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2491583-802B-42E6-9B44-8347A1A8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1FCAF8C9-D981-4D61-9A01-DFE40C88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484BB447-A94D-4436-A638-67F1E828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B9EEF78-947D-4DEA-A105-45633400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F130E91-501B-4B87-BB75-C5C35D1A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967AAD3-0C94-4A2A-B746-8F1D5800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2028852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DC533-9133-4748-8693-555EA0B4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118A4D-2A84-493F-93D8-376931AA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B15A9-B08F-497B-881A-7C77921F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21EED-3029-4076-A57F-1C833105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814d4391fc476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92177-2C59-4962-A868-18B37DCE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77289-5F7E-4198-9D3A-7F541701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900a0a9ea84ccd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754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2026-09-09T23:02:49.9500000Z</dcterms:created>
  <dcterms:modified xsi:type="dcterms:W3CDTF">2026-09-09T23:02:49.9500000Z</dcterms:modified>
</coreProperties>
</file>