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0e72462d254d6b" /><Relationship Type="http://schemas.openxmlformats.org/officeDocument/2006/relationships/extended-properties" Target="/docProps/app.xml" Id="Ra0325fcc849a450c" /><Relationship Type="http://schemas.openxmlformats.org/officeDocument/2006/relationships/officeDocument" Target="/ppt/presentation.xml" Id="R0ce4a0b7ac0a46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a89369e03d4710"/>
  </p:sldMasterIdLst>
  <p:notesMasterIdLst>
    <p:notesMasterId xmlns:r="http://schemas.openxmlformats.org/officeDocument/2006/relationships" r:id="R60695b0c554a47e2"/>
  </p:notesMasterIdLst>
  <p:sldIdLst>
    <p:sldId xmlns:r="http://schemas.openxmlformats.org/officeDocument/2006/relationships" id="256" r:id="R3102e23f6a7c464a"/>
    <p:sldId xmlns:r="http://schemas.openxmlformats.org/officeDocument/2006/relationships" id="257" r:id="R6ab5eb8a2428405b"/>
    <p:sldId xmlns:r="http://schemas.openxmlformats.org/officeDocument/2006/relationships" id="258" r:id="R6ed36035f1de4674"/>
    <p:sldId xmlns:r="http://schemas.openxmlformats.org/officeDocument/2006/relationships" id="259" r:id="Rf756d18e62664d0d"/>
    <p:sldId xmlns:r="http://schemas.openxmlformats.org/officeDocument/2006/relationships" id="260" r:id="R09be25bafbca41dd"/>
    <p:sldId xmlns:r="http://schemas.openxmlformats.org/officeDocument/2006/relationships" id="261" r:id="Ra35824944fd24eb9"/>
    <p:sldId xmlns:r="http://schemas.openxmlformats.org/officeDocument/2006/relationships" id="262" r:id="R4f61b2e59a0d49d8"/>
    <p:sldId xmlns:r="http://schemas.openxmlformats.org/officeDocument/2006/relationships" id="263" r:id="Ra327543bd44d40f5"/>
    <p:sldId xmlns:r="http://schemas.openxmlformats.org/officeDocument/2006/relationships" id="264" r:id="R9cbf9a961934476d"/>
    <p:sldId xmlns:r="http://schemas.openxmlformats.org/officeDocument/2006/relationships" id="265" r:id="R11b2a2b3f46f4f60"/>
    <p:sldId xmlns:r="http://schemas.openxmlformats.org/officeDocument/2006/relationships" id="266" r:id="R49641097981441ae"/>
    <p:sldId xmlns:r="http://schemas.openxmlformats.org/officeDocument/2006/relationships" id="267" r:id="R4850a0db26dd4967"/>
    <p:sldId xmlns:r="http://schemas.openxmlformats.org/officeDocument/2006/relationships" id="268" r:id="Rf85b86d56f8945bc"/>
    <p:sldId xmlns:r="http://schemas.openxmlformats.org/officeDocument/2006/relationships" id="269" r:id="Rd46761f19d0c4271"/>
    <p:sldId xmlns:r="http://schemas.openxmlformats.org/officeDocument/2006/relationships" id="270" r:id="R1c8e5ea85ff444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7e0d8b3fe14dbf" /><Relationship Type="http://schemas.openxmlformats.org/officeDocument/2006/relationships/slideMaster" Target="/ppt/slideMasters/slideMaster1.xml" Id="R6da89369e03d4710" /><Relationship Type="http://schemas.openxmlformats.org/officeDocument/2006/relationships/notesMaster" Target="/ppt/notesMasters/notesMaster1.xml" Id="R60695b0c554a47e2" /><Relationship Type="http://schemas.openxmlformats.org/officeDocument/2006/relationships/presProps" Target="/ppt/presProps.xml" Id="R19413c2a6d7848af" /><Relationship Type="http://schemas.openxmlformats.org/officeDocument/2006/relationships/tableStyles" Target="/ppt/tableStyles.xml" Id="R0c539209df7b436d" /><Relationship Type="http://schemas.openxmlformats.org/officeDocument/2006/relationships/slide" Target="/ppt/slides/slide1.xml" Id="R3102e23f6a7c464a" /><Relationship Type="http://schemas.openxmlformats.org/officeDocument/2006/relationships/slide" Target="/ppt/slides/slide2.xml" Id="R6ab5eb8a2428405b" /><Relationship Type="http://schemas.openxmlformats.org/officeDocument/2006/relationships/slide" Target="/ppt/slides/slide3.xml" Id="R6ed36035f1de4674" /><Relationship Type="http://schemas.openxmlformats.org/officeDocument/2006/relationships/slide" Target="/ppt/slides/slide4.xml" Id="Rf756d18e62664d0d" /><Relationship Type="http://schemas.openxmlformats.org/officeDocument/2006/relationships/slide" Target="/ppt/slides/slide5.xml" Id="R09be25bafbca41dd" /><Relationship Type="http://schemas.openxmlformats.org/officeDocument/2006/relationships/slide" Target="/ppt/slides/slide6.xml" Id="Ra35824944fd24eb9" /><Relationship Type="http://schemas.openxmlformats.org/officeDocument/2006/relationships/slide" Target="/ppt/slides/slide7.xml" Id="R4f61b2e59a0d49d8" /><Relationship Type="http://schemas.openxmlformats.org/officeDocument/2006/relationships/slide" Target="/ppt/slides/slide8.xml" Id="Ra327543bd44d40f5" /><Relationship Type="http://schemas.openxmlformats.org/officeDocument/2006/relationships/slide" Target="/ppt/slides/slide9.xml" Id="R9cbf9a961934476d" /><Relationship Type="http://schemas.openxmlformats.org/officeDocument/2006/relationships/slide" Target="/ppt/slides/slide10.xml" Id="R11b2a2b3f46f4f60" /><Relationship Type="http://schemas.openxmlformats.org/officeDocument/2006/relationships/slide" Target="/ppt/slides/slide11.xml" Id="R49641097981441ae" /><Relationship Type="http://schemas.openxmlformats.org/officeDocument/2006/relationships/slide" Target="/ppt/slides/slide12.xml" Id="R4850a0db26dd4967" /><Relationship Type="http://schemas.openxmlformats.org/officeDocument/2006/relationships/slide" Target="/ppt/slides/slide13.xml" Id="Rf85b86d56f8945bc" /><Relationship Type="http://schemas.openxmlformats.org/officeDocument/2006/relationships/slide" Target="/ppt/slides/slide14.xml" Id="Rd46761f19d0c4271" /><Relationship Type="http://schemas.openxmlformats.org/officeDocument/2006/relationships/slide" Target="/ppt/slides/slide15.xml" Id="R1c8e5ea85ff444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8016d9834240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297985b0424bac" /><Relationship Type="http://schemas.openxmlformats.org/officeDocument/2006/relationships/notesMaster" Target="/ppt/notesMasters/notesMaster1.xml" Id="R7c385befb0c742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6fd48faf444f4b" /><Relationship Type="http://schemas.openxmlformats.org/officeDocument/2006/relationships/notesMaster" Target="/ppt/notesMasters/notesMaster1.xml" Id="R16b7f39ca37442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08a0b7e6874390" /><Relationship Type="http://schemas.openxmlformats.org/officeDocument/2006/relationships/notesMaster" Target="/ppt/notesMasters/notesMaster1.xml" Id="Rca7d41e654ea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55997b09504e7f" /><Relationship Type="http://schemas.openxmlformats.org/officeDocument/2006/relationships/notesMaster" Target="/ppt/notesMasters/notesMaster1.xml" Id="R4d466312ab2d45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9a26c5768b422f" /><Relationship Type="http://schemas.openxmlformats.org/officeDocument/2006/relationships/notesMaster" Target="/ppt/notesMasters/notesMaster1.xml" Id="R1b7398c68f564d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8b1a56674249f2" /><Relationship Type="http://schemas.openxmlformats.org/officeDocument/2006/relationships/notesMaster" Target="/ppt/notesMasters/notesMaster1.xml" Id="R8e9c1fbde43c4b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97db54d35a42d7" /><Relationship Type="http://schemas.openxmlformats.org/officeDocument/2006/relationships/notesMaster" Target="/ppt/notesMasters/notesMaster1.xml" Id="R3b9ee1232b7d43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412d40a6a6412b" /><Relationship Type="http://schemas.openxmlformats.org/officeDocument/2006/relationships/notesMaster" Target="/ppt/notesMasters/notesMaster1.xml" Id="R86b2c8b81b154f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a96a7f63ce46b1" /><Relationship Type="http://schemas.openxmlformats.org/officeDocument/2006/relationships/notesMaster" Target="/ppt/notesMasters/notesMaster1.xml" Id="R0fbb9687a80a42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85953066224182" /><Relationship Type="http://schemas.openxmlformats.org/officeDocument/2006/relationships/notesMaster" Target="/ppt/notesMasters/notesMaster1.xml" Id="Rccda2df58cab4b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991c266d8748e0" /><Relationship Type="http://schemas.openxmlformats.org/officeDocument/2006/relationships/notesMaster" Target="/ppt/notesMasters/notesMaster1.xml" Id="Rff3918c8a2144d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ac4339877142cb" /><Relationship Type="http://schemas.openxmlformats.org/officeDocument/2006/relationships/notesMaster" Target="/ppt/notesMasters/notesMaster1.xml" Id="Rd0adccc7836e467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986aea663884ba7" /><Relationship Type="http://schemas.openxmlformats.org/officeDocument/2006/relationships/notesMaster" Target="/ppt/notesMasters/notesMaster1.xml" Id="Rff1561a54b3346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59684cc34a456f" /><Relationship Type="http://schemas.openxmlformats.org/officeDocument/2006/relationships/notesMaster" Target="/ppt/notesMasters/notesMaster1.xml" Id="R93f6b020de49400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35a95ddb294434" /><Relationship Type="http://schemas.openxmlformats.org/officeDocument/2006/relationships/notesMaster" Target="/ppt/notesMasters/notesMaster1.xml" Id="R464c1185d46545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43a4ad48d46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149768f36c4dd5" /><Relationship Type="http://schemas.openxmlformats.org/officeDocument/2006/relationships/slideLayout" Target="/ppt/slideLayouts/slideLayout1.xml" Id="R65a442012f1f42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a442012f1f42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20a6cfa094ae4" /><Relationship Type="http://schemas.openxmlformats.org/officeDocument/2006/relationships/image" Target="/ppt/media/image.png" Id="R355c53a27eb14d46" /><Relationship Type="http://schemas.openxmlformats.org/officeDocument/2006/relationships/image" Target="/ppt/media/image2.png" Id="R7792ad303e804f40" /><Relationship Type="http://schemas.openxmlformats.org/officeDocument/2006/relationships/notesSlide" Target="/ppt/notesSlides/notesSlide1.xml" Id="R7a44a6fe4a2740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5fbb078c94858" /><Relationship Type="http://schemas.openxmlformats.org/officeDocument/2006/relationships/image" Target="/ppt/media/image3.png" Id="R78c98299f7db4ea0" /><Relationship Type="http://schemas.openxmlformats.org/officeDocument/2006/relationships/notesSlide" Target="/ppt/notesSlides/notesSlide2.xml" Id="R36c4ed48c63a48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14846738b4bcb" /><Relationship Type="http://schemas.openxmlformats.org/officeDocument/2006/relationships/image" Target="/ppt/media/image4.png" Id="Rbb8e61e2ca8f4d9c" /><Relationship Type="http://schemas.openxmlformats.org/officeDocument/2006/relationships/image" Target="/ppt/media/image5.png" Id="R63bd1448269a43e9" /><Relationship Type="http://schemas.openxmlformats.org/officeDocument/2006/relationships/image" Target="/ppt/media/image.svg" Id="R66ca423779234d45" /><Relationship Type="http://schemas.openxmlformats.org/officeDocument/2006/relationships/notesSlide" Target="/ppt/notesSlides/notesSlide3.xml" Id="Rf96c4f48498e45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b8988ef5742de" /><Relationship Type="http://schemas.openxmlformats.org/officeDocument/2006/relationships/image" Target="/ppt/media/image6.png" Id="R2233e436b590407f" /><Relationship Type="http://schemas.openxmlformats.org/officeDocument/2006/relationships/image" Target="/ppt/media/image7.png" Id="R06c4af81f2694324" /><Relationship Type="http://schemas.openxmlformats.org/officeDocument/2006/relationships/image" Target="/ppt/media/image2.svg" Id="R34f607e7612e4726" /><Relationship Type="http://schemas.openxmlformats.org/officeDocument/2006/relationships/notesSlide" Target="/ppt/notesSlides/notesSlide4.xml" Id="R0e903f60124b41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dfa6ad1a44aaf" /><Relationship Type="http://schemas.openxmlformats.org/officeDocument/2006/relationships/image" Target="/ppt/media/image8.png" Id="R058cadb08c88417e" /><Relationship Type="http://schemas.openxmlformats.org/officeDocument/2006/relationships/image" Target="/ppt/media/image9.png" Id="R661229c74edf4680" /><Relationship Type="http://schemas.openxmlformats.org/officeDocument/2006/relationships/image" Target="/ppt/media/image3.svg" Id="R03ffa5325b7b4d45" /><Relationship Type="http://schemas.openxmlformats.org/officeDocument/2006/relationships/notesSlide" Target="/ppt/notesSlides/notesSlide5.xml" Id="R5d3e882b21c44f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fc883161441c5" /><Relationship Type="http://schemas.openxmlformats.org/officeDocument/2006/relationships/image" Target="/ppt/media/image10.png" Id="R0630574c423b485f" /><Relationship Type="http://schemas.openxmlformats.org/officeDocument/2006/relationships/image" Target="/ppt/media/image11.png" Id="Rfcc72ab43f3344c5" /><Relationship Type="http://schemas.openxmlformats.org/officeDocument/2006/relationships/image" Target="/ppt/media/image4.svg" Id="R6a06f4b4f4bd4b26" /><Relationship Type="http://schemas.openxmlformats.org/officeDocument/2006/relationships/notesSlide" Target="/ppt/notesSlides/notesSlide6.xml" Id="R240c42d8e6524c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5cbcbf7a24302" /><Relationship Type="http://schemas.openxmlformats.org/officeDocument/2006/relationships/image" Target="/ppt/media/image12.png" Id="R745292a0d69443a6" /><Relationship Type="http://schemas.openxmlformats.org/officeDocument/2006/relationships/image" Target="/ppt/media/image13.png" Id="R50439733ef0c4faa" /><Relationship Type="http://schemas.openxmlformats.org/officeDocument/2006/relationships/image" Target="/ppt/media/image5.svg" Id="R69dba2485ba24031" /><Relationship Type="http://schemas.openxmlformats.org/officeDocument/2006/relationships/notesSlide" Target="/ppt/notesSlides/notesSlide7.xml" Id="R95d1f5d86c194e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ef4d88cac49cf" /><Relationship Type="http://schemas.openxmlformats.org/officeDocument/2006/relationships/image" Target="/ppt/media/image14.png" Id="Rcea24fa357ee4292" /><Relationship Type="http://schemas.openxmlformats.org/officeDocument/2006/relationships/image" Target="/ppt/media/image15.png" Id="Rb81df1a2f01b4a0e" /><Relationship Type="http://schemas.openxmlformats.org/officeDocument/2006/relationships/image" Target="/ppt/media/image6.svg" Id="Rcc41c2660bd949cd" /><Relationship Type="http://schemas.openxmlformats.org/officeDocument/2006/relationships/notesSlide" Target="/ppt/notesSlides/notesSlide8.xml" Id="R9fe93f2571ca43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da10809e64052" /><Relationship Type="http://schemas.openxmlformats.org/officeDocument/2006/relationships/image" Target="/ppt/media/image16.png" Id="R6fda52a092cf429b" /><Relationship Type="http://schemas.openxmlformats.org/officeDocument/2006/relationships/notesSlide" Target="/ppt/notesSlides/notesSlide9.xml" Id="Reb61bec2938746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dc4154acc46f6" /><Relationship Type="http://schemas.openxmlformats.org/officeDocument/2006/relationships/image" Target="/ppt/media/image17.png" Id="R230b6ae227634798" /><Relationship Type="http://schemas.openxmlformats.org/officeDocument/2006/relationships/notesSlide" Target="/ppt/notesSlides/notesSlide10.xml" Id="Rcda8b90440024c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29125177f4642" /><Relationship Type="http://schemas.openxmlformats.org/officeDocument/2006/relationships/image" Target="/ppt/media/image18.png" Id="Ra96d174751e04513" /><Relationship Type="http://schemas.openxmlformats.org/officeDocument/2006/relationships/notesSlide" Target="/ppt/notesSlides/notesSlide11.xml" Id="Rd7b544c5e03a4d0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b010b2b884e2e" /><Relationship Type="http://schemas.openxmlformats.org/officeDocument/2006/relationships/image" Target="/ppt/media/image19.png" Id="Rc21971c3c9f0406a" /><Relationship Type="http://schemas.openxmlformats.org/officeDocument/2006/relationships/notesSlide" Target="/ppt/notesSlides/notesSlide12.xml" Id="Rd3471059ab904e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5460963c04ab4" /><Relationship Type="http://schemas.openxmlformats.org/officeDocument/2006/relationships/image" Target="/ppt/media/image20.png" Id="R48a795bb64324a2f" /><Relationship Type="http://schemas.openxmlformats.org/officeDocument/2006/relationships/notesSlide" Target="/ppt/notesSlides/notesSlide13.xml" Id="R5b01ddc3963a42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478a6fcdc4bbe" /><Relationship Type="http://schemas.openxmlformats.org/officeDocument/2006/relationships/image" Target="/ppt/media/image21.png" Id="R4211cae1ccb746dd" /><Relationship Type="http://schemas.openxmlformats.org/officeDocument/2006/relationships/notesSlide" Target="/ppt/notesSlides/notesSlide14.xml" Id="Rcf4f7b74d02347b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0ad19a12a4c27" /><Relationship Type="http://schemas.openxmlformats.org/officeDocument/2006/relationships/image" Target="/ppt/media/image22.png" Id="Rff077b46ab774fe8" /><Relationship Type="http://schemas.openxmlformats.org/officeDocument/2006/relationships/image" Target="/ppt/media/image23.png" Id="Rd13624bcd8704f18" /><Relationship Type="http://schemas.openxmlformats.org/officeDocument/2006/relationships/notesSlide" Target="/ppt/notesSlides/notesSlide15.xml" Id="Rfe54eb5b3ca04b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934A6-6BCC-44B9-95DE-6961C28B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8D764-8A9C-4291-AF1D-1AA7F357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8FE77-6FEB-4FA0-AD71-0655F558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c53a27eb14d4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1B4E9-6579-47D4-9634-6844BC28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DF832-3CB1-4A4F-8F95-E34087CE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2ad303e804f4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6A4E4E-79FC-48A3-94EC-D8B1699B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8C2BFF-D576-4E90-AF9E-FFFA256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54DD7-F40C-4446-A815-97EC521E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173CA-CAC3-4823-BB33-4D8EE426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C7294-8A56-492D-8575-A18F461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66270-90F1-4B75-80AE-83E3953E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DCA2E-ABC1-4E48-B7AB-F4622B51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198F8-A331-4374-80ED-0F300BDD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1E660F-3CE0-4646-B561-6661C673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0916209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059AA8-C7F1-4114-8F12-4C3A8E63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454E3-296E-4E3E-8DA6-6F4DDFF7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2258C-5D1F-4E7F-A113-5CDBFB20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6C1EC-E275-4A22-A8AD-4BD01C33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4D303-4CAB-468D-812C-884010A6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c98299f7db4ea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DE4C1-F28D-403F-861A-4A7D0F20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54A13-4F23-4068-B649-F24FBAD2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A1DA7-A174-46A2-BA7E-A2CE4DD3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EACC2-F900-473F-A7ED-5EABFC91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0CE03-8616-48CD-8DE6-24FBE03F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16322-BA20-4EB5-A98F-EF5BA6B5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52B4CB-5D4E-485C-897F-54051177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08143-29D2-4596-8C50-8589896B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6C2C3A-518D-472A-8379-9DC243DA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6A6425-3D92-4032-ADF0-EFF061E2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59BC6-27DF-42A1-9CCA-D5B118A8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72F755-C498-4193-82CC-9B35E02C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9637D-EC60-41B2-BCE0-702F3ADA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84EBD8-B715-40DD-A49C-2B97F609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BFF7BE-CD26-4819-9BF1-2CE477AA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9BA979-5C4D-436D-B890-E615AC1D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0A90F5-CA0E-4217-ABB4-2E51B0D8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A5414E-11BD-41B6-B1B2-55234A0B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3D983-C074-48DF-983A-4B2AD7B1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AB9590-9C03-4575-A678-1F12E328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E692FD-7B52-464C-8AC0-8C3121F0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47BABC-5729-49AE-9598-34DD6053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801847-0D81-46D4-8920-D33FF396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018EEA-2787-4313-B58C-9F77FDDC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7C7326-4757-42A2-8E44-C635E2F0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1AFC7-47CC-498F-82A2-5FF6B4DB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FAFC44-0B1E-4578-919F-69BFC477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00B40B-7182-4CE9-BFC9-68BAF8C5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374516-C907-4DCF-844A-3E5CE818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BCBC56-26B4-47E5-8D54-59C53B78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BD7D9A-C385-426B-8F9D-572853C4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11A217-035F-467D-B349-1E8E0C23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C8EC4E-0B43-4248-B3D1-68517FC2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B12458-E18B-4360-BECA-CCBD52CB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644C9C-E80F-4766-8D4A-5B255C1B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6174490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796F56A-2A43-4C31-8439-1319F85E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C3678-A1D6-483E-9A94-6C0355BE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FCFFD6-14DB-446D-B1F6-2BCA9ED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2EFC6-A0F1-41FC-9F42-264BCB1C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D131-1CFF-4224-A65E-4F67AA3E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61e2ca8f4d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88B41-8A2F-4D79-AAE3-7D35275E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BED7B-FE01-43D4-87EA-74AF391E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E8502-8A23-490C-9536-6990BD78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3BF31-4653-49C6-A327-2E40D911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DC579B-ED05-4330-837A-6EE80246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124B9C-7024-482B-BE59-6DDC0AD7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CAD63A-E56C-40FF-9D48-1AAC39D8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9A7281-048B-4D2D-B283-901DB851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BDF986-AA20-4D82-8C72-BB98B608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909CC-0732-46B5-8FE3-C7734E91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F94394-1EEA-4557-84F6-65963F0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67689-73EC-4185-8418-375B40FD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2EF7E-B37A-4961-906B-48C55047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5156E-6389-4010-9A6D-7B070278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68D9D1-4565-4F41-82E7-81CDA73B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B265F3-5C0B-4C33-B3EE-F9401556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0A7EDE-E7EE-4F5F-ADF2-916921FD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E489A4-AB09-48A8-BCED-0FDAD247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7EBB1E-EE90-437F-B71D-4D6037D1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D2C8C6-8BCE-4287-9A83-ACB8D0AB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7BA30-6D90-4D62-8B6B-6C5D704F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9B95F1-C604-4D69-83B8-A4D004BB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372C1B-DAF3-4726-83BD-9EDFCC3A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41FA27-6337-4C7B-8E34-D6D5AC37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ADA129-8B53-466B-A80A-8A69B302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6DF07F-B7F2-4512-8B2A-5DE3653D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CEAE8D-7F0C-4484-91F9-218D9EF3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C6AB3E-75CE-4A9D-B169-1E1464B8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9F012D-1E0B-4AE2-A6F1-532EBFE8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288704-9A81-4C67-9529-669F92B1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B27CF4-092A-4D45-9D18-F3EFCC7E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d1448269a43e9">
            <a:extLst>
              <a:ext uri="{96DAC541-7B7A-43D3-8B79-37D633B846F1}">
                <asvg:svgBlip xmlns:asvg="http://schemas.microsoft.com/office/drawing/2016/SVG/main" r:embed="R66ca423779234d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E5D53B-DBC8-41C3-9299-A1EB42BB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406659-97A6-4A12-A691-4551255B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B7696B-39D9-4584-8EBD-CEDC4F8F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D13094-0658-4382-92EA-A912B89F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E6F9DE-68FF-415D-A27C-D644E683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135B3D1-AB7D-4916-9EFB-DBCBF6AC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A2CF72-7D7F-4642-9195-6A31E2FD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CC23CA-5112-4177-8995-29F5368F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BAF61F-C4A6-4676-AC28-EED9937E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44AC29-5A95-4AE8-9B95-D3C58593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2D0485-9745-4453-A580-F2DE2E67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7DE266-F42C-487F-AB40-D7374202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60EAD12-38A3-49CC-B18E-44F1AFD4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CA54C2C-3214-474C-A058-9DF2E7F8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DEA83B-0AB5-4104-83AE-109CF35E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DF917B7-91BB-45EB-B79D-75FA3D6D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D279BF-5135-4501-B019-D766836D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066609-0A07-4E5E-B57A-B9365A45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0F6747-AAB5-4C14-9B8D-399C261C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B0B8E9D-4980-4AA8-976E-B816158E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23C651-8E2C-4710-8B44-3C3F12A9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6CBD43-1B4C-4E33-A653-A9033EB4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C4B1A69-DF69-4C41-B1DA-FB3B8BFD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6047F0-6B7B-45F1-9482-75755B51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04F592-6B35-416F-BFA1-5682A433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F92B85-3236-49A8-B5A2-6DF9655B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38F9D6B-9F75-4AD7-8491-2EDD9769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6EB8A91-EE5D-4B39-BBF5-E216324E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20FBE75-03FF-4761-BE05-06B117FF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68475D7-15AF-4BE9-835A-9EA02FCA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2CBA2FD-899E-4EC9-ABC4-288A7DDA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583861-C2C7-486F-8694-2A74DFD8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97898A7-DCE8-4636-8BC1-59C64307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C1A70CD-B7F8-47A4-BEB0-2F88D889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FF2A8AE-AC44-4886-841A-457F56B2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190C72A-49F1-47B4-8165-F00B0203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A8C362B-B145-4D5D-BDE3-C769F5C1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6767324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4FD7E-5FF2-4C19-B239-D2DC9468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A0F63-1396-4507-BE2D-BEEC2AD0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85E83-BA63-43D3-88CA-978DD7E6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A3A30-CEDA-4FED-BB20-F05790EF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206DC-77EF-457F-9AB8-E4E96D81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3e436b590407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7F8CF-2744-4C97-A34C-B0A86C41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6F968-3493-43C7-BFA9-4BEDE2C2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42215-01E7-4BB0-9307-C3EEA356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91A56-391A-4157-BC0B-EC1D0D63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216F58-1882-4722-BF49-7ECDC5B2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4af81f2694324">
            <a:extLst>
              <a:ext uri="{96DAC541-7B7A-43D3-8B79-37D633B846F1}">
                <asvg:svgBlip xmlns:asvg="http://schemas.microsoft.com/office/drawing/2016/SVG/main" r:embed="R34f607e7612e47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42A30-C1F3-45E1-B116-B6E2C67C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42780-E4A4-4247-9156-3A4B08E4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0ABF4-9160-4533-95D1-DC893B4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30C7B4-BDBE-4322-9214-4D754601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D5DDE-CD27-495A-BA87-17F8D2EF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EF63DB-C174-4DB5-BA6D-0BBDE53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6F9D2-7F9B-4372-890E-3E509A80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24588-E660-4C36-81F0-600E7662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E77015-AAD7-43C4-B39A-4394B190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89F7B-D081-4CC0-878B-D3E5B13D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69EB8-31CF-4339-B464-8B09D8CB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B5D9DD-6B45-4DD5-ACA6-969875E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5F618E-2D46-4A27-8E1D-F756B71F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4194C5-E212-4E0A-9605-D5113BFF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AA834-1CA9-4153-8D27-290BE943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6FB10E-75B2-4A0A-8BD8-5E6F7B45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52B5DE-6AB4-4A7E-B095-15E953E3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04288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B4A466-05BC-4298-B29F-D4FA235C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97351-ACCA-4F40-8062-26EB5D50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C481E-6B86-44A4-88AB-F4665A4A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DDFB6-FC42-4BB5-87AA-B57D5F13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85793-3583-47EC-B112-607E153C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cadb08c8841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AA38D-2FED-4081-BD12-2FECBFEE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15962-673D-4157-8FB2-5E3F9ADD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C53D6-99D8-45B6-8F21-B102044E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3502F-9180-454E-8636-9C240C5F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A45BC-E02B-4415-8E34-61C1E6EF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229c74edf4680">
            <a:extLst>
              <a:ext uri="{96DAC541-7B7A-43D3-8B79-37D633B846F1}">
                <asvg:svgBlip xmlns:asvg="http://schemas.microsoft.com/office/drawing/2016/SVG/main" r:embed="R03ffa5325b7b4d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EEB7D-796F-4E06-BBB8-DA5C1B8D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D7EE1-6F86-437F-8EB9-6332CB83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55EB58-1A91-4BF5-94C5-AD7B69DC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3D9D14-3C43-4595-9C2F-731F950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56284-DE02-4862-A7EF-83C5F543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6F6BC3-5614-4CEF-84EE-19AB0B6A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2EAED-A35E-4C1F-B1E6-929A2765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3320D3-FEB2-4419-A61A-270B6B8A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78101A-F1A3-4ED6-9DED-3CBFFA5A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F11D44-B1EF-4DAB-89D6-046B5ECE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7D7A5C-7459-4C7A-9418-9E614A32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77F213-0D8B-4B00-8CDE-9CD9578D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0408C0-16E3-48F7-905E-2A1DB402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E69EDA-233D-46DD-9F36-EC37A8C5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537210-E48C-42DA-9D6F-05A2699A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EF9C0F-D71F-43C7-B510-45600CC0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CC629F-1700-4C2F-9FBB-6B87FF5C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1ED926-9B13-4743-A5B8-10AEC252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B5BD52-7E04-43CE-B89B-E78C65DF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0526D-3D2B-4797-AD38-A5C07904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468188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6FA7E3-E1C3-4164-8531-CD022F10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A64EE-EBA6-4E9B-9700-936819A7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4C9F2-79F0-4F4E-B7DF-B95B50E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BAB2D-CAF0-47C7-AD8E-158AD978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E8A20-62CB-46EE-A4DC-79E7F818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0574c423b485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FF9CD-7A4B-468E-A24B-8FA64C41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18AB8-34DD-42A3-B888-76A1F750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1DD8C-5103-44D2-9A19-B157F159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C4A10-C85F-44D8-8FA0-C517347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0A944-E5DA-4948-A3D6-73CF0227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72ab43f3344c5">
            <a:extLst>
              <a:ext uri="{96DAC541-7B7A-43D3-8B79-37D633B846F1}">
                <asvg:svgBlip xmlns:asvg="http://schemas.microsoft.com/office/drawing/2016/SVG/main" r:embed="R6a06f4b4f4bd4b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8701D7-F8C5-4F96-B53B-856821AC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FFF1F-2EC7-4AE0-B39F-BA3CA561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1459B-FFEF-4C21-BFF7-D980E25C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901FB3-465C-4FCC-8CB6-A16B92AD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94147A-93E5-4AB6-A75E-24C904A6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84371F-2B4D-4329-AB71-60FB999D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7D669-EF1D-47A3-87DF-A1769651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0FBE8-4D99-4FB1-97A7-C0956E6F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F97F6-7B94-4330-9DBF-14FAF67A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2A868B-1F8C-4683-BD0D-77D20A40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2B5AE4-5759-4AF7-97C5-D6A67E62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F0EF71-00AA-4059-BF67-80FCE7C9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CB9721-9003-4D24-ADDC-105A8F42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91949-8E2E-4270-AD42-D216FDA6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0174925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2653EF-7EC2-4F64-9BB8-652B0491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B8DF6-2423-470B-8BA3-4A4495B3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46514-3A3F-4276-A506-1DE54124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9D103-ACCE-475A-9BCC-F34AD5ED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D754B-A550-4498-A053-34AAE834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292a0d69443a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19ECF-5EB7-489B-999E-E72A9500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CD77D-3CF7-4E61-BFDC-8AE006C8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7B0E1-A5F5-4EBC-9B2E-E7C15B67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9A706-524A-4854-BE03-4CE822D4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717AD-666D-44CA-ACB1-23C7E177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39733ef0c4faa">
            <a:extLst>
              <a:ext uri="{96DAC541-7B7A-43D3-8B79-37D633B846F1}">
                <asvg:svgBlip xmlns:asvg="http://schemas.microsoft.com/office/drawing/2016/SVG/main" r:embed="R69dba2485ba240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30495-1823-4F9E-9A51-CE10A7C6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83070-8EA9-4315-AB43-1E9C5A38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B2F0A-327B-42EE-9BC1-B727BFF9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C6504-57DF-4176-A642-36DF062B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1DB499-6596-4550-9F0E-411D40C4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688E3A-F12A-4A79-87B8-CEC890BE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5BC32-2775-4C63-AABA-4CD21F4F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6D545B-6B5C-4DDA-A7AF-8CDD9629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57BBF-1E4E-4620-A1AE-C7C87290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2A7973-00D6-4153-9103-186C0A57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D40E4-0119-42B7-B719-AA67CE63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2E69EB-95FD-47A2-9276-4F0B7AB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7C3B7F-353F-47CA-B7B2-18B4E78F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45BA3-1542-4794-AA89-A5A000D2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8721349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3CF79E-53C3-49B7-BC77-D86C0044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0D873-5ED0-4635-8714-21DCD4B0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2162D-DA92-4D24-ACCA-1BDA0B0A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FC1D5-E40A-46BE-A6C8-D984C25F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A7E68-FFEB-4CF7-871A-13855C35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24fa357ee42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5C420-1A8B-498C-8DEE-914411C7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9D96C-6ACC-49E2-BE22-E9075D0A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7CB4A-6B29-4DEE-9395-F10E3709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7D685-DA28-484F-8A33-74CB47B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5C86B-48BD-435C-A6BC-0C394C63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df1a2f01b4a0e">
            <a:extLst>
              <a:ext uri="{96DAC541-7B7A-43D3-8B79-37D633B846F1}">
                <asvg:svgBlip xmlns:asvg="http://schemas.microsoft.com/office/drawing/2016/SVG/main" r:embed="Rcc41c2660bd949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17205-D437-4276-BBD3-F9704BE7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96013-CE70-4945-A06D-6CB7AF15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5B76D-0A44-4410-BCB4-186C0FE5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46C4F7-1F0C-4E39-9523-251CD3A5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B0C8F5-9D21-4725-A26C-19DC1F89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70854-3BA6-4483-B865-A8BEAA94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1BE9AC-483B-4C1D-BCD5-6FD007E4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969D4-C7A7-458E-8ED8-C7F89372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712394-706B-467D-B5C9-B9692FFE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D755F-3E06-4797-8846-45473ACF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CB7CE-8A96-444E-BD74-AE1319EE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A595D6-D830-4B6B-8140-3BCA6FED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4DE7AB-81EA-42E0-AAC6-1FB520DA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373939-4536-4ECA-A69A-1F791628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21A03C-2BF7-43DF-ABE9-CC556E3C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E95797-1188-4585-A8C8-7BE59593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3EE599-22DA-497B-88FF-FC895F69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E4B33A-9C14-41BF-AAA3-F22043C4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C2ECDE-8F5D-42C6-9997-55060D2A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CA5B32-F882-46E4-950A-D8DFCB8F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7D46FA-6252-4C24-83DC-3510DABF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2127EC-AF2F-4065-8AA7-E3FC53F4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817242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4245993-722B-4D3D-AC0E-A465766F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F3719-A888-4A06-86E8-4DD061A9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E4E57E-EA55-404E-B37F-AA2640D8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828BE-5326-4479-B2DF-5217055C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446EC-68B4-44C2-B4A3-F46E0AE7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a52a092cf429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D235C-0F23-4333-8332-09EDAE27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B37BA-9C42-4350-ACA5-F33C8C75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FA981-FD2F-4290-8008-A6D2376A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EDA93-3E4A-4E2D-B3BA-E4E36F1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12F3D8-2FCB-4AF9-A7F5-A798E003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79DBE-207D-4EDE-85B4-8A29C289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EE594-D6C8-4B0C-B92E-023E9791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3DAC29-C590-43C7-BA57-53BBB669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09AD7-244D-4430-9305-32BBEE79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2FF27-98CE-4855-8F12-936DA5CF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79B45-9727-4BAE-8296-052135C8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4B5599-FE42-47A7-B182-8068EA25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66907-5609-4541-8C19-5A305F11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94505B-CF65-4905-961A-07D90037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8DA62-277C-491E-8955-C47CF9B7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487CDA-BD4A-45A5-A7CB-C8908AE7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5B67B2-446E-4AB5-B5AD-B46A328B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2ED970-34EF-4E02-B401-BDBF16EA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1640FF-325D-4700-B1F0-76C9057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5C5A94-0FAD-4F98-9D4B-2FFE7ED4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D26D02-E993-42CE-BFFA-3C95D6DF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7F6E6B-3728-45BC-8B68-63D625AF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D4FD89-C0E4-4107-B72D-D8B63DE9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E72DAD-0E2B-4978-AA8B-A99A5A37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76E5D7-492D-4A4E-B156-F7A62E82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097C13-5CE8-4811-9B42-5EE06B42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FBA263-4FC2-43E1-8586-1B1B837B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278829-C1C1-45D7-A21D-6960C3F8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862239-6D7D-4919-AAC7-810075FC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22097E-3FA1-478E-A67C-7DB80126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2C9823-5024-4282-ABD6-0731A470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D78502-AB64-4676-ADAF-EA752A05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DCB8BE-D9C7-4020-AEEA-206987F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8D829B-9FB7-4657-88A5-98C5D546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71249E-F049-4BC5-9F58-B102FA08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80CC97-0E9A-4FA3-89AA-11ADAF79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BB3D9A-7ED6-4A6A-AFC6-F6797884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6B93FE-E0FF-4A64-BE39-E28E16DC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DA3941-DD58-4136-B82C-B890B671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740BD5-1FEF-4626-88B5-1676103F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DF7542-1863-47C9-9379-640875EC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337F55-0E57-4932-9B3B-1EF172A7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208C19-09B2-41BC-8794-9A879EAE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E25D18E-DD67-446B-8CB4-9072BF09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552240-E91E-4F01-B962-4198A88B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0493C9-DDA7-4D48-A03A-EC2F2823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05DFBD-B47F-47F5-AA41-CBE4A8D8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595B9A0-4C5A-40B6-857D-82156533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3CD6555-08AE-4E71-B87C-9A23026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09EFF0C-55CE-4B8C-9385-75EEA5B1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1662981-F1BF-49C1-ABAE-E496D5A2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86DD5F-CF86-47C4-BB69-D92F7F6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E3F282A-3AE9-47C1-ADB4-58762996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472F88-55DD-438C-B2D1-44BAB635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ACA72A-ADC2-496D-8A70-702A1513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687071-3560-449A-9192-A54D3441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5B25362-C345-4645-B1EA-51591998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6A105F-06F0-4668-9148-53A0D2A4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3B0BD0D-DB43-4D45-A718-431E535C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F21EBF4-87EE-479B-89A4-295AD154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6A27D5F-3B6D-48B6-B8A8-FBE24D0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9BD4D3D-F74C-4250-AEAF-E2192ED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2286EE8-1FDE-432E-B3CA-163FC095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484267-59FA-438A-A1C4-04364BB2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BFA58A7-CBDC-4956-AE23-1AD9B0E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11190B2-E876-4CE9-AE6E-EB61C79C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6E133CC-384E-430E-A8D2-BC8B2258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BFDE817-504C-4E80-AF78-54E1C923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BD36C98-A391-4068-B318-7DF0FE34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3CE83B1-90B1-4CB8-8DD1-A10D44DB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E118017-AA36-4DA2-9690-9D5722CB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1526736-C16D-4B81-85F7-27AD697A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CF9DEC-2DBB-4356-ACFD-BD470EE1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5E28005-3A0D-4BF7-8C7E-3B5952C3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02F5939-8BC2-401C-BF2B-9B23758E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D9A5CAD-BCB6-48A3-B57A-A0A27A05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5770786-8032-462B-A6B4-065F0428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C3C5E4F-D991-4D77-A659-AA29C4A7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C37D578-7553-4B6E-A561-BDD82E1F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65B0CC1-44A2-43A9-BBFD-977ADAD8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30E0030-2E18-4EF4-BC20-4DBBEAB1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620D2E3-894D-46D8-8B8C-E263BC55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310D4ED-7C46-40E4-8885-2255C45A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A31B611-D21F-476F-A24E-BA4DB114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1B6C61F-4FF5-45FA-9DE8-E2CBB7EE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FCA4256-4FF3-478E-984F-A8CC63D4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278AE93-0342-41B7-841D-A1AE1EB9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CFE3DA9-D7E4-49F0-8639-68343F27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A998ADE-EDDD-4BC5-961D-1845BDC2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2019D6C-73E9-41BB-886B-AC6FF29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A2D0E26-23F1-47A1-98DF-D7B9ED27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36F408F-CFE8-452D-823F-9AF45DB0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5A1C190-FBCE-4641-ADA7-7C155D01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B451A4F-8F7C-43A0-A79D-1A9C671C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2DE5B2C-474E-4F7C-A786-EBC566BE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958755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DD86C91-45D0-42A7-9EE4-8AAEC816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C91C8-397E-4E10-B430-D794C88C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3A155-F21E-4610-9806-A81182CF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8B5A31-7DD4-443A-8DC4-3BE5D5E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D31C8-000B-402B-9128-0A33F564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b6ae22763479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7FE91-E9FC-4798-8EDC-2E47685C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4FF8A-DC2A-48C2-B62B-3EF7446F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CCCB9-F063-4633-9257-920C3E4C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12FC7-924A-4AEA-98F6-3696555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8C1E0-5234-469B-A4B0-9FF25FF7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4A70A-99F9-4246-B45B-C27E6114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EB412A-D9F6-49AB-AEF4-AAC2BBED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65D13-02E9-4619-BB68-5491B625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8A30F-FABD-47E3-93C7-D0ED1F30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FDC0F-F31F-4564-823E-BF3A1847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F1722-E353-441F-A7C3-0582FC5B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6EDDCA-C727-4B4B-B994-B81CF4CE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81C025-4495-4FB0-9DA3-75CA5584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7754A-D8C9-4FD6-BF10-255BE411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363383-4017-42E3-8ABC-8DE73EFA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A1164-02E1-4771-A131-FF5C6D92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C5FD1B-5D53-4905-AA26-2D9B9249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01A5E-0917-4012-B4C6-32C9B0F9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985768-FFE9-4287-B85F-E15FEA45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519B49-459E-4EE5-B556-970816FB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1999D5-2244-4D1E-AAFB-65BD61E7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F56942-B0DC-445C-9A2B-4B8B10D6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2E0CAC-6CD2-4A98-B456-384D5439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DCFA3F-D5FD-4005-88CC-30C8F3C5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279A0E-E64E-4A41-98C4-BC0268B2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6C2D9C-FB25-484C-B8C6-2B2DAE4F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2E96FB-A9D4-4E45-B4D0-E935FF22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7C8DCD-B848-46D1-8D4E-2C3628C0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FD6422-E3EF-4C8B-8110-C81A5C47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C116D6-AA80-4EDE-801B-DB1C63B8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9312DC-B305-4D42-9BD3-7CA92891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3A5707-969F-4B91-975C-D5385574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BD893B-6F91-4D13-9F43-9DDA261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B851C3-DE1E-4507-B581-DBF8696A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6AB8D0-BC9C-4157-BD8E-09DBE441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A3A0B9-4D3A-4165-B3E0-575A00FE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197CE1-AF2A-424C-BBF4-35C5095C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FD1449-103E-4043-82D1-E53C9C35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3D0A90-27AB-4D2E-9E87-00356BB2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114291-98DD-4404-B673-C332E912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FFF7BC-22E5-4973-B44E-3F1291CB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B306622-402D-49D9-9EDF-28945AFB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D44DFB7-6E5A-435A-B6BD-5B06DBEB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1E71D2-80CE-4C68-943E-25748530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2C1F2FC-0DDF-4124-BCB5-C1CF8CE2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4F35480-4775-454E-8E9E-FFF3734C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E2E2D8-D952-4412-8F18-433B25D0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37E2016-458C-41C3-9C46-B71529F9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15146B2-3B33-496F-9628-33DB943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AA3E00-14D6-4A1D-A9F3-4667B149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8A4F5D9-6B9D-4D48-B547-BB32C8CB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998F54E-DE73-4A7B-BEF1-80F6034A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CB6084A-306F-49FB-924B-8EEF262C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5787E4-6244-4C34-BDB2-9BB6E621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D78E4D5-514D-4843-AC56-A3EA56D1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A8CCDFA-0AAF-4C5F-8DE4-F5712BCB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C2F7B48-CD6A-4008-9505-A50C6043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54F859-9D77-441F-B700-110B03E2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C296CE9-CB03-45A7-AAAB-3A3F9DA2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154268-4624-49FB-91D8-D792B633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719EEBF-F268-4405-B8F8-84576943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BF0B02-C741-4407-96E4-EC6D0E4E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76EA44C-FAFC-420F-8FE6-32A705E7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26004A-EB76-43A2-8980-FF385CCC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252AB1F-E39C-4107-A75D-2D1555CC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0D616F7-5E37-4373-AE97-3548D473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EAA3E6D-90C7-4C15-AE1E-17364DA0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E7FDEB9-355E-41E8-8654-6D77232E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941822B-2FC3-463E-8687-CFD96029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06404EB-9DC6-4B25-9FE7-9764D147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3834AB8-EB02-41F6-9F56-DD5C8229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BFE9C91-B245-4FF0-8E69-13CEF7AC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69D0E4-217F-4808-957C-6955EA91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E41372F-6A88-4098-AC8F-3252FF4A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EC1CEA5-C4E1-4DF3-BDC6-88F6FE45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2CE8E5-49F5-4543-8485-A7C11FE8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E142442-1790-42B9-8706-1506DC2C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BA9EA8F-E1E0-48FE-A149-B637804F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CA5FEB3-FAF8-4A61-A34A-039DD38F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5557BC0-2E77-4CAE-97DA-68DF8833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8851901-C360-4834-A802-311182B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53AEF06-BC17-4E79-8B38-FF6C22D1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BE4A361-D263-4B53-851B-FAF110E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89866E7-90B1-4EE5-BE9A-1C50BEC1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F4A29FD-5F7B-49BE-9921-08F3A85F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5D035EE-90BC-490F-8F0A-30E46416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9F6469A-FCFF-460A-9030-8B793690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50362EE-5739-441C-87BE-99B743D3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1B844C1-A11E-4458-8570-BDBFE18D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5F21E6A-453A-44A9-830C-E8077596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6529606-E78A-42B5-8875-A93A6A4F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E472425-28BD-487C-B7EC-1313370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1096B85-DCE7-46FD-8758-95C258E1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649ADEF-4B0D-4053-A8A5-612FDD1B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8DCEC73-7962-4C43-9210-4D119C37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43DEB3B-69E5-4A64-8174-0A738498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4560224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9B5DD5A-327D-4D66-81F1-9F58C7EC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666F1-7A39-44A4-A0B1-991F5EC8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46695-61DA-452C-BCA3-C32CDD80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4A76D-A08C-4CB2-9391-FE1057AA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FD777-FA78-4218-A29C-E0DEF9F8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d174751e0451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0674E-E0F7-4F01-841C-0FCADA76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20207-CB0B-419A-AC3E-579CDFC3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709D7-B3E5-4BB1-AC6C-28C070F8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7EA2B-B7ED-4B1B-9302-920E6686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8753B-F864-4788-8884-E41F2C58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F2E0A5-394F-4474-9050-D5A4266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F84AC-3C73-4508-81DA-B2E8B3A6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55D7A-B8E7-4F54-98F4-50036EFD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AAE99-A38A-4BDC-B0D6-121589CD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01B4FF-3139-4169-8A9F-4BB4C047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337ECA-C60F-4263-B0E1-C5E088A9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48571-72DE-4079-9449-FD856C0A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F25588-99DB-4100-9046-72145F48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ED3F7C-FCA3-441C-A813-5D1B71E7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03123F-D032-4B7E-AF98-B64E3255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AC5F5E-7322-4513-B4A4-478E12A6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770870-A890-4F9A-A164-16732C41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AD448A-0DF8-44AC-81C0-79599404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2161FB-67F6-4B6A-9514-248624C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F3BB8-ECA0-4A8D-84F6-3FB91E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DC2A1F-8B81-4066-B0FC-30084EC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BA713-B16E-4D61-AB9B-86E9E2F1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116182-1807-48EA-A8F2-BE26F7A4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7F8397-A63A-4971-8133-C42133E1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AA808A-421F-4AEC-97E7-88095F60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1507BB-6AB5-4A17-8614-81446ECA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8E2D70-8FF2-49F7-ADA7-1C30CC63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0954B1-D3D1-44E9-A7B8-D15A47D1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DECFE3-D3F2-48F6-9871-6418A924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0770C7-5DC0-4F1C-976F-E498C0E2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4419DC-B63A-4A52-B377-E547555E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51E7F0-DD72-4EFD-9E3A-70B82F2D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216352-CA30-4086-9A8D-0AD255CE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8C79C4-29C8-401C-B8E5-1BF35C1B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21E352-5F60-4B9B-AE62-EF0EE49E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635FA9-C04A-41C1-A760-A098978F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6E241A-2510-4A3B-B993-FB1A8F7E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19B762-22A1-49DB-96D6-15993A3A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05661A-B9DF-4F98-8718-73E1415A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3C410D-26F5-4BE8-AA98-6A4069B6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59528F-9D56-4686-AD46-6CD47C5C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D4855D-2D3B-4E17-AA4F-F8026D76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7D7C6C-B5C5-4C31-AFF4-5C65DCEA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7D7C14-BDDE-496B-B6AE-BC92A712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33E285-543F-4C35-A24B-0E84F5A9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C00D00-CEEC-4BD0-8DE3-8FFB235D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694A493-1D91-42AC-AA5A-52C8857A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E106C5A-E5EB-42FD-BF2D-4A881968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2247679-24CD-4016-9DEA-E64F504A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8F7BCA-577B-4C12-A993-EEA9FFBA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1AC1D4-0554-4839-9606-9FEC874C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8F7B3C2-C641-4250-9887-627A66A1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D8D5CF-C97B-4F74-967C-788D7755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65F6F0A-BD81-45F0-A5CD-6BC10FEA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2D8D0D-0FDE-494D-A527-3D7800A0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D18D0C-534F-4578-BCFE-A5688A24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3D4C166-55A2-4C2D-8E0F-8B05F1CE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C122E1-8DF6-456A-8F80-FA7D34FF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1728BC4-F3B4-4930-9CC4-55023DF4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723306A-94ED-4077-94B5-D1E3A725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D75D63C-AF93-4116-864C-EC343262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5F18067-3A4D-4E70-91C4-5E79EF67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2AE2E95-B308-4C85-9CEC-4537651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796D4E-4A6A-48A5-BB19-D00DCF50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D30FE32-F457-4D5A-8513-E32EC6DA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FDCF658-4531-4D48-BE08-A8395AEC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D31B2B-E081-4687-947B-F7EF016C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1FF40B8-6827-4D4C-8D98-1D170200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E832486-1376-48D0-A1F1-B5775041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44037DF-385D-410F-9FBC-B44DA73B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B7D240A-25B0-488E-BE63-665A324E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658ABF8-B7D0-4CDD-9116-A7A4B806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180EEE9-88EB-4549-B686-4882A82A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2891B06-821F-40B6-8FE9-8899C0BC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6AD4095-9311-4902-AD83-5D013C7A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DBD8A32-938D-46E5-B0AD-195B7CC7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EC1171D-4131-4496-A900-D15DC3C2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8B7701D-C726-45CB-9C15-DAFD8370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DA3B29-6766-42C3-9776-314985D5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F7451BC-ADF9-45CE-823D-23034379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9781E6-E948-46BB-B4A5-7E3C6F18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6C45CC9-67F9-46C7-ACD4-864EF38B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8BF810E-6ECA-43A0-8F95-222E7D99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3738B14-4DCF-4330-98CA-8A267D99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CB375BB-1975-41D8-9505-A4F4908C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AC1AAD6-A560-4A65-BC16-838A81A1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864EC2D-CCE5-4AA6-93CC-0C965B53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FAB97F1-0BB5-410F-95DA-071EB040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034A79C-0A58-4AF9-93E8-B7761B41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DEEBA1B-8635-4C9C-8B43-99ABF201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A4F4E27-B2A7-4FF7-89B7-45C16F42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7230390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4054771-C542-48C3-BA11-BF088AE0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82FE6-92AA-4FCE-A5BB-72121EC7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AC439-DC33-47F0-8674-69FDECD4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EA704-93A1-4913-A454-21239BA2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3CF47-E25E-45E8-9D21-F0FFB89E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971c3c9f0406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FA253B-2F0A-4C22-A0B7-5D857D75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2695C-4F64-4985-85D3-AFB1E211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F7997-92D5-4778-8615-CD8442CE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B4509-FDD9-4B30-8244-5579486A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CF9F5-3EDA-4FD7-9FAE-943548FD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C337BB-D820-47AE-B808-3DA2AFDF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B0E20-1A45-4807-9BDE-0431935A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9D691E-E53C-419C-B912-A8F46111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89D6B-C6CF-40E0-AF58-CAC772DD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4B385-496C-4348-9D91-9792534F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08C38F-3B50-47DF-9FF0-84AEE224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B5FC36-CDCA-4669-BC76-56727923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81DBB-50AE-4B34-A725-A06EF87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57A671-E2D8-4C58-BB20-5752F376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0B3EB-4403-4C74-98E8-1D017F43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82EE6-14D5-4D00-8E0B-D4C0081C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9E437-604C-491C-8C03-7E7ED1C1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EA0FBB-8593-4001-A9C1-EFAE4D07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8B8EC3-BAC9-4305-AD5F-CB7C7C82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2CFC27-D78F-42AA-953D-C51B4887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87BE0-ABFA-4722-8B31-13AF93A5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43EA2-7AB1-4E00-B861-27CE3839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85446-0FD4-4AF7-A124-33B31805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B32B1E-1DFC-4980-A0AF-479C42A3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A95BFE-E603-474D-8D44-45432040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5C0F03-CD3D-478E-9A1A-0890AF20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21B175-19FE-4119-B3A3-E7C004C9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D3412D-98A7-4BDA-A68A-861F6746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93AAB6-0275-42E9-A5E5-E7D61E11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730245-4B5B-459A-9279-34195889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9BB3FD-CB95-4BB1-AE09-ECAB1F0E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FC7AE3-E5C5-40BD-BCE5-49B0EE67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F28755-8583-43B2-8206-D3E5DFFF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1D4417-9D93-4DDF-A3AF-92990D27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EAEBA4-F642-419A-948C-67E36A1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86B97-53BA-43DD-8092-FB0061CD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D59F24-C956-40DA-9867-B9C3C2FC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815751-AD2A-47C9-8512-699458BC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F9B741-C6D4-457B-9471-5E69E298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C0C0C5-E418-4DFC-B46C-77A9ADEA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A50EBB-D709-4DCE-B64E-9C8F57B3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DB8AE4-F0FC-4C26-AC70-BF70441B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8B353A-BF58-47DD-8226-DD107848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9920B5-E001-4B44-9D08-1C4BE503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5E17B55-2190-4CCF-A239-738AFA42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7C5774-A777-4B09-A375-07D61783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CCE88A-1791-496C-96DF-2C3BF48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84F632-A651-4C33-8E95-5D2ACC5E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B5E35A-134D-4914-993D-2C32536F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0AAB3C-E44C-49DA-9E2B-8E1AE31E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5159535-FA7E-4AA3-9D9B-3ECA1925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40725E0-493C-48A5-AB1E-0F550948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C5A9BD-9901-4009-8095-93750B0A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48437B5-02E8-4729-9F03-BA3860FB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1CC753-4813-4211-A512-F78D694D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4D59C74-494B-4641-BA16-C5A4BA54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7B70042-1763-45E8-B3F3-1E6C6A3C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49C5F21-5E2D-45B3-9415-E3CE8C09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1D9961-DBF5-4DE5-BC0C-94AB6242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56D8EBC-C529-4311-AD17-F6E5815C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38A792-925D-45E0-AA3C-8A9C339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C53A6D-4E29-4926-8AFD-A48D8001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1E1B054-1C41-4481-9242-2048A63F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5EBF4E1-7C2F-4DAD-B6F6-AFA52890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A8AC51C-18FB-4A6A-91F4-FF08779A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05B4341-C9BE-438D-B2D3-0B5DFAD9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525950C-DBA5-4B13-9DFA-C4ACC2EE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206C10E-6B7D-4363-9924-72664E0F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C5C0EB-7942-4A08-BE78-F7298F8A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0F7BA82-215D-4FB8-831B-210F6D9B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DF97038-4015-4421-815A-BF505A90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C9DB494-EBA3-473D-9823-AFE8A823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083A31D-0F4E-4AB6-9C15-12793FA1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AFAD08C-D814-40F1-AD67-14F54AC8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DC29FCF-831D-4FDE-84EA-0EBF2C52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35C954F-8D81-4E9C-BE9E-BE1B8C83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58A99C7-9A4E-415B-BB63-0A2B930E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C49CCA1-654B-455D-8FE4-F8B2FBB9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3C5484C-7840-4D2D-8741-BCB3DE35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2E7ECAC-6ED2-46F2-9512-21850CFF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4F4D031-801C-4DCA-871D-5468A36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D39425-17F5-4B07-A55B-5A2D1EBD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E095A7-0F94-44D0-AAB0-0ACF5559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DE80BD5-E729-45C0-8DE6-8B710D86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9C01CED-0D27-4FC2-848A-2FBC8AF1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D48C177-C956-4161-8999-5EF2D920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FDB3C3F-31C1-4956-ACF1-2C9559DA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5AD285C-15BA-4757-A327-89E2153E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E6B725-94A8-4D98-8107-E3A518F2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66AD2A0-CC75-45F3-BA26-2C565B10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916562D-4661-4054-9071-1FE4A07D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76871DE-D3EE-4698-B80B-DDE8AE64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338F768-4A5B-4F68-8C41-29EF2DF1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BC4D68F-52A0-491B-B54B-CA895687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9482289-E394-49B0-A28E-1B4449AD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9025623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617C097-F5B1-4971-8CDA-66097BEA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6503C-6CF6-4FF9-BB7A-77812277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BFCF4-BDCA-4E38-BB58-5B155D27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7F497-1F17-474C-AF21-A2A03E9F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D50EC-3406-4125-A35A-05987B58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795bb64324a2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404C9-DE2A-4597-A0BD-5DF6BD7A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F4B2A-DBA9-4A1A-A0D3-0B1ABA37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5C40C-ED32-4467-BBE8-39A486F3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3C96C-6B7D-4CF8-B1CA-52DA8111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3BAEE-F1FF-46DC-8D58-741F6810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2BB4A-1C39-436B-9DE2-22553F46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B5F3F3-0A34-4930-80E0-8D923A39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53915-373A-43C0-8FDD-50E12D76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0BD85-18E1-4B9D-8C38-D1E59792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B84461-5C4E-4A9A-AB05-BD54653C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08F51-B8D1-44D2-BB41-9D5E8106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A44AE-A6FA-4CFA-86EF-E139F44D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935F9-45F6-4031-ADCA-5CCCAE6A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A8376-3F90-4884-B39B-D522BAE3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23756-1746-4952-8304-54211398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CC4889-9296-433D-BAC1-65FAF4AE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CB3B05-1CBD-44E3-9A8D-00902392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322DA4-F3DF-42D6-BD46-4205E557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7B02D3-EE60-4BDC-8A1A-6DB80B50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610CA6-7590-4571-89F4-87E044A8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4F09F-E5D3-4BCC-9C65-3A693B35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7D206F-C49B-46A6-8011-C80AED95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2DE3A7-8554-48B3-8E23-15140FB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170756-7EEA-41FE-B5D5-D42B3BD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7E91A5-01BA-411F-9B7C-B7EE6593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2F40C9-3ECD-4CDE-8770-B901DF39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70E4FC-75AE-4BED-A2A7-2A4667DA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551660-8B56-495D-A361-B1ABA90F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321A75-D98B-414C-BC4E-D668961F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1B709E-5D91-4C79-A619-A1746BBC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5A056D-85E0-44A0-91A6-94472AEC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3FD801-0BF6-45E5-8278-3B73F7EC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28B806-06B4-4A88-8EF2-97DD35F9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898BCF-C84B-4F80-8127-9397A467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CFE0B6-F690-4C40-9F2C-6326B08D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93607E-26FE-445C-AFA8-A33B7214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684C39-89B0-45F9-8F97-41C9CFF3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E2B620-3F7C-4562-B1C4-761C34D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1E798C-6107-422C-AB31-B300DC98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E6AFE7-F29B-4BE1-9E20-7427BE56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792500-6C83-4510-A508-5508DE7C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73C6A54-086C-43E9-9A69-7E08D648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912BE2-297D-48C0-B254-6045A6F1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7CC62-C52E-496D-98FC-F133DAEF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A354CA6-AB8B-47EC-BB0F-65212C4B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C440EC0-AE49-4606-8663-2FA6E343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3297A5-7DFA-4A93-932C-BC54C1D4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51CF0C-A9F6-49DA-8072-777BB144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6646C8-96DD-4708-90E8-DE879205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B150CD2-AEFB-4FBC-B1E0-4EE891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89F123B-3ED9-40DF-96C7-F67DC6E1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8B2CF86-459A-40E2-9996-B80F81DA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2B9104C-44CF-4BA1-8A7C-1023E1AA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0CE9FA2-51A1-4CCB-AF28-ECF6372C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E43BCE-E25A-4D23-9578-FBB58D48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BDC550-3624-4BA5-BA16-70C44CD8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6DFCC20-61F7-4C1A-950E-74B55B6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8899FE5-B52D-4716-98B4-C52F5DCC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950B705-C07A-4FF8-8660-F869A833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B5B6B2E-3A05-42AC-83B3-AABB5D85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1C3F210-1167-4365-A1CD-D0D67460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D42447C-5FD6-473F-91F0-4DEED97D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97B0B9-9EF3-48F6-B71D-1813C24C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958373B-6B13-4AE8-8008-63940594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908CD9E-C90A-4EEF-87C3-4C06D5A2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A5A1BAA-FF44-4D1E-BDB3-A3E2758E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95B948C-77AC-4805-A225-2AB4F2AD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86AE36E-045A-46B1-A8E3-69764DC9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408CDC0-EC56-4F66-BB2F-0EDB0A83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DC9C737-DC37-47F7-AC5E-D98A4E9B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B54D810-4282-43AD-90BA-A0C9B8B2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37CAB26-19FD-4348-8588-EB16911B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ACD20B2-22DB-45A9-AD7D-FD900902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A172E53-5F8E-48F1-98A7-C76FD77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DCAFB05-736E-4C5F-9C4D-ED4FC49A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92D7B7C-6773-4CB7-B00E-EBA38FAA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497B45A-FD19-4227-AD9F-70483B94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25BB21D-B985-4A0C-8CFE-5430C13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D70ED81-810C-408C-B935-357DFB51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5141085-12AF-4305-AD04-4C9D8096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9E91E02-D91C-4893-B9C0-8F6BB3EC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860BF92-7FFB-4BFC-97E7-EFC9089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EA76AE8-AC1E-41F4-AE4F-4FAB81A5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A10DE1E-5271-412B-AC60-DADFE2EA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B2A5D2F-ADCD-4C0C-8D93-24F9DEE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C76C31B-00A0-4125-B718-2DA937EF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F345B82-0E5D-4B14-9D3C-16E2E83B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3700642-AC88-4B81-84AD-0B6DDC10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102128D-B267-4577-905F-3CDB3715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7973090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FADFD7C-FA6B-4AE1-8B8C-96925E5F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6FD96-DDFA-4121-B301-987A6EEB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1D3F0-8118-47BC-9973-8F887480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BFC5D-DAD8-44A6-A39A-C5259CDF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FEE5A-80F7-4F81-9F08-78040837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1cae1ccb746d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30AF7-E5CF-42DC-8AB3-5097CFF7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D8CCC-8FCC-4320-9836-17DDDC9A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F50D1-CF64-426D-9E0B-65F4E024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ED7C0-10D8-4158-B1E3-CE9CAA49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96562-8302-4F2D-B2AE-76B0E5A2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0480D-FEE8-4890-8D0A-1D6E8057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BC9BA2-F4C8-49AE-A2C4-EC277563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648E4-BB3A-4F48-B890-9F3CA024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5BD485-26B0-4A1E-A3A1-BB1DB6FC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EC30F-9080-4941-8E66-9C8EB737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B8DADA-FF4E-4CC0-A52E-B9E1362D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885E3-6824-41E0-9D96-E8E84C89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9170DF-5F07-40C9-BA40-CFBF2C6C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018BC7-4AF8-49BE-AC23-F1831F37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59224E-6581-475F-A1F1-F9EAE4B8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615A44-621C-4141-B20F-781B67A3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BC45E4-F35E-4F94-84A2-1A0F5329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D6BA9F-1576-4631-93DA-A8369EE9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2627A-E452-4262-B388-D72CFED5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085A5C-8F3A-4249-82D1-EBE62F02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0833CF-1E9A-4F4B-B360-5A0989BE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CDCF1-5D5D-4E92-8F84-7289D6BB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1667EC-30A0-4198-8B7A-16F8CD9D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E2AF8B-E3E5-48CA-B11A-64D86B1E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1FF652-4721-44F1-AC9A-63C24716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CE952D-9CF9-4C4A-971F-F508DAD9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2C7F10-ECDF-49B8-BA01-6780A9A7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2D9FEB-3625-4BD0-BFE8-30FB546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9E5E1E-C056-418B-B6D6-4B64CAE2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66BEF2-4A1E-486A-BDE6-AEA6C472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A5E5C8-F189-4FD1-9B74-FD40C335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D6E9CC-D8EF-44BB-80F6-7D47A1A7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503182-005F-4F9F-8CB7-8E9DEC76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4054C4-B422-4BC9-91A9-AF6AA606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3EF3CB-C878-4A80-87F0-F24BAF98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B89623-19C1-4AC8-B0F2-1E77DB52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24779-9606-493D-B8C5-35EE561A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4EA14E-A059-48E7-A58A-765A3E6C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C69C0B-986A-48BA-8ED0-AC4A148C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32128B-EFC6-44DF-921F-88540A21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AAA98D-7031-410F-8C37-55B4ABA4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1DFF98-9D3D-4DDC-963E-4888EDE8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E474BF0-1E36-4A94-9C40-EE529EA4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0C8C146-2BC4-4525-88A0-E2207779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29B344-F335-4193-BBA4-FB40DF8D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A9EE82-3BC0-49E2-8D6F-AE170600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D07EC1-BF2B-413E-9EA4-62320171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974AB8-CBD1-4375-8C3B-36594961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1B35E0-F92A-4F01-8622-84720CFF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096DDB-1BDA-4A5C-9819-200EDFDC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EC6F19-8C5D-4E82-9D21-2D99703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699C44-BE93-497C-AC91-DF30FB0C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A474E3-03C4-4DFF-8BA4-E2761EF7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1469E2-CB35-4828-B474-D9AD8224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FCD13-28CA-4E19-ACAE-C09B7DD7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EADF79-9E78-411F-BB88-F9B2EEFE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D347F8-60A2-4562-ADDB-709E056E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CBEA5E1-0812-411F-9A54-007B78BA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384DE8-05F9-4206-8129-2A3B481F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9422FEB-AD61-42BA-9E6E-7CBC673A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2CEE580-4932-4773-A10A-678301E6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8D3DD1-B1AB-4F93-969E-5BBF2EFA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04335F-4837-42A3-A2C1-A0F3CCA6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3C0D8B-9F28-43EC-8873-1182F036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0FAB9D-B456-475C-B51B-2C5998B7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CE2733-C3E1-4655-BC23-FCBAF564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3328E5D-7D6C-47F8-98B7-980F6900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3D9F25E-B2F0-4E28-89BA-5CA63340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DD4BC94-6855-4745-8CA6-193DCD8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D250EFB-9D99-4A68-9F76-B1816A07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E94A6B-B94B-4776-BC1F-A17E94FD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D8E4D7B-F0B3-4D1B-9900-F7F901D7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70CEE3C-72AA-4EDC-81D7-7FF27DCC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C0408E-C12A-4CBA-90E1-758F4C1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9270D83-24B8-408E-B29C-A4953978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F77DE44-025B-4BAB-B961-A09378A3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DE2F4E1-1558-49AC-9579-0CEC209C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3B978F5-75EB-49F3-BE85-9E6458CF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38C67B6-8EA3-4EFA-B48F-17AAD0A7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E90466A-9973-4CEC-9F81-CD8F1384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8DE58E6-236E-4A0A-BEE2-398EFACD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CB75E59-8860-4954-AEDD-B5C6701C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BDB13C2-5F00-4FE2-A3CA-9E00FE52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F287EF6-CC49-4F8B-867C-9E919A5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31B23CE-CB77-461C-A21D-2D819CB7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96A998A-6DFE-468A-A0F1-08A466ED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BD826D1-33F6-42A7-A441-F44C026B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56FE472-AC6B-485E-90DC-6C5D0E39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E87E395-CB0E-4D5F-B8BB-54D8B05B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5B9F5FE-BFB1-44EB-BC28-1617FFCC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95013CE-6751-4DAD-A4B0-63E001E6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4AB6D44-D430-4562-853F-54BAE1E9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78633D1-588E-48D5-8181-4C086159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5CF55A1-8254-48E7-904E-129E9F84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A5D74D3-6366-4663-B555-DE47C2B3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8519009-9F3F-4202-8F6D-532370E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BCA123F-8239-417A-97C3-4818B49C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3B403DC-10C5-4215-BBB9-666D207C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6FEC481-ACD0-497D-918C-781D2712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5FC4D3B-5F48-43A9-8B57-2D27EEC0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6D88A79-CA61-4783-927C-8396896A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984D94B-417A-48A9-AD88-B1FC2E34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3A52F11-E7EA-49CA-BA5F-3F19CD63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F953F97-C63F-41D3-A345-D2E00BE2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3E0C70F-39F8-414F-B9EE-C68FA0FE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47A10AC-0176-42B5-9187-42598B10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F7E5805-8130-446A-988F-9FD0376C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DD8F6D7-0E99-42DD-84F8-E9B553EB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1BE815D-C5E6-4080-B66C-88844736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7865C80-8473-4EDA-94AC-819C8B01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F875BE6-AB5E-4E44-9510-3A5BD58A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7E772B4-B595-40AF-A3B0-22BFDD04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9FEBB3D-4F33-4DE2-9FEE-A8C49507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636AEF9-EBCB-4ABF-8D29-E2C85A47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A6D87E38-0389-4154-BF4C-4C5648DB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2095E74-96B9-4C1E-A2F4-E942B5DC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74A9577-11E9-4343-B608-C1B88B73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EF5FD20-DBE1-463E-99A2-654181DF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6911C9B-ABA1-4200-BDE4-23040247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64FD2040-129F-421F-A921-B91BD582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03C4F2E-4B29-4A32-B128-3F46F491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CF00612-9569-4768-9901-E4143B32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6085E28-E434-4039-ABA3-946BAB77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92906DD-CB71-4870-ADFF-FE4B4789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F28C5A2-FDA2-4355-834E-32C04E27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C11F453-D135-4C45-BC85-862E97F1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9D40FC2-DF30-47DC-A62E-40C8E7FE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D5F4A49-207E-4C30-B4D0-78CE316C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9308085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75C12B-77E1-47A9-895E-050B5117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7736A-CFF8-4854-9BA0-DDABC7BE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027FAC-3410-47DD-A310-E84BE2E6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E6761-D43A-49B0-B93E-64BFAD25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77b46ab774fe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DF18B-3A8C-4E5C-86F7-3AE3D428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1B4E1-40DC-475F-82DD-0F10A0CA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624bcd8704f18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575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2026-09-04T22:50:02.2060000Z</dcterms:created>
  <dcterms:modified xsi:type="dcterms:W3CDTF">2026-09-04T22:50:02.2060000Z</dcterms:modified>
</coreProperties>
</file>